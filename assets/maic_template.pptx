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  <p:sldMasterId id="2147483693" r:id="rId3"/>
  </p:sldMasterIdLst>
  <p:sldIdLst>
    <p:sldId id="256" r:id="rId4"/>
    <p:sldId id="257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sol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304800" y="940118"/>
            <a:ext cx="11582400" cy="542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95475" y="6493449"/>
            <a:ext cx="960478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313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e num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11692569" y="6376212"/>
            <a:ext cx="499431" cy="481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304800" y="940118"/>
            <a:ext cx="11582400" cy="542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ttangolo 2"/>
          <p:cNvSpPr/>
          <p:nvPr/>
        </p:nvSpPr>
        <p:spPr>
          <a:xfrm>
            <a:off x="1990725" y="6363330"/>
            <a:ext cx="9701844" cy="481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90725" y="6493449"/>
            <a:ext cx="950952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52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2"/>
          </p:nvPr>
        </p:nvSpPr>
        <p:spPr>
          <a:xfrm>
            <a:off x="1795463" y="629517"/>
            <a:ext cx="10120312" cy="360963"/>
          </a:xfrm>
        </p:spPr>
        <p:txBody>
          <a:bodyPr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60000"/>
                    <a:lumOff val="40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66900" y="6493449"/>
            <a:ext cx="9633354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0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38325" y="6493449"/>
            <a:ext cx="966192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42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 secunda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/>
          <p:nvPr/>
        </p:nvSpPr>
        <p:spPr>
          <a:xfrm>
            <a:off x="1" y="1"/>
            <a:ext cx="12192000" cy="363032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 sz="3600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19314" y="1409699"/>
            <a:ext cx="11553372" cy="2117272"/>
          </a:xfrm>
        </p:spPr>
        <p:txBody>
          <a:bodyPr anchor="b" anchorCtr="0"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319314" y="3630320"/>
            <a:ext cx="11553372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ttangolo 5"/>
          <p:cNvSpPr/>
          <p:nvPr/>
        </p:nvSpPr>
        <p:spPr>
          <a:xfrm>
            <a:off x="2000250" y="6363330"/>
            <a:ext cx="9692319" cy="49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64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 secundariaA Co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/>
          <p:nvPr/>
        </p:nvSpPr>
        <p:spPr>
          <a:xfrm>
            <a:off x="1" y="1"/>
            <a:ext cx="12192000" cy="363032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 sz="3600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19314" y="1409699"/>
            <a:ext cx="11553372" cy="2117272"/>
          </a:xfrm>
        </p:spPr>
        <p:txBody>
          <a:bodyPr anchor="b" anchorCtr="0"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319314" y="3630320"/>
            <a:ext cx="11553372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69"/>
          <p:cNvSpPr/>
          <p:nvPr/>
        </p:nvSpPr>
        <p:spPr>
          <a:xfrm>
            <a:off x="1" y="3434288"/>
            <a:ext cx="12192000" cy="196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3"/>
          <p:cNvSpPr/>
          <p:nvPr/>
        </p:nvSpPr>
        <p:spPr>
          <a:xfrm>
            <a:off x="10464800" y="3434286"/>
            <a:ext cx="1727200" cy="926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3"/>
          <p:cNvSpPr/>
          <p:nvPr/>
        </p:nvSpPr>
        <p:spPr>
          <a:xfrm>
            <a:off x="11245850" y="3526972"/>
            <a:ext cx="946150" cy="10334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3"/>
          <p:cNvSpPr/>
          <p:nvPr/>
        </p:nvSpPr>
        <p:spPr>
          <a:xfrm>
            <a:off x="8659586" y="342922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3"/>
          <p:cNvSpPr/>
          <p:nvPr/>
        </p:nvSpPr>
        <p:spPr>
          <a:xfrm>
            <a:off x="8284937" y="353047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23"/>
          <p:cNvSpPr/>
          <p:nvPr/>
        </p:nvSpPr>
        <p:spPr>
          <a:xfrm>
            <a:off x="12045381" y="3534403"/>
            <a:ext cx="146958" cy="9381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/>
          <p:cNvSpPr/>
          <p:nvPr/>
        </p:nvSpPr>
        <p:spPr>
          <a:xfrm>
            <a:off x="12045381" y="342922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3"/>
          <p:cNvSpPr/>
          <p:nvPr/>
        </p:nvSpPr>
        <p:spPr>
          <a:xfrm>
            <a:off x="12045043" y="35226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23"/>
          <p:cNvSpPr/>
          <p:nvPr/>
        </p:nvSpPr>
        <p:spPr>
          <a:xfrm>
            <a:off x="11971733" y="343027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/>
          <p:cNvSpPr/>
          <p:nvPr/>
        </p:nvSpPr>
        <p:spPr>
          <a:xfrm>
            <a:off x="11955462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/>
          <p:cNvSpPr/>
          <p:nvPr/>
        </p:nvSpPr>
        <p:spPr>
          <a:xfrm>
            <a:off x="11881814" y="345280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3"/>
          <p:cNvSpPr/>
          <p:nvPr/>
        </p:nvSpPr>
        <p:spPr>
          <a:xfrm>
            <a:off x="11845839" y="350796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/>
          <p:cNvSpPr/>
          <p:nvPr/>
        </p:nvSpPr>
        <p:spPr>
          <a:xfrm>
            <a:off x="11817364" y="34448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729645" y="34947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/>
          <p:cNvSpPr/>
          <p:nvPr/>
        </p:nvSpPr>
        <p:spPr>
          <a:xfrm>
            <a:off x="11698370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3"/>
          <p:cNvSpPr/>
          <p:nvPr/>
        </p:nvSpPr>
        <p:spPr>
          <a:xfrm>
            <a:off x="11681423" y="34827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/>
          <p:cNvSpPr/>
          <p:nvPr/>
        </p:nvSpPr>
        <p:spPr>
          <a:xfrm>
            <a:off x="11654529" y="344873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/>
          <p:cNvSpPr/>
          <p:nvPr/>
        </p:nvSpPr>
        <p:spPr>
          <a:xfrm>
            <a:off x="11629624" y="349381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/>
          <p:cNvSpPr/>
          <p:nvPr/>
        </p:nvSpPr>
        <p:spPr>
          <a:xfrm>
            <a:off x="11608282" y="351540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/>
          <p:cNvSpPr/>
          <p:nvPr/>
        </p:nvSpPr>
        <p:spPr>
          <a:xfrm>
            <a:off x="11702934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/>
          <p:cNvSpPr/>
          <p:nvPr/>
        </p:nvSpPr>
        <p:spPr>
          <a:xfrm>
            <a:off x="11571359" y="34721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/>
          <p:cNvSpPr/>
          <p:nvPr/>
        </p:nvSpPr>
        <p:spPr>
          <a:xfrm>
            <a:off x="11562888" y="34445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3"/>
          <p:cNvSpPr/>
          <p:nvPr/>
        </p:nvSpPr>
        <p:spPr>
          <a:xfrm>
            <a:off x="11550765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3"/>
          <p:cNvSpPr/>
          <p:nvPr/>
        </p:nvSpPr>
        <p:spPr>
          <a:xfrm>
            <a:off x="11519405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/>
          <p:cNvSpPr/>
          <p:nvPr/>
        </p:nvSpPr>
        <p:spPr>
          <a:xfrm>
            <a:off x="11503134" y="35144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3"/>
          <p:cNvSpPr/>
          <p:nvPr/>
        </p:nvSpPr>
        <p:spPr>
          <a:xfrm>
            <a:off x="11490811" y="35289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3"/>
          <p:cNvSpPr/>
          <p:nvPr/>
        </p:nvSpPr>
        <p:spPr>
          <a:xfrm>
            <a:off x="11597386" y="34845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3"/>
          <p:cNvSpPr/>
          <p:nvPr/>
        </p:nvSpPr>
        <p:spPr>
          <a:xfrm>
            <a:off x="11899213" y="348268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3"/>
          <p:cNvSpPr/>
          <p:nvPr/>
        </p:nvSpPr>
        <p:spPr>
          <a:xfrm>
            <a:off x="11986932" y="34353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3"/>
          <p:cNvSpPr/>
          <p:nvPr/>
        </p:nvSpPr>
        <p:spPr>
          <a:xfrm>
            <a:off x="12010229" y="34709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3"/>
          <p:cNvSpPr/>
          <p:nvPr/>
        </p:nvSpPr>
        <p:spPr>
          <a:xfrm>
            <a:off x="12060144" y="342547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3"/>
          <p:cNvSpPr/>
          <p:nvPr/>
        </p:nvSpPr>
        <p:spPr>
          <a:xfrm>
            <a:off x="12031487" y="347601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3"/>
          <p:cNvSpPr/>
          <p:nvPr/>
        </p:nvSpPr>
        <p:spPr>
          <a:xfrm>
            <a:off x="12068781" y="343071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3"/>
          <p:cNvSpPr/>
          <p:nvPr/>
        </p:nvSpPr>
        <p:spPr>
          <a:xfrm>
            <a:off x="12017007" y="348300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3"/>
          <p:cNvSpPr/>
          <p:nvPr/>
        </p:nvSpPr>
        <p:spPr>
          <a:xfrm>
            <a:off x="12050477" y="350319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3"/>
          <p:cNvSpPr/>
          <p:nvPr/>
        </p:nvSpPr>
        <p:spPr>
          <a:xfrm>
            <a:off x="11955124" y="35076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23"/>
          <p:cNvSpPr/>
          <p:nvPr/>
        </p:nvSpPr>
        <p:spPr>
          <a:xfrm>
            <a:off x="11937623" y="345895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3"/>
          <p:cNvSpPr/>
          <p:nvPr/>
        </p:nvSpPr>
        <p:spPr>
          <a:xfrm>
            <a:off x="11907813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23"/>
          <p:cNvSpPr/>
          <p:nvPr/>
        </p:nvSpPr>
        <p:spPr>
          <a:xfrm>
            <a:off x="11802582" y="34324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23"/>
          <p:cNvSpPr/>
          <p:nvPr/>
        </p:nvSpPr>
        <p:spPr>
          <a:xfrm>
            <a:off x="11797851" y="347972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23"/>
          <p:cNvSpPr/>
          <p:nvPr/>
        </p:nvSpPr>
        <p:spPr>
          <a:xfrm>
            <a:off x="11821909" y="35046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3"/>
          <p:cNvSpPr/>
          <p:nvPr/>
        </p:nvSpPr>
        <p:spPr>
          <a:xfrm>
            <a:off x="11636196" y="347845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23"/>
          <p:cNvSpPr/>
          <p:nvPr/>
        </p:nvSpPr>
        <p:spPr>
          <a:xfrm>
            <a:off x="11652958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3"/>
          <p:cNvSpPr/>
          <p:nvPr/>
        </p:nvSpPr>
        <p:spPr>
          <a:xfrm>
            <a:off x="11645224" y="352919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23"/>
          <p:cNvSpPr/>
          <p:nvPr/>
        </p:nvSpPr>
        <p:spPr>
          <a:xfrm>
            <a:off x="11576532" y="34440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/>
          <p:cNvSpPr/>
          <p:nvPr/>
        </p:nvSpPr>
        <p:spPr>
          <a:xfrm>
            <a:off x="11462984" y="344195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23"/>
          <p:cNvSpPr/>
          <p:nvPr/>
        </p:nvSpPr>
        <p:spPr>
          <a:xfrm>
            <a:off x="11322271" y="342297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3"/>
          <p:cNvSpPr/>
          <p:nvPr/>
        </p:nvSpPr>
        <p:spPr>
          <a:xfrm>
            <a:off x="11398596" y="344797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3"/>
          <p:cNvSpPr/>
          <p:nvPr/>
        </p:nvSpPr>
        <p:spPr>
          <a:xfrm>
            <a:off x="11355222" y="348384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23"/>
          <p:cNvSpPr/>
          <p:nvPr/>
        </p:nvSpPr>
        <p:spPr>
          <a:xfrm>
            <a:off x="11321857" y="352919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23"/>
          <p:cNvSpPr/>
          <p:nvPr/>
        </p:nvSpPr>
        <p:spPr>
          <a:xfrm>
            <a:off x="11164579" y="348631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3"/>
          <p:cNvSpPr/>
          <p:nvPr/>
        </p:nvSpPr>
        <p:spPr>
          <a:xfrm>
            <a:off x="11031605" y="3435840"/>
            <a:ext cx="146620" cy="5051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23"/>
          <p:cNvSpPr/>
          <p:nvPr/>
        </p:nvSpPr>
        <p:spPr>
          <a:xfrm>
            <a:off x="10911042" y="342150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3"/>
          <p:cNvSpPr/>
          <p:nvPr/>
        </p:nvSpPr>
        <p:spPr>
          <a:xfrm>
            <a:off x="10809052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23"/>
          <p:cNvSpPr/>
          <p:nvPr/>
        </p:nvSpPr>
        <p:spPr>
          <a:xfrm>
            <a:off x="10966356" y="352887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23"/>
          <p:cNvSpPr/>
          <p:nvPr/>
        </p:nvSpPr>
        <p:spPr>
          <a:xfrm>
            <a:off x="11044549" y="35329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23"/>
          <p:cNvSpPr/>
          <p:nvPr/>
        </p:nvSpPr>
        <p:spPr>
          <a:xfrm>
            <a:off x="11092452" y="349580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23"/>
          <p:cNvSpPr/>
          <p:nvPr/>
        </p:nvSpPr>
        <p:spPr>
          <a:xfrm>
            <a:off x="11118231" y="344712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23"/>
          <p:cNvSpPr/>
          <p:nvPr/>
        </p:nvSpPr>
        <p:spPr>
          <a:xfrm>
            <a:off x="11197503" y="34353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3"/>
          <p:cNvSpPr/>
          <p:nvPr/>
        </p:nvSpPr>
        <p:spPr>
          <a:xfrm>
            <a:off x="12083111" y="344901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23"/>
          <p:cNvSpPr/>
          <p:nvPr/>
        </p:nvSpPr>
        <p:spPr>
          <a:xfrm>
            <a:off x="12045380" y="35274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3"/>
          <p:cNvSpPr/>
          <p:nvPr/>
        </p:nvSpPr>
        <p:spPr>
          <a:xfrm>
            <a:off x="12076513" y="344361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23"/>
          <p:cNvSpPr/>
          <p:nvPr/>
        </p:nvSpPr>
        <p:spPr>
          <a:xfrm>
            <a:off x="12029443" y="349779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23"/>
          <p:cNvSpPr/>
          <p:nvPr/>
        </p:nvSpPr>
        <p:spPr>
          <a:xfrm>
            <a:off x="11915130" y="349544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23"/>
          <p:cNvSpPr/>
          <p:nvPr/>
        </p:nvSpPr>
        <p:spPr>
          <a:xfrm>
            <a:off x="11933912" y="343334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23"/>
          <p:cNvSpPr/>
          <p:nvPr/>
        </p:nvSpPr>
        <p:spPr>
          <a:xfrm>
            <a:off x="11767169" y="349305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23"/>
          <p:cNvSpPr/>
          <p:nvPr/>
        </p:nvSpPr>
        <p:spPr>
          <a:xfrm>
            <a:off x="11731102" y="35236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23"/>
          <p:cNvSpPr/>
          <p:nvPr/>
        </p:nvSpPr>
        <p:spPr>
          <a:xfrm>
            <a:off x="11734951" y="354954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23"/>
          <p:cNvSpPr/>
          <p:nvPr/>
        </p:nvSpPr>
        <p:spPr>
          <a:xfrm>
            <a:off x="11850373" y="35338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23"/>
          <p:cNvSpPr/>
          <p:nvPr/>
        </p:nvSpPr>
        <p:spPr>
          <a:xfrm>
            <a:off x="11988652" y="356987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23"/>
          <p:cNvSpPr/>
          <p:nvPr/>
        </p:nvSpPr>
        <p:spPr>
          <a:xfrm>
            <a:off x="11573290" y="35202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23"/>
          <p:cNvSpPr/>
          <p:nvPr/>
        </p:nvSpPr>
        <p:spPr>
          <a:xfrm>
            <a:off x="11712218" y="343219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23"/>
          <p:cNvSpPr/>
          <p:nvPr/>
        </p:nvSpPr>
        <p:spPr>
          <a:xfrm>
            <a:off x="10973280" y="34781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23"/>
          <p:cNvSpPr/>
          <p:nvPr/>
        </p:nvSpPr>
        <p:spPr>
          <a:xfrm>
            <a:off x="10698800" y="35264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23"/>
          <p:cNvSpPr/>
          <p:nvPr/>
        </p:nvSpPr>
        <p:spPr>
          <a:xfrm>
            <a:off x="10873313" y="35462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23"/>
          <p:cNvSpPr/>
          <p:nvPr/>
        </p:nvSpPr>
        <p:spPr>
          <a:xfrm>
            <a:off x="10388116" y="3429224"/>
            <a:ext cx="146620" cy="89981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23"/>
          <p:cNvSpPr/>
          <p:nvPr/>
        </p:nvSpPr>
        <p:spPr>
          <a:xfrm>
            <a:off x="10537398" y="351817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23"/>
          <p:cNvSpPr/>
          <p:nvPr/>
        </p:nvSpPr>
        <p:spPr>
          <a:xfrm>
            <a:off x="10220124" y="34938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23"/>
          <p:cNvSpPr/>
          <p:nvPr/>
        </p:nvSpPr>
        <p:spPr>
          <a:xfrm>
            <a:off x="10088701" y="342490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23"/>
          <p:cNvSpPr/>
          <p:nvPr/>
        </p:nvSpPr>
        <p:spPr>
          <a:xfrm>
            <a:off x="9997649" y="360548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23"/>
          <p:cNvSpPr/>
          <p:nvPr/>
        </p:nvSpPr>
        <p:spPr>
          <a:xfrm>
            <a:off x="10311148" y="35756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23"/>
          <p:cNvSpPr/>
          <p:nvPr/>
        </p:nvSpPr>
        <p:spPr>
          <a:xfrm>
            <a:off x="10456408" y="353653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ttangolo 92"/>
          <p:cNvSpPr/>
          <p:nvPr/>
        </p:nvSpPr>
        <p:spPr>
          <a:xfrm>
            <a:off x="1952625" y="6363330"/>
            <a:ext cx="9739944" cy="49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763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 secundariaA Co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/>
          <p:nvPr/>
        </p:nvSpPr>
        <p:spPr>
          <a:xfrm>
            <a:off x="1" y="1"/>
            <a:ext cx="12192000" cy="363032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 sz="3600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19314" y="1409699"/>
            <a:ext cx="11553372" cy="2117272"/>
          </a:xfrm>
        </p:spPr>
        <p:txBody>
          <a:bodyPr anchor="b" anchorCtr="0"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319314" y="3630320"/>
            <a:ext cx="11553372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69"/>
          <p:cNvSpPr/>
          <p:nvPr/>
        </p:nvSpPr>
        <p:spPr>
          <a:xfrm>
            <a:off x="1" y="3434288"/>
            <a:ext cx="12192000" cy="1960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3"/>
          <p:cNvSpPr/>
          <p:nvPr/>
        </p:nvSpPr>
        <p:spPr>
          <a:xfrm>
            <a:off x="10464800" y="3434286"/>
            <a:ext cx="1727200" cy="926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3"/>
          <p:cNvSpPr/>
          <p:nvPr/>
        </p:nvSpPr>
        <p:spPr>
          <a:xfrm>
            <a:off x="11245850" y="3526972"/>
            <a:ext cx="946150" cy="10334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3"/>
          <p:cNvSpPr/>
          <p:nvPr/>
        </p:nvSpPr>
        <p:spPr>
          <a:xfrm>
            <a:off x="8659586" y="342922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3"/>
          <p:cNvSpPr/>
          <p:nvPr/>
        </p:nvSpPr>
        <p:spPr>
          <a:xfrm>
            <a:off x="8284937" y="353047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23"/>
          <p:cNvSpPr/>
          <p:nvPr/>
        </p:nvSpPr>
        <p:spPr>
          <a:xfrm>
            <a:off x="12045381" y="3534403"/>
            <a:ext cx="146958" cy="9381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/>
          <p:cNvSpPr/>
          <p:nvPr/>
        </p:nvSpPr>
        <p:spPr>
          <a:xfrm>
            <a:off x="12045381" y="342922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3"/>
          <p:cNvSpPr/>
          <p:nvPr/>
        </p:nvSpPr>
        <p:spPr>
          <a:xfrm>
            <a:off x="12045043" y="35226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23"/>
          <p:cNvSpPr/>
          <p:nvPr/>
        </p:nvSpPr>
        <p:spPr>
          <a:xfrm>
            <a:off x="11971733" y="343027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/>
          <p:cNvSpPr/>
          <p:nvPr/>
        </p:nvSpPr>
        <p:spPr>
          <a:xfrm>
            <a:off x="11955462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/>
          <p:cNvSpPr/>
          <p:nvPr/>
        </p:nvSpPr>
        <p:spPr>
          <a:xfrm>
            <a:off x="11881814" y="345280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3"/>
          <p:cNvSpPr/>
          <p:nvPr/>
        </p:nvSpPr>
        <p:spPr>
          <a:xfrm>
            <a:off x="11845839" y="350796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/>
          <p:cNvSpPr/>
          <p:nvPr/>
        </p:nvSpPr>
        <p:spPr>
          <a:xfrm>
            <a:off x="11817364" y="34448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729645" y="34947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/>
          <p:cNvSpPr/>
          <p:nvPr/>
        </p:nvSpPr>
        <p:spPr>
          <a:xfrm>
            <a:off x="11698370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3"/>
          <p:cNvSpPr/>
          <p:nvPr/>
        </p:nvSpPr>
        <p:spPr>
          <a:xfrm>
            <a:off x="11681423" y="34827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/>
          <p:cNvSpPr/>
          <p:nvPr/>
        </p:nvSpPr>
        <p:spPr>
          <a:xfrm>
            <a:off x="11654529" y="344873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/>
          <p:cNvSpPr/>
          <p:nvPr/>
        </p:nvSpPr>
        <p:spPr>
          <a:xfrm>
            <a:off x="11629624" y="349381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/>
          <p:cNvSpPr/>
          <p:nvPr/>
        </p:nvSpPr>
        <p:spPr>
          <a:xfrm>
            <a:off x="11608282" y="351540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/>
          <p:cNvSpPr/>
          <p:nvPr/>
        </p:nvSpPr>
        <p:spPr>
          <a:xfrm>
            <a:off x="11702934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/>
          <p:cNvSpPr/>
          <p:nvPr/>
        </p:nvSpPr>
        <p:spPr>
          <a:xfrm>
            <a:off x="11571359" y="34721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/>
          <p:cNvSpPr/>
          <p:nvPr/>
        </p:nvSpPr>
        <p:spPr>
          <a:xfrm>
            <a:off x="11562888" y="34445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3"/>
          <p:cNvSpPr/>
          <p:nvPr/>
        </p:nvSpPr>
        <p:spPr>
          <a:xfrm>
            <a:off x="11550765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3"/>
          <p:cNvSpPr/>
          <p:nvPr/>
        </p:nvSpPr>
        <p:spPr>
          <a:xfrm>
            <a:off x="11519405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/>
          <p:cNvSpPr/>
          <p:nvPr/>
        </p:nvSpPr>
        <p:spPr>
          <a:xfrm>
            <a:off x="11503134" y="35144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3"/>
          <p:cNvSpPr/>
          <p:nvPr/>
        </p:nvSpPr>
        <p:spPr>
          <a:xfrm>
            <a:off x="11490811" y="35289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3"/>
          <p:cNvSpPr/>
          <p:nvPr/>
        </p:nvSpPr>
        <p:spPr>
          <a:xfrm>
            <a:off x="11597386" y="34845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3"/>
          <p:cNvSpPr/>
          <p:nvPr/>
        </p:nvSpPr>
        <p:spPr>
          <a:xfrm>
            <a:off x="11899213" y="348268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3"/>
          <p:cNvSpPr/>
          <p:nvPr/>
        </p:nvSpPr>
        <p:spPr>
          <a:xfrm>
            <a:off x="11986932" y="34353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3"/>
          <p:cNvSpPr/>
          <p:nvPr/>
        </p:nvSpPr>
        <p:spPr>
          <a:xfrm>
            <a:off x="12010229" y="34709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3"/>
          <p:cNvSpPr/>
          <p:nvPr/>
        </p:nvSpPr>
        <p:spPr>
          <a:xfrm>
            <a:off x="12060144" y="342547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3"/>
          <p:cNvSpPr/>
          <p:nvPr/>
        </p:nvSpPr>
        <p:spPr>
          <a:xfrm>
            <a:off x="12031487" y="347601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3"/>
          <p:cNvSpPr/>
          <p:nvPr/>
        </p:nvSpPr>
        <p:spPr>
          <a:xfrm>
            <a:off x="12068781" y="343071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3"/>
          <p:cNvSpPr/>
          <p:nvPr/>
        </p:nvSpPr>
        <p:spPr>
          <a:xfrm>
            <a:off x="12017007" y="348300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3"/>
          <p:cNvSpPr/>
          <p:nvPr/>
        </p:nvSpPr>
        <p:spPr>
          <a:xfrm>
            <a:off x="12050477" y="350319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3"/>
          <p:cNvSpPr/>
          <p:nvPr/>
        </p:nvSpPr>
        <p:spPr>
          <a:xfrm>
            <a:off x="11955124" y="35076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23"/>
          <p:cNvSpPr/>
          <p:nvPr/>
        </p:nvSpPr>
        <p:spPr>
          <a:xfrm>
            <a:off x="11937623" y="345895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3"/>
          <p:cNvSpPr/>
          <p:nvPr/>
        </p:nvSpPr>
        <p:spPr>
          <a:xfrm>
            <a:off x="11907813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23"/>
          <p:cNvSpPr/>
          <p:nvPr/>
        </p:nvSpPr>
        <p:spPr>
          <a:xfrm>
            <a:off x="11802582" y="34324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23"/>
          <p:cNvSpPr/>
          <p:nvPr/>
        </p:nvSpPr>
        <p:spPr>
          <a:xfrm>
            <a:off x="11797851" y="347972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23"/>
          <p:cNvSpPr/>
          <p:nvPr/>
        </p:nvSpPr>
        <p:spPr>
          <a:xfrm>
            <a:off x="11821909" y="35046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3"/>
          <p:cNvSpPr/>
          <p:nvPr/>
        </p:nvSpPr>
        <p:spPr>
          <a:xfrm>
            <a:off x="11636196" y="347845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23"/>
          <p:cNvSpPr/>
          <p:nvPr/>
        </p:nvSpPr>
        <p:spPr>
          <a:xfrm>
            <a:off x="11652958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3"/>
          <p:cNvSpPr/>
          <p:nvPr/>
        </p:nvSpPr>
        <p:spPr>
          <a:xfrm>
            <a:off x="11645224" y="352919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23"/>
          <p:cNvSpPr/>
          <p:nvPr/>
        </p:nvSpPr>
        <p:spPr>
          <a:xfrm>
            <a:off x="11576532" y="34440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/>
          <p:cNvSpPr/>
          <p:nvPr/>
        </p:nvSpPr>
        <p:spPr>
          <a:xfrm>
            <a:off x="11462984" y="344195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23"/>
          <p:cNvSpPr/>
          <p:nvPr/>
        </p:nvSpPr>
        <p:spPr>
          <a:xfrm>
            <a:off x="11322271" y="342297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3"/>
          <p:cNvSpPr/>
          <p:nvPr/>
        </p:nvSpPr>
        <p:spPr>
          <a:xfrm>
            <a:off x="11398596" y="344797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3"/>
          <p:cNvSpPr/>
          <p:nvPr/>
        </p:nvSpPr>
        <p:spPr>
          <a:xfrm>
            <a:off x="11355222" y="348384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23"/>
          <p:cNvSpPr/>
          <p:nvPr/>
        </p:nvSpPr>
        <p:spPr>
          <a:xfrm>
            <a:off x="11321857" y="352919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23"/>
          <p:cNvSpPr/>
          <p:nvPr/>
        </p:nvSpPr>
        <p:spPr>
          <a:xfrm>
            <a:off x="11164579" y="348631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3"/>
          <p:cNvSpPr/>
          <p:nvPr/>
        </p:nvSpPr>
        <p:spPr>
          <a:xfrm>
            <a:off x="11031605" y="3435840"/>
            <a:ext cx="146620" cy="5051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23"/>
          <p:cNvSpPr/>
          <p:nvPr/>
        </p:nvSpPr>
        <p:spPr>
          <a:xfrm>
            <a:off x="10911042" y="342150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3"/>
          <p:cNvSpPr/>
          <p:nvPr/>
        </p:nvSpPr>
        <p:spPr>
          <a:xfrm>
            <a:off x="10809052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23"/>
          <p:cNvSpPr/>
          <p:nvPr/>
        </p:nvSpPr>
        <p:spPr>
          <a:xfrm>
            <a:off x="10966356" y="352887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23"/>
          <p:cNvSpPr/>
          <p:nvPr/>
        </p:nvSpPr>
        <p:spPr>
          <a:xfrm>
            <a:off x="11044549" y="35329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23"/>
          <p:cNvSpPr/>
          <p:nvPr/>
        </p:nvSpPr>
        <p:spPr>
          <a:xfrm>
            <a:off x="11092452" y="349580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23"/>
          <p:cNvSpPr/>
          <p:nvPr/>
        </p:nvSpPr>
        <p:spPr>
          <a:xfrm>
            <a:off x="11118231" y="344712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23"/>
          <p:cNvSpPr/>
          <p:nvPr/>
        </p:nvSpPr>
        <p:spPr>
          <a:xfrm>
            <a:off x="11197503" y="34353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3"/>
          <p:cNvSpPr/>
          <p:nvPr/>
        </p:nvSpPr>
        <p:spPr>
          <a:xfrm>
            <a:off x="12083111" y="344901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23"/>
          <p:cNvSpPr/>
          <p:nvPr/>
        </p:nvSpPr>
        <p:spPr>
          <a:xfrm>
            <a:off x="12045380" y="35274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3"/>
          <p:cNvSpPr/>
          <p:nvPr/>
        </p:nvSpPr>
        <p:spPr>
          <a:xfrm>
            <a:off x="12076513" y="344361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23"/>
          <p:cNvSpPr/>
          <p:nvPr/>
        </p:nvSpPr>
        <p:spPr>
          <a:xfrm>
            <a:off x="12029443" y="349779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23"/>
          <p:cNvSpPr/>
          <p:nvPr/>
        </p:nvSpPr>
        <p:spPr>
          <a:xfrm>
            <a:off x="11915130" y="349544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23"/>
          <p:cNvSpPr/>
          <p:nvPr/>
        </p:nvSpPr>
        <p:spPr>
          <a:xfrm>
            <a:off x="11933912" y="343334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23"/>
          <p:cNvSpPr/>
          <p:nvPr/>
        </p:nvSpPr>
        <p:spPr>
          <a:xfrm>
            <a:off x="11767169" y="349305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23"/>
          <p:cNvSpPr/>
          <p:nvPr/>
        </p:nvSpPr>
        <p:spPr>
          <a:xfrm>
            <a:off x="11731102" y="35236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23"/>
          <p:cNvSpPr/>
          <p:nvPr/>
        </p:nvSpPr>
        <p:spPr>
          <a:xfrm>
            <a:off x="11734951" y="354954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23"/>
          <p:cNvSpPr/>
          <p:nvPr/>
        </p:nvSpPr>
        <p:spPr>
          <a:xfrm>
            <a:off x="11850373" y="35338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23"/>
          <p:cNvSpPr/>
          <p:nvPr/>
        </p:nvSpPr>
        <p:spPr>
          <a:xfrm>
            <a:off x="11988652" y="356987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23"/>
          <p:cNvSpPr/>
          <p:nvPr/>
        </p:nvSpPr>
        <p:spPr>
          <a:xfrm>
            <a:off x="11573290" y="35202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23"/>
          <p:cNvSpPr/>
          <p:nvPr/>
        </p:nvSpPr>
        <p:spPr>
          <a:xfrm>
            <a:off x="11712218" y="343219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23"/>
          <p:cNvSpPr/>
          <p:nvPr/>
        </p:nvSpPr>
        <p:spPr>
          <a:xfrm>
            <a:off x="10973280" y="34781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23"/>
          <p:cNvSpPr/>
          <p:nvPr/>
        </p:nvSpPr>
        <p:spPr>
          <a:xfrm>
            <a:off x="10698800" y="35264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23"/>
          <p:cNvSpPr/>
          <p:nvPr/>
        </p:nvSpPr>
        <p:spPr>
          <a:xfrm>
            <a:off x="10873313" y="35462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23"/>
          <p:cNvSpPr/>
          <p:nvPr/>
        </p:nvSpPr>
        <p:spPr>
          <a:xfrm>
            <a:off x="10388116" y="3429224"/>
            <a:ext cx="146620" cy="89981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23"/>
          <p:cNvSpPr/>
          <p:nvPr/>
        </p:nvSpPr>
        <p:spPr>
          <a:xfrm>
            <a:off x="10537398" y="351817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23"/>
          <p:cNvSpPr/>
          <p:nvPr/>
        </p:nvSpPr>
        <p:spPr>
          <a:xfrm>
            <a:off x="10220124" y="34938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23"/>
          <p:cNvSpPr/>
          <p:nvPr/>
        </p:nvSpPr>
        <p:spPr>
          <a:xfrm>
            <a:off x="10088701" y="342490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23"/>
          <p:cNvSpPr/>
          <p:nvPr/>
        </p:nvSpPr>
        <p:spPr>
          <a:xfrm>
            <a:off x="9997649" y="360548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23"/>
          <p:cNvSpPr/>
          <p:nvPr/>
        </p:nvSpPr>
        <p:spPr>
          <a:xfrm>
            <a:off x="10311148" y="35756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23"/>
          <p:cNvSpPr/>
          <p:nvPr/>
        </p:nvSpPr>
        <p:spPr>
          <a:xfrm>
            <a:off x="10456408" y="353653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ttangolo 92"/>
          <p:cNvSpPr/>
          <p:nvPr/>
        </p:nvSpPr>
        <p:spPr>
          <a:xfrm>
            <a:off x="1952625" y="6363330"/>
            <a:ext cx="9739944" cy="49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35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 secundariaA Co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/>
          <p:nvPr/>
        </p:nvSpPr>
        <p:spPr>
          <a:xfrm>
            <a:off x="1" y="1"/>
            <a:ext cx="12192000" cy="363032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 sz="3600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19314" y="1409699"/>
            <a:ext cx="11553372" cy="2117272"/>
          </a:xfrm>
        </p:spPr>
        <p:txBody>
          <a:bodyPr anchor="b" anchorCtr="0"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319314" y="3630320"/>
            <a:ext cx="11553372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69"/>
          <p:cNvSpPr/>
          <p:nvPr/>
        </p:nvSpPr>
        <p:spPr>
          <a:xfrm>
            <a:off x="1" y="3434288"/>
            <a:ext cx="12192000" cy="1960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3"/>
          <p:cNvSpPr/>
          <p:nvPr/>
        </p:nvSpPr>
        <p:spPr>
          <a:xfrm>
            <a:off x="10464800" y="3434286"/>
            <a:ext cx="1727200" cy="926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3"/>
          <p:cNvSpPr/>
          <p:nvPr/>
        </p:nvSpPr>
        <p:spPr>
          <a:xfrm>
            <a:off x="11245850" y="3526972"/>
            <a:ext cx="946150" cy="10334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3"/>
          <p:cNvSpPr/>
          <p:nvPr/>
        </p:nvSpPr>
        <p:spPr>
          <a:xfrm>
            <a:off x="8659586" y="342922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3"/>
          <p:cNvSpPr/>
          <p:nvPr/>
        </p:nvSpPr>
        <p:spPr>
          <a:xfrm>
            <a:off x="8284937" y="353047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23"/>
          <p:cNvSpPr/>
          <p:nvPr/>
        </p:nvSpPr>
        <p:spPr>
          <a:xfrm>
            <a:off x="12045381" y="3534403"/>
            <a:ext cx="146958" cy="9381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/>
          <p:cNvSpPr/>
          <p:nvPr/>
        </p:nvSpPr>
        <p:spPr>
          <a:xfrm>
            <a:off x="12045381" y="342922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3"/>
          <p:cNvSpPr/>
          <p:nvPr/>
        </p:nvSpPr>
        <p:spPr>
          <a:xfrm>
            <a:off x="12045043" y="35226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23"/>
          <p:cNvSpPr/>
          <p:nvPr/>
        </p:nvSpPr>
        <p:spPr>
          <a:xfrm>
            <a:off x="11971733" y="343027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/>
          <p:cNvSpPr/>
          <p:nvPr/>
        </p:nvSpPr>
        <p:spPr>
          <a:xfrm>
            <a:off x="11955462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/>
          <p:cNvSpPr/>
          <p:nvPr/>
        </p:nvSpPr>
        <p:spPr>
          <a:xfrm>
            <a:off x="11881814" y="345280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3"/>
          <p:cNvSpPr/>
          <p:nvPr/>
        </p:nvSpPr>
        <p:spPr>
          <a:xfrm>
            <a:off x="11845839" y="350796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/>
          <p:cNvSpPr/>
          <p:nvPr/>
        </p:nvSpPr>
        <p:spPr>
          <a:xfrm>
            <a:off x="11817364" y="34448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729645" y="34947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/>
          <p:cNvSpPr/>
          <p:nvPr/>
        </p:nvSpPr>
        <p:spPr>
          <a:xfrm>
            <a:off x="11698370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3"/>
          <p:cNvSpPr/>
          <p:nvPr/>
        </p:nvSpPr>
        <p:spPr>
          <a:xfrm>
            <a:off x="11681423" y="34827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/>
          <p:cNvSpPr/>
          <p:nvPr/>
        </p:nvSpPr>
        <p:spPr>
          <a:xfrm>
            <a:off x="11654529" y="344873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/>
          <p:cNvSpPr/>
          <p:nvPr/>
        </p:nvSpPr>
        <p:spPr>
          <a:xfrm>
            <a:off x="11629624" y="349381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/>
          <p:cNvSpPr/>
          <p:nvPr/>
        </p:nvSpPr>
        <p:spPr>
          <a:xfrm>
            <a:off x="11608282" y="351540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/>
          <p:cNvSpPr/>
          <p:nvPr/>
        </p:nvSpPr>
        <p:spPr>
          <a:xfrm>
            <a:off x="11702934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/>
          <p:cNvSpPr/>
          <p:nvPr/>
        </p:nvSpPr>
        <p:spPr>
          <a:xfrm>
            <a:off x="11571359" y="34721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/>
          <p:cNvSpPr/>
          <p:nvPr/>
        </p:nvSpPr>
        <p:spPr>
          <a:xfrm>
            <a:off x="11562888" y="34445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3"/>
          <p:cNvSpPr/>
          <p:nvPr/>
        </p:nvSpPr>
        <p:spPr>
          <a:xfrm>
            <a:off x="11550765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3"/>
          <p:cNvSpPr/>
          <p:nvPr/>
        </p:nvSpPr>
        <p:spPr>
          <a:xfrm>
            <a:off x="11519405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/>
          <p:cNvSpPr/>
          <p:nvPr/>
        </p:nvSpPr>
        <p:spPr>
          <a:xfrm>
            <a:off x="11503134" y="35144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3"/>
          <p:cNvSpPr/>
          <p:nvPr/>
        </p:nvSpPr>
        <p:spPr>
          <a:xfrm>
            <a:off x="11490811" y="35289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3"/>
          <p:cNvSpPr/>
          <p:nvPr/>
        </p:nvSpPr>
        <p:spPr>
          <a:xfrm>
            <a:off x="11597386" y="34845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3"/>
          <p:cNvSpPr/>
          <p:nvPr/>
        </p:nvSpPr>
        <p:spPr>
          <a:xfrm>
            <a:off x="11899213" y="348268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3"/>
          <p:cNvSpPr/>
          <p:nvPr/>
        </p:nvSpPr>
        <p:spPr>
          <a:xfrm>
            <a:off x="11986932" y="34353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3"/>
          <p:cNvSpPr/>
          <p:nvPr/>
        </p:nvSpPr>
        <p:spPr>
          <a:xfrm>
            <a:off x="12010229" y="34709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3"/>
          <p:cNvSpPr/>
          <p:nvPr/>
        </p:nvSpPr>
        <p:spPr>
          <a:xfrm>
            <a:off x="12060144" y="342547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3"/>
          <p:cNvSpPr/>
          <p:nvPr/>
        </p:nvSpPr>
        <p:spPr>
          <a:xfrm>
            <a:off x="12031487" y="347601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3"/>
          <p:cNvSpPr/>
          <p:nvPr/>
        </p:nvSpPr>
        <p:spPr>
          <a:xfrm>
            <a:off x="12068781" y="343071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3"/>
          <p:cNvSpPr/>
          <p:nvPr/>
        </p:nvSpPr>
        <p:spPr>
          <a:xfrm>
            <a:off x="12017007" y="348300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3"/>
          <p:cNvSpPr/>
          <p:nvPr/>
        </p:nvSpPr>
        <p:spPr>
          <a:xfrm>
            <a:off x="12050477" y="350319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3"/>
          <p:cNvSpPr/>
          <p:nvPr/>
        </p:nvSpPr>
        <p:spPr>
          <a:xfrm>
            <a:off x="11955124" y="35076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23"/>
          <p:cNvSpPr/>
          <p:nvPr/>
        </p:nvSpPr>
        <p:spPr>
          <a:xfrm>
            <a:off x="11937623" y="345895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3"/>
          <p:cNvSpPr/>
          <p:nvPr/>
        </p:nvSpPr>
        <p:spPr>
          <a:xfrm>
            <a:off x="11907813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23"/>
          <p:cNvSpPr/>
          <p:nvPr/>
        </p:nvSpPr>
        <p:spPr>
          <a:xfrm>
            <a:off x="11802582" y="34324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23"/>
          <p:cNvSpPr/>
          <p:nvPr/>
        </p:nvSpPr>
        <p:spPr>
          <a:xfrm>
            <a:off x="11797851" y="347972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23"/>
          <p:cNvSpPr/>
          <p:nvPr/>
        </p:nvSpPr>
        <p:spPr>
          <a:xfrm>
            <a:off x="11821909" y="35046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3"/>
          <p:cNvSpPr/>
          <p:nvPr/>
        </p:nvSpPr>
        <p:spPr>
          <a:xfrm>
            <a:off x="11636196" y="347845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23"/>
          <p:cNvSpPr/>
          <p:nvPr/>
        </p:nvSpPr>
        <p:spPr>
          <a:xfrm>
            <a:off x="11652958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3"/>
          <p:cNvSpPr/>
          <p:nvPr/>
        </p:nvSpPr>
        <p:spPr>
          <a:xfrm>
            <a:off x="11645224" y="352919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23"/>
          <p:cNvSpPr/>
          <p:nvPr/>
        </p:nvSpPr>
        <p:spPr>
          <a:xfrm>
            <a:off x="11576532" y="34440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/>
          <p:cNvSpPr/>
          <p:nvPr/>
        </p:nvSpPr>
        <p:spPr>
          <a:xfrm>
            <a:off x="11462984" y="344195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23"/>
          <p:cNvSpPr/>
          <p:nvPr/>
        </p:nvSpPr>
        <p:spPr>
          <a:xfrm>
            <a:off x="11322271" y="342297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3"/>
          <p:cNvSpPr/>
          <p:nvPr/>
        </p:nvSpPr>
        <p:spPr>
          <a:xfrm>
            <a:off x="11398596" y="344797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3"/>
          <p:cNvSpPr/>
          <p:nvPr/>
        </p:nvSpPr>
        <p:spPr>
          <a:xfrm>
            <a:off x="11355222" y="348384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23"/>
          <p:cNvSpPr/>
          <p:nvPr/>
        </p:nvSpPr>
        <p:spPr>
          <a:xfrm>
            <a:off x="11321857" y="352919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23"/>
          <p:cNvSpPr/>
          <p:nvPr/>
        </p:nvSpPr>
        <p:spPr>
          <a:xfrm>
            <a:off x="11164579" y="348631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3"/>
          <p:cNvSpPr/>
          <p:nvPr/>
        </p:nvSpPr>
        <p:spPr>
          <a:xfrm>
            <a:off x="11031605" y="3435840"/>
            <a:ext cx="146620" cy="5051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23"/>
          <p:cNvSpPr/>
          <p:nvPr/>
        </p:nvSpPr>
        <p:spPr>
          <a:xfrm>
            <a:off x="10911042" y="342150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3"/>
          <p:cNvSpPr/>
          <p:nvPr/>
        </p:nvSpPr>
        <p:spPr>
          <a:xfrm>
            <a:off x="10809052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23"/>
          <p:cNvSpPr/>
          <p:nvPr/>
        </p:nvSpPr>
        <p:spPr>
          <a:xfrm>
            <a:off x="10966356" y="352887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23"/>
          <p:cNvSpPr/>
          <p:nvPr/>
        </p:nvSpPr>
        <p:spPr>
          <a:xfrm>
            <a:off x="11044549" y="35329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23"/>
          <p:cNvSpPr/>
          <p:nvPr/>
        </p:nvSpPr>
        <p:spPr>
          <a:xfrm>
            <a:off x="11092452" y="349580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23"/>
          <p:cNvSpPr/>
          <p:nvPr/>
        </p:nvSpPr>
        <p:spPr>
          <a:xfrm>
            <a:off x="11118231" y="344712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23"/>
          <p:cNvSpPr/>
          <p:nvPr/>
        </p:nvSpPr>
        <p:spPr>
          <a:xfrm>
            <a:off x="11197503" y="34353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3"/>
          <p:cNvSpPr/>
          <p:nvPr/>
        </p:nvSpPr>
        <p:spPr>
          <a:xfrm>
            <a:off x="12083111" y="344901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23"/>
          <p:cNvSpPr/>
          <p:nvPr/>
        </p:nvSpPr>
        <p:spPr>
          <a:xfrm>
            <a:off x="12045380" y="35274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3"/>
          <p:cNvSpPr/>
          <p:nvPr/>
        </p:nvSpPr>
        <p:spPr>
          <a:xfrm>
            <a:off x="12076513" y="344361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23"/>
          <p:cNvSpPr/>
          <p:nvPr/>
        </p:nvSpPr>
        <p:spPr>
          <a:xfrm>
            <a:off x="12029443" y="349779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23"/>
          <p:cNvSpPr/>
          <p:nvPr/>
        </p:nvSpPr>
        <p:spPr>
          <a:xfrm>
            <a:off x="11915130" y="349544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23"/>
          <p:cNvSpPr/>
          <p:nvPr/>
        </p:nvSpPr>
        <p:spPr>
          <a:xfrm>
            <a:off x="11933912" y="343334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23"/>
          <p:cNvSpPr/>
          <p:nvPr/>
        </p:nvSpPr>
        <p:spPr>
          <a:xfrm>
            <a:off x="11767169" y="349305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23"/>
          <p:cNvSpPr/>
          <p:nvPr/>
        </p:nvSpPr>
        <p:spPr>
          <a:xfrm>
            <a:off x="11731102" y="35236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23"/>
          <p:cNvSpPr/>
          <p:nvPr/>
        </p:nvSpPr>
        <p:spPr>
          <a:xfrm>
            <a:off x="11734951" y="354954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23"/>
          <p:cNvSpPr/>
          <p:nvPr/>
        </p:nvSpPr>
        <p:spPr>
          <a:xfrm>
            <a:off x="11850373" y="35338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23"/>
          <p:cNvSpPr/>
          <p:nvPr/>
        </p:nvSpPr>
        <p:spPr>
          <a:xfrm>
            <a:off x="11988652" y="356987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23"/>
          <p:cNvSpPr/>
          <p:nvPr/>
        </p:nvSpPr>
        <p:spPr>
          <a:xfrm>
            <a:off x="11573290" y="35202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23"/>
          <p:cNvSpPr/>
          <p:nvPr/>
        </p:nvSpPr>
        <p:spPr>
          <a:xfrm>
            <a:off x="11712218" y="343219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23"/>
          <p:cNvSpPr/>
          <p:nvPr/>
        </p:nvSpPr>
        <p:spPr>
          <a:xfrm>
            <a:off x="10973280" y="34781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23"/>
          <p:cNvSpPr/>
          <p:nvPr/>
        </p:nvSpPr>
        <p:spPr>
          <a:xfrm>
            <a:off x="10698800" y="35264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23"/>
          <p:cNvSpPr/>
          <p:nvPr/>
        </p:nvSpPr>
        <p:spPr>
          <a:xfrm>
            <a:off x="10873313" y="35462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23"/>
          <p:cNvSpPr/>
          <p:nvPr/>
        </p:nvSpPr>
        <p:spPr>
          <a:xfrm>
            <a:off x="10388116" y="3429224"/>
            <a:ext cx="146620" cy="89981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23"/>
          <p:cNvSpPr/>
          <p:nvPr/>
        </p:nvSpPr>
        <p:spPr>
          <a:xfrm>
            <a:off x="10537398" y="351817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23"/>
          <p:cNvSpPr/>
          <p:nvPr/>
        </p:nvSpPr>
        <p:spPr>
          <a:xfrm>
            <a:off x="10220124" y="34938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23"/>
          <p:cNvSpPr/>
          <p:nvPr/>
        </p:nvSpPr>
        <p:spPr>
          <a:xfrm>
            <a:off x="10088701" y="342490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23"/>
          <p:cNvSpPr/>
          <p:nvPr/>
        </p:nvSpPr>
        <p:spPr>
          <a:xfrm>
            <a:off x="9997649" y="360548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23"/>
          <p:cNvSpPr/>
          <p:nvPr/>
        </p:nvSpPr>
        <p:spPr>
          <a:xfrm>
            <a:off x="10311148" y="35756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23"/>
          <p:cNvSpPr/>
          <p:nvPr/>
        </p:nvSpPr>
        <p:spPr>
          <a:xfrm>
            <a:off x="10456408" y="353653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ttangolo 92"/>
          <p:cNvSpPr/>
          <p:nvPr/>
        </p:nvSpPr>
        <p:spPr>
          <a:xfrm>
            <a:off x="2000250" y="6363330"/>
            <a:ext cx="9692319" cy="49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376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 secundariaA Col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/>
          <p:nvPr/>
        </p:nvSpPr>
        <p:spPr>
          <a:xfrm>
            <a:off x="1" y="1"/>
            <a:ext cx="12192000" cy="363032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 sz="3600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19314" y="1409699"/>
            <a:ext cx="11553372" cy="2117272"/>
          </a:xfrm>
        </p:spPr>
        <p:txBody>
          <a:bodyPr anchor="b" anchorCtr="0"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319314" y="3630320"/>
            <a:ext cx="11553372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69"/>
          <p:cNvSpPr/>
          <p:nvPr/>
        </p:nvSpPr>
        <p:spPr>
          <a:xfrm>
            <a:off x="1" y="3434288"/>
            <a:ext cx="12192000" cy="1960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3"/>
          <p:cNvSpPr/>
          <p:nvPr/>
        </p:nvSpPr>
        <p:spPr>
          <a:xfrm>
            <a:off x="10464800" y="3434286"/>
            <a:ext cx="1727200" cy="926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3"/>
          <p:cNvSpPr/>
          <p:nvPr/>
        </p:nvSpPr>
        <p:spPr>
          <a:xfrm>
            <a:off x="11245850" y="3526972"/>
            <a:ext cx="946150" cy="10334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3"/>
          <p:cNvSpPr/>
          <p:nvPr/>
        </p:nvSpPr>
        <p:spPr>
          <a:xfrm>
            <a:off x="8659586" y="342922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3"/>
          <p:cNvSpPr/>
          <p:nvPr/>
        </p:nvSpPr>
        <p:spPr>
          <a:xfrm>
            <a:off x="8284937" y="3530476"/>
            <a:ext cx="3213100" cy="9774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23"/>
          <p:cNvSpPr/>
          <p:nvPr/>
        </p:nvSpPr>
        <p:spPr>
          <a:xfrm>
            <a:off x="12045381" y="3534403"/>
            <a:ext cx="146958" cy="93818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/>
          <p:cNvSpPr/>
          <p:nvPr/>
        </p:nvSpPr>
        <p:spPr>
          <a:xfrm>
            <a:off x="12045381" y="342922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3"/>
          <p:cNvSpPr/>
          <p:nvPr/>
        </p:nvSpPr>
        <p:spPr>
          <a:xfrm>
            <a:off x="12045043" y="35226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23"/>
          <p:cNvSpPr/>
          <p:nvPr/>
        </p:nvSpPr>
        <p:spPr>
          <a:xfrm>
            <a:off x="11971733" y="343027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/>
          <p:cNvSpPr/>
          <p:nvPr/>
        </p:nvSpPr>
        <p:spPr>
          <a:xfrm>
            <a:off x="11955462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/>
          <p:cNvSpPr/>
          <p:nvPr/>
        </p:nvSpPr>
        <p:spPr>
          <a:xfrm>
            <a:off x="11881814" y="345280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3"/>
          <p:cNvSpPr/>
          <p:nvPr/>
        </p:nvSpPr>
        <p:spPr>
          <a:xfrm>
            <a:off x="11845839" y="350796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/>
          <p:cNvSpPr/>
          <p:nvPr/>
        </p:nvSpPr>
        <p:spPr>
          <a:xfrm>
            <a:off x="11817364" y="34448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729645" y="34947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/>
          <p:cNvSpPr/>
          <p:nvPr/>
        </p:nvSpPr>
        <p:spPr>
          <a:xfrm>
            <a:off x="11698370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3"/>
          <p:cNvSpPr/>
          <p:nvPr/>
        </p:nvSpPr>
        <p:spPr>
          <a:xfrm>
            <a:off x="11681423" y="34827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/>
          <p:cNvSpPr/>
          <p:nvPr/>
        </p:nvSpPr>
        <p:spPr>
          <a:xfrm>
            <a:off x="11654529" y="344873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/>
          <p:cNvSpPr/>
          <p:nvPr/>
        </p:nvSpPr>
        <p:spPr>
          <a:xfrm>
            <a:off x="11629624" y="349381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/>
          <p:cNvSpPr/>
          <p:nvPr/>
        </p:nvSpPr>
        <p:spPr>
          <a:xfrm>
            <a:off x="11608282" y="351540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/>
          <p:cNvSpPr/>
          <p:nvPr/>
        </p:nvSpPr>
        <p:spPr>
          <a:xfrm>
            <a:off x="11702934" y="351463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/>
          <p:cNvSpPr/>
          <p:nvPr/>
        </p:nvSpPr>
        <p:spPr>
          <a:xfrm>
            <a:off x="11571359" y="347212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/>
          <p:cNvSpPr/>
          <p:nvPr/>
        </p:nvSpPr>
        <p:spPr>
          <a:xfrm>
            <a:off x="11562888" y="344452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3"/>
          <p:cNvSpPr/>
          <p:nvPr/>
        </p:nvSpPr>
        <p:spPr>
          <a:xfrm>
            <a:off x="11550765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3"/>
          <p:cNvSpPr/>
          <p:nvPr/>
        </p:nvSpPr>
        <p:spPr>
          <a:xfrm>
            <a:off x="11519405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/>
          <p:cNvSpPr/>
          <p:nvPr/>
        </p:nvSpPr>
        <p:spPr>
          <a:xfrm>
            <a:off x="11503134" y="35144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3"/>
          <p:cNvSpPr/>
          <p:nvPr/>
        </p:nvSpPr>
        <p:spPr>
          <a:xfrm>
            <a:off x="11490811" y="352894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3"/>
          <p:cNvSpPr/>
          <p:nvPr/>
        </p:nvSpPr>
        <p:spPr>
          <a:xfrm>
            <a:off x="11597386" y="34845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3"/>
          <p:cNvSpPr/>
          <p:nvPr/>
        </p:nvSpPr>
        <p:spPr>
          <a:xfrm>
            <a:off x="11899213" y="348268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3"/>
          <p:cNvSpPr/>
          <p:nvPr/>
        </p:nvSpPr>
        <p:spPr>
          <a:xfrm>
            <a:off x="11986932" y="34353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3"/>
          <p:cNvSpPr/>
          <p:nvPr/>
        </p:nvSpPr>
        <p:spPr>
          <a:xfrm>
            <a:off x="12010229" y="34709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3"/>
          <p:cNvSpPr/>
          <p:nvPr/>
        </p:nvSpPr>
        <p:spPr>
          <a:xfrm>
            <a:off x="12060144" y="342547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3"/>
          <p:cNvSpPr/>
          <p:nvPr/>
        </p:nvSpPr>
        <p:spPr>
          <a:xfrm>
            <a:off x="12031487" y="347601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3"/>
          <p:cNvSpPr/>
          <p:nvPr/>
        </p:nvSpPr>
        <p:spPr>
          <a:xfrm>
            <a:off x="12068781" y="343071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3"/>
          <p:cNvSpPr/>
          <p:nvPr/>
        </p:nvSpPr>
        <p:spPr>
          <a:xfrm>
            <a:off x="12017007" y="348300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3"/>
          <p:cNvSpPr/>
          <p:nvPr/>
        </p:nvSpPr>
        <p:spPr>
          <a:xfrm>
            <a:off x="12050477" y="350319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3"/>
          <p:cNvSpPr/>
          <p:nvPr/>
        </p:nvSpPr>
        <p:spPr>
          <a:xfrm>
            <a:off x="11955124" y="35076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23"/>
          <p:cNvSpPr/>
          <p:nvPr/>
        </p:nvSpPr>
        <p:spPr>
          <a:xfrm>
            <a:off x="11937623" y="345895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3"/>
          <p:cNvSpPr/>
          <p:nvPr/>
        </p:nvSpPr>
        <p:spPr>
          <a:xfrm>
            <a:off x="11907813" y="34276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23"/>
          <p:cNvSpPr/>
          <p:nvPr/>
        </p:nvSpPr>
        <p:spPr>
          <a:xfrm>
            <a:off x="11802582" y="34324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23"/>
          <p:cNvSpPr/>
          <p:nvPr/>
        </p:nvSpPr>
        <p:spPr>
          <a:xfrm>
            <a:off x="11797851" y="347972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23"/>
          <p:cNvSpPr/>
          <p:nvPr/>
        </p:nvSpPr>
        <p:spPr>
          <a:xfrm>
            <a:off x="11821909" y="350466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3"/>
          <p:cNvSpPr/>
          <p:nvPr/>
        </p:nvSpPr>
        <p:spPr>
          <a:xfrm>
            <a:off x="11636196" y="347845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23"/>
          <p:cNvSpPr/>
          <p:nvPr/>
        </p:nvSpPr>
        <p:spPr>
          <a:xfrm>
            <a:off x="11652958" y="34901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3"/>
          <p:cNvSpPr/>
          <p:nvPr/>
        </p:nvSpPr>
        <p:spPr>
          <a:xfrm>
            <a:off x="11645224" y="352919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23"/>
          <p:cNvSpPr/>
          <p:nvPr/>
        </p:nvSpPr>
        <p:spPr>
          <a:xfrm>
            <a:off x="11576532" y="34440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/>
          <p:cNvSpPr/>
          <p:nvPr/>
        </p:nvSpPr>
        <p:spPr>
          <a:xfrm>
            <a:off x="11462984" y="344195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23"/>
          <p:cNvSpPr/>
          <p:nvPr/>
        </p:nvSpPr>
        <p:spPr>
          <a:xfrm>
            <a:off x="11322271" y="342297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3"/>
          <p:cNvSpPr/>
          <p:nvPr/>
        </p:nvSpPr>
        <p:spPr>
          <a:xfrm>
            <a:off x="11398596" y="344797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3"/>
          <p:cNvSpPr/>
          <p:nvPr/>
        </p:nvSpPr>
        <p:spPr>
          <a:xfrm>
            <a:off x="11355222" y="348384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23"/>
          <p:cNvSpPr/>
          <p:nvPr/>
        </p:nvSpPr>
        <p:spPr>
          <a:xfrm>
            <a:off x="11321857" y="352919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23"/>
          <p:cNvSpPr/>
          <p:nvPr/>
        </p:nvSpPr>
        <p:spPr>
          <a:xfrm>
            <a:off x="11164579" y="348631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3"/>
          <p:cNvSpPr/>
          <p:nvPr/>
        </p:nvSpPr>
        <p:spPr>
          <a:xfrm>
            <a:off x="11031605" y="3435840"/>
            <a:ext cx="146620" cy="5051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23"/>
          <p:cNvSpPr/>
          <p:nvPr/>
        </p:nvSpPr>
        <p:spPr>
          <a:xfrm>
            <a:off x="10911042" y="342150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3"/>
          <p:cNvSpPr/>
          <p:nvPr/>
        </p:nvSpPr>
        <p:spPr>
          <a:xfrm>
            <a:off x="10809052" y="34689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23"/>
          <p:cNvSpPr/>
          <p:nvPr/>
        </p:nvSpPr>
        <p:spPr>
          <a:xfrm>
            <a:off x="10966356" y="352887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23"/>
          <p:cNvSpPr/>
          <p:nvPr/>
        </p:nvSpPr>
        <p:spPr>
          <a:xfrm>
            <a:off x="11044549" y="353296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23"/>
          <p:cNvSpPr/>
          <p:nvPr/>
        </p:nvSpPr>
        <p:spPr>
          <a:xfrm>
            <a:off x="11092452" y="349580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23"/>
          <p:cNvSpPr/>
          <p:nvPr/>
        </p:nvSpPr>
        <p:spPr>
          <a:xfrm>
            <a:off x="11118231" y="344712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23"/>
          <p:cNvSpPr/>
          <p:nvPr/>
        </p:nvSpPr>
        <p:spPr>
          <a:xfrm>
            <a:off x="11197503" y="343534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3"/>
          <p:cNvSpPr/>
          <p:nvPr/>
        </p:nvSpPr>
        <p:spPr>
          <a:xfrm>
            <a:off x="12083111" y="344901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23"/>
          <p:cNvSpPr/>
          <p:nvPr/>
        </p:nvSpPr>
        <p:spPr>
          <a:xfrm>
            <a:off x="12045380" y="352748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3"/>
          <p:cNvSpPr/>
          <p:nvPr/>
        </p:nvSpPr>
        <p:spPr>
          <a:xfrm>
            <a:off x="12076513" y="3443617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23"/>
          <p:cNvSpPr/>
          <p:nvPr/>
        </p:nvSpPr>
        <p:spPr>
          <a:xfrm>
            <a:off x="12029443" y="349779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23"/>
          <p:cNvSpPr/>
          <p:nvPr/>
        </p:nvSpPr>
        <p:spPr>
          <a:xfrm>
            <a:off x="11915130" y="3495443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23"/>
          <p:cNvSpPr/>
          <p:nvPr/>
        </p:nvSpPr>
        <p:spPr>
          <a:xfrm>
            <a:off x="11933912" y="343334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23"/>
          <p:cNvSpPr/>
          <p:nvPr/>
        </p:nvSpPr>
        <p:spPr>
          <a:xfrm>
            <a:off x="11767169" y="349305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23"/>
          <p:cNvSpPr/>
          <p:nvPr/>
        </p:nvSpPr>
        <p:spPr>
          <a:xfrm>
            <a:off x="11731102" y="35236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23"/>
          <p:cNvSpPr/>
          <p:nvPr/>
        </p:nvSpPr>
        <p:spPr>
          <a:xfrm>
            <a:off x="11734951" y="354954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23"/>
          <p:cNvSpPr/>
          <p:nvPr/>
        </p:nvSpPr>
        <p:spPr>
          <a:xfrm>
            <a:off x="11850373" y="3533895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23"/>
          <p:cNvSpPr/>
          <p:nvPr/>
        </p:nvSpPr>
        <p:spPr>
          <a:xfrm>
            <a:off x="11988652" y="356987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23"/>
          <p:cNvSpPr/>
          <p:nvPr/>
        </p:nvSpPr>
        <p:spPr>
          <a:xfrm>
            <a:off x="11573290" y="35202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23"/>
          <p:cNvSpPr/>
          <p:nvPr/>
        </p:nvSpPr>
        <p:spPr>
          <a:xfrm>
            <a:off x="11712218" y="3432196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23"/>
          <p:cNvSpPr/>
          <p:nvPr/>
        </p:nvSpPr>
        <p:spPr>
          <a:xfrm>
            <a:off x="10973280" y="347818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23"/>
          <p:cNvSpPr/>
          <p:nvPr/>
        </p:nvSpPr>
        <p:spPr>
          <a:xfrm>
            <a:off x="10698800" y="35264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23"/>
          <p:cNvSpPr/>
          <p:nvPr/>
        </p:nvSpPr>
        <p:spPr>
          <a:xfrm>
            <a:off x="10873313" y="3546251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23"/>
          <p:cNvSpPr/>
          <p:nvPr/>
        </p:nvSpPr>
        <p:spPr>
          <a:xfrm>
            <a:off x="10388116" y="3429224"/>
            <a:ext cx="146620" cy="89981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23"/>
          <p:cNvSpPr/>
          <p:nvPr/>
        </p:nvSpPr>
        <p:spPr>
          <a:xfrm>
            <a:off x="10537398" y="3518178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23"/>
          <p:cNvSpPr/>
          <p:nvPr/>
        </p:nvSpPr>
        <p:spPr>
          <a:xfrm>
            <a:off x="10220124" y="3493812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23"/>
          <p:cNvSpPr/>
          <p:nvPr/>
        </p:nvSpPr>
        <p:spPr>
          <a:xfrm>
            <a:off x="10088701" y="342490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23"/>
          <p:cNvSpPr/>
          <p:nvPr/>
        </p:nvSpPr>
        <p:spPr>
          <a:xfrm>
            <a:off x="9997649" y="3605489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23"/>
          <p:cNvSpPr/>
          <p:nvPr/>
        </p:nvSpPr>
        <p:spPr>
          <a:xfrm>
            <a:off x="10311148" y="3575650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23"/>
          <p:cNvSpPr/>
          <p:nvPr/>
        </p:nvSpPr>
        <p:spPr>
          <a:xfrm>
            <a:off x="10456408" y="3536534"/>
            <a:ext cx="146620" cy="10769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ttangolo 92"/>
          <p:cNvSpPr/>
          <p:nvPr/>
        </p:nvSpPr>
        <p:spPr>
          <a:xfrm>
            <a:off x="1914525" y="6363330"/>
            <a:ext cx="9778044" cy="49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773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 secundaria_Co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/>
          <p:nvPr/>
        </p:nvGrpSpPr>
        <p:grpSpPr>
          <a:xfrm>
            <a:off x="0" y="1"/>
            <a:ext cx="12192000" cy="6857999"/>
            <a:chOff x="0" y="1"/>
            <a:chExt cx="9144000" cy="5143499"/>
          </a:xfrm>
        </p:grpSpPr>
        <p:sp>
          <p:nvSpPr>
            <p:cNvPr id="30" name="Rectangle 24"/>
            <p:cNvSpPr/>
            <p:nvPr/>
          </p:nvSpPr>
          <p:spPr>
            <a:xfrm>
              <a:off x="0" y="1"/>
              <a:ext cx="9144000" cy="51434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  <p:sp>
          <p:nvSpPr>
            <p:cNvPr id="31" name="Rectangle 26"/>
            <p:cNvSpPr/>
            <p:nvPr/>
          </p:nvSpPr>
          <p:spPr>
            <a:xfrm>
              <a:off x="2209802" y="1878808"/>
              <a:ext cx="4724398" cy="1385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</p:grpSp>
      <p:sp>
        <p:nvSpPr>
          <p:cNvPr id="9" name="TextBox 11"/>
          <p:cNvSpPr txBox="1"/>
          <p:nvPr/>
        </p:nvSpPr>
        <p:spPr>
          <a:xfrm>
            <a:off x="11811840" y="642302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6" name="Rectangle 64"/>
          <p:cNvSpPr/>
          <p:nvPr/>
        </p:nvSpPr>
        <p:spPr>
          <a:xfrm flipH="1">
            <a:off x="4774031" y="3227095"/>
            <a:ext cx="7417969" cy="263519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9"/>
          <p:cNvSpPr/>
          <p:nvPr/>
        </p:nvSpPr>
        <p:spPr>
          <a:xfrm>
            <a:off x="1623934" y="3227095"/>
            <a:ext cx="3150097" cy="263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uppo 2"/>
          <p:cNvGrpSpPr/>
          <p:nvPr/>
        </p:nvGrpSpPr>
        <p:grpSpPr>
          <a:xfrm>
            <a:off x="4774031" y="3227146"/>
            <a:ext cx="86824" cy="2635199"/>
            <a:chOff x="4774031" y="3227146"/>
            <a:chExt cx="86824" cy="2635199"/>
          </a:xfrm>
          <a:solidFill>
            <a:schemeClr val="accent1"/>
          </a:solidFill>
        </p:grpSpPr>
        <p:sp>
          <p:nvSpPr>
            <p:cNvPr id="15" name="Isosceles Triangle 70"/>
            <p:cNvSpPr/>
            <p:nvPr/>
          </p:nvSpPr>
          <p:spPr>
            <a:xfrm rot="5400000">
              <a:off x="4716726" y="3284451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71"/>
            <p:cNvSpPr/>
            <p:nvPr/>
          </p:nvSpPr>
          <p:spPr>
            <a:xfrm rot="5400000">
              <a:off x="4716726" y="3504284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72"/>
            <p:cNvSpPr/>
            <p:nvPr/>
          </p:nvSpPr>
          <p:spPr>
            <a:xfrm rot="5400000">
              <a:off x="4716726" y="3705720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73"/>
            <p:cNvSpPr/>
            <p:nvPr/>
          </p:nvSpPr>
          <p:spPr>
            <a:xfrm rot="5400000">
              <a:off x="4716726" y="3907156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74"/>
            <p:cNvSpPr/>
            <p:nvPr/>
          </p:nvSpPr>
          <p:spPr>
            <a:xfrm rot="5400000">
              <a:off x="4716726" y="4108591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75"/>
            <p:cNvSpPr/>
            <p:nvPr/>
          </p:nvSpPr>
          <p:spPr>
            <a:xfrm rot="5400000">
              <a:off x="4716726" y="4302927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76"/>
            <p:cNvSpPr/>
            <p:nvPr/>
          </p:nvSpPr>
          <p:spPr>
            <a:xfrm rot="5400000">
              <a:off x="4716726" y="4504363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77"/>
            <p:cNvSpPr/>
            <p:nvPr/>
          </p:nvSpPr>
          <p:spPr>
            <a:xfrm rot="5400000">
              <a:off x="4716726" y="4705799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78"/>
            <p:cNvSpPr/>
            <p:nvPr/>
          </p:nvSpPr>
          <p:spPr>
            <a:xfrm rot="5400000">
              <a:off x="4716726" y="4907234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79"/>
            <p:cNvSpPr/>
            <p:nvPr/>
          </p:nvSpPr>
          <p:spPr>
            <a:xfrm rot="5400000">
              <a:off x="4716726" y="5116714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80"/>
            <p:cNvSpPr/>
            <p:nvPr/>
          </p:nvSpPr>
          <p:spPr>
            <a:xfrm rot="5400000">
              <a:off x="4716726" y="5318150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81"/>
            <p:cNvSpPr/>
            <p:nvPr/>
          </p:nvSpPr>
          <p:spPr>
            <a:xfrm rot="5400000">
              <a:off x="4716726" y="5516780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82"/>
            <p:cNvSpPr/>
            <p:nvPr/>
          </p:nvSpPr>
          <p:spPr>
            <a:xfrm rot="5400000">
              <a:off x="4716726" y="5718216"/>
              <a:ext cx="201434" cy="868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3"/>
          <p:cNvSpPr/>
          <p:nvPr/>
        </p:nvSpPr>
        <p:spPr>
          <a:xfrm>
            <a:off x="3242395" y="3227146"/>
            <a:ext cx="1618461" cy="2635199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860854" y="3227044"/>
            <a:ext cx="7141065" cy="203375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4860854" y="5279192"/>
            <a:ext cx="7141065" cy="57897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40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 secundaria_Co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/>
          <p:nvPr/>
        </p:nvGrpSpPr>
        <p:grpSpPr>
          <a:xfrm>
            <a:off x="0" y="1"/>
            <a:ext cx="12192000" cy="6857999"/>
            <a:chOff x="0" y="1"/>
            <a:chExt cx="9144000" cy="5143499"/>
          </a:xfrm>
        </p:grpSpPr>
        <p:sp>
          <p:nvSpPr>
            <p:cNvPr id="30" name="Rectangle 24"/>
            <p:cNvSpPr/>
            <p:nvPr/>
          </p:nvSpPr>
          <p:spPr>
            <a:xfrm>
              <a:off x="0" y="1"/>
              <a:ext cx="9144000" cy="51434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  <p:sp>
          <p:nvSpPr>
            <p:cNvPr id="31" name="Rectangle 26"/>
            <p:cNvSpPr/>
            <p:nvPr/>
          </p:nvSpPr>
          <p:spPr>
            <a:xfrm>
              <a:off x="2209802" y="1878808"/>
              <a:ext cx="4724398" cy="1385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</p:grpSp>
      <p:sp>
        <p:nvSpPr>
          <p:cNvPr id="9" name="TextBox 11"/>
          <p:cNvSpPr txBox="1"/>
          <p:nvPr/>
        </p:nvSpPr>
        <p:spPr>
          <a:xfrm>
            <a:off x="11811840" y="642302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6" name="Rectangle 64"/>
          <p:cNvSpPr/>
          <p:nvPr/>
        </p:nvSpPr>
        <p:spPr>
          <a:xfrm flipH="1">
            <a:off x="4774031" y="3227095"/>
            <a:ext cx="7417969" cy="263519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uppo 1"/>
          <p:cNvGrpSpPr/>
          <p:nvPr/>
        </p:nvGrpSpPr>
        <p:grpSpPr>
          <a:xfrm>
            <a:off x="1623934" y="3227095"/>
            <a:ext cx="3236921" cy="2635250"/>
            <a:chOff x="1623934" y="3227095"/>
            <a:chExt cx="3236921" cy="2635250"/>
          </a:xfrm>
          <a:solidFill>
            <a:schemeClr val="accent2"/>
          </a:solidFill>
        </p:grpSpPr>
        <p:sp>
          <p:nvSpPr>
            <p:cNvPr id="14" name="Rectangle 69"/>
            <p:cNvSpPr/>
            <p:nvPr/>
          </p:nvSpPr>
          <p:spPr>
            <a:xfrm>
              <a:off x="1623934" y="3227095"/>
              <a:ext cx="3150097" cy="2635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uppo 2"/>
            <p:cNvGrpSpPr/>
            <p:nvPr/>
          </p:nvGrpSpPr>
          <p:grpSpPr>
            <a:xfrm>
              <a:off x="4774031" y="3227146"/>
              <a:ext cx="86824" cy="2635199"/>
              <a:chOff x="4774031" y="3227146"/>
              <a:chExt cx="86824" cy="2635199"/>
            </a:xfrm>
            <a:grpFill/>
          </p:grpSpPr>
          <p:sp>
            <p:nvSpPr>
              <p:cNvPr id="15" name="Isosceles Triangle 70"/>
              <p:cNvSpPr/>
              <p:nvPr/>
            </p:nvSpPr>
            <p:spPr>
              <a:xfrm rot="5400000">
                <a:off x="4716726" y="328445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71"/>
              <p:cNvSpPr/>
              <p:nvPr/>
            </p:nvSpPr>
            <p:spPr>
              <a:xfrm rot="5400000">
                <a:off x="4716726" y="350428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72"/>
              <p:cNvSpPr/>
              <p:nvPr/>
            </p:nvSpPr>
            <p:spPr>
              <a:xfrm rot="5400000">
                <a:off x="4716726" y="370572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73"/>
              <p:cNvSpPr/>
              <p:nvPr/>
            </p:nvSpPr>
            <p:spPr>
              <a:xfrm rot="5400000">
                <a:off x="4716726" y="390715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Isosceles Triangle 74"/>
              <p:cNvSpPr/>
              <p:nvPr/>
            </p:nvSpPr>
            <p:spPr>
              <a:xfrm rot="5400000">
                <a:off x="4716726" y="410859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75"/>
              <p:cNvSpPr/>
              <p:nvPr/>
            </p:nvSpPr>
            <p:spPr>
              <a:xfrm rot="5400000">
                <a:off x="4716726" y="4302927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76"/>
              <p:cNvSpPr/>
              <p:nvPr/>
            </p:nvSpPr>
            <p:spPr>
              <a:xfrm rot="5400000">
                <a:off x="4716726" y="4504363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77"/>
              <p:cNvSpPr/>
              <p:nvPr/>
            </p:nvSpPr>
            <p:spPr>
              <a:xfrm rot="5400000">
                <a:off x="4716726" y="4705799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78"/>
              <p:cNvSpPr/>
              <p:nvPr/>
            </p:nvSpPr>
            <p:spPr>
              <a:xfrm rot="5400000">
                <a:off x="4716726" y="490723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79"/>
              <p:cNvSpPr/>
              <p:nvPr/>
            </p:nvSpPr>
            <p:spPr>
              <a:xfrm rot="5400000">
                <a:off x="4716726" y="511671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80"/>
              <p:cNvSpPr/>
              <p:nvPr/>
            </p:nvSpPr>
            <p:spPr>
              <a:xfrm rot="5400000">
                <a:off x="4716726" y="531815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81"/>
              <p:cNvSpPr/>
              <p:nvPr/>
            </p:nvSpPr>
            <p:spPr>
              <a:xfrm rot="5400000">
                <a:off x="4716726" y="551678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82"/>
              <p:cNvSpPr/>
              <p:nvPr/>
            </p:nvSpPr>
            <p:spPr>
              <a:xfrm rot="5400000">
                <a:off x="4716726" y="571821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8" name="Rectangle 23"/>
          <p:cNvSpPr/>
          <p:nvPr/>
        </p:nvSpPr>
        <p:spPr>
          <a:xfrm>
            <a:off x="3242395" y="3227146"/>
            <a:ext cx="1618461" cy="2635199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860854" y="3227044"/>
            <a:ext cx="7141065" cy="203375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4860854" y="5279192"/>
            <a:ext cx="7141065" cy="57897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36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 secundaria_Co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/>
          <p:nvPr/>
        </p:nvGrpSpPr>
        <p:grpSpPr>
          <a:xfrm>
            <a:off x="0" y="1"/>
            <a:ext cx="12192000" cy="6857999"/>
            <a:chOff x="0" y="1"/>
            <a:chExt cx="9144000" cy="5143499"/>
          </a:xfrm>
        </p:grpSpPr>
        <p:sp>
          <p:nvSpPr>
            <p:cNvPr id="30" name="Rectangle 24"/>
            <p:cNvSpPr/>
            <p:nvPr/>
          </p:nvSpPr>
          <p:spPr>
            <a:xfrm>
              <a:off x="0" y="1"/>
              <a:ext cx="9144000" cy="51434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  <p:sp>
          <p:nvSpPr>
            <p:cNvPr id="31" name="Rectangle 26"/>
            <p:cNvSpPr/>
            <p:nvPr/>
          </p:nvSpPr>
          <p:spPr>
            <a:xfrm>
              <a:off x="2209802" y="1878808"/>
              <a:ext cx="4724398" cy="1385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</p:grpSp>
      <p:sp>
        <p:nvSpPr>
          <p:cNvPr id="9" name="TextBox 11"/>
          <p:cNvSpPr txBox="1"/>
          <p:nvPr/>
        </p:nvSpPr>
        <p:spPr>
          <a:xfrm>
            <a:off x="11811840" y="642302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6" name="Rectangle 64"/>
          <p:cNvSpPr/>
          <p:nvPr/>
        </p:nvSpPr>
        <p:spPr>
          <a:xfrm flipH="1">
            <a:off x="4774031" y="3227095"/>
            <a:ext cx="7417969" cy="263519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uppo 1"/>
          <p:cNvGrpSpPr/>
          <p:nvPr/>
        </p:nvGrpSpPr>
        <p:grpSpPr>
          <a:xfrm>
            <a:off x="1623934" y="3227095"/>
            <a:ext cx="3236921" cy="2635250"/>
            <a:chOff x="1623934" y="3227095"/>
            <a:chExt cx="3236921" cy="2635250"/>
          </a:xfrm>
          <a:solidFill>
            <a:schemeClr val="accent3"/>
          </a:solidFill>
        </p:grpSpPr>
        <p:sp>
          <p:nvSpPr>
            <p:cNvPr id="14" name="Rectangle 69"/>
            <p:cNvSpPr/>
            <p:nvPr/>
          </p:nvSpPr>
          <p:spPr>
            <a:xfrm>
              <a:off x="1623934" y="3227095"/>
              <a:ext cx="3150097" cy="2635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uppo 2"/>
            <p:cNvGrpSpPr/>
            <p:nvPr/>
          </p:nvGrpSpPr>
          <p:grpSpPr>
            <a:xfrm>
              <a:off x="4774031" y="3227146"/>
              <a:ext cx="86824" cy="2635199"/>
              <a:chOff x="4774031" y="3227146"/>
              <a:chExt cx="86824" cy="2635199"/>
            </a:xfrm>
            <a:grpFill/>
          </p:grpSpPr>
          <p:sp>
            <p:nvSpPr>
              <p:cNvPr id="15" name="Isosceles Triangle 70"/>
              <p:cNvSpPr/>
              <p:nvPr/>
            </p:nvSpPr>
            <p:spPr>
              <a:xfrm rot="5400000">
                <a:off x="4716726" y="328445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71"/>
              <p:cNvSpPr/>
              <p:nvPr/>
            </p:nvSpPr>
            <p:spPr>
              <a:xfrm rot="5400000">
                <a:off x="4716726" y="350428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72"/>
              <p:cNvSpPr/>
              <p:nvPr/>
            </p:nvSpPr>
            <p:spPr>
              <a:xfrm rot="5400000">
                <a:off x="4716726" y="370572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73"/>
              <p:cNvSpPr/>
              <p:nvPr/>
            </p:nvSpPr>
            <p:spPr>
              <a:xfrm rot="5400000">
                <a:off x="4716726" y="390715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Isosceles Triangle 74"/>
              <p:cNvSpPr/>
              <p:nvPr/>
            </p:nvSpPr>
            <p:spPr>
              <a:xfrm rot="5400000">
                <a:off x="4716726" y="410859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75"/>
              <p:cNvSpPr/>
              <p:nvPr/>
            </p:nvSpPr>
            <p:spPr>
              <a:xfrm rot="5400000">
                <a:off x="4716726" y="4302927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76"/>
              <p:cNvSpPr/>
              <p:nvPr/>
            </p:nvSpPr>
            <p:spPr>
              <a:xfrm rot="5400000">
                <a:off x="4716726" y="4504363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77"/>
              <p:cNvSpPr/>
              <p:nvPr/>
            </p:nvSpPr>
            <p:spPr>
              <a:xfrm rot="5400000">
                <a:off x="4716726" y="4705799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78"/>
              <p:cNvSpPr/>
              <p:nvPr/>
            </p:nvSpPr>
            <p:spPr>
              <a:xfrm rot="5400000">
                <a:off x="4716726" y="490723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79"/>
              <p:cNvSpPr/>
              <p:nvPr/>
            </p:nvSpPr>
            <p:spPr>
              <a:xfrm rot="5400000">
                <a:off x="4716726" y="511671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80"/>
              <p:cNvSpPr/>
              <p:nvPr/>
            </p:nvSpPr>
            <p:spPr>
              <a:xfrm rot="5400000">
                <a:off x="4716726" y="531815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81"/>
              <p:cNvSpPr/>
              <p:nvPr/>
            </p:nvSpPr>
            <p:spPr>
              <a:xfrm rot="5400000">
                <a:off x="4716726" y="551678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82"/>
              <p:cNvSpPr/>
              <p:nvPr/>
            </p:nvSpPr>
            <p:spPr>
              <a:xfrm rot="5400000">
                <a:off x="4716726" y="571821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8" name="Rectangle 23"/>
          <p:cNvSpPr/>
          <p:nvPr/>
        </p:nvSpPr>
        <p:spPr>
          <a:xfrm>
            <a:off x="3242395" y="3227146"/>
            <a:ext cx="1618461" cy="2635199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860854" y="3227044"/>
            <a:ext cx="7141065" cy="203375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4860854" y="5279192"/>
            <a:ext cx="7141065" cy="57897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286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 secundaria_Col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/>
          <p:nvPr/>
        </p:nvGrpSpPr>
        <p:grpSpPr>
          <a:xfrm>
            <a:off x="0" y="1"/>
            <a:ext cx="12192000" cy="6857999"/>
            <a:chOff x="0" y="1"/>
            <a:chExt cx="9144000" cy="5143499"/>
          </a:xfrm>
        </p:grpSpPr>
        <p:sp>
          <p:nvSpPr>
            <p:cNvPr id="30" name="Rectangle 24"/>
            <p:cNvSpPr/>
            <p:nvPr/>
          </p:nvSpPr>
          <p:spPr>
            <a:xfrm>
              <a:off x="0" y="1"/>
              <a:ext cx="9144000" cy="51434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  <p:sp>
          <p:nvSpPr>
            <p:cNvPr id="31" name="Rectangle 26"/>
            <p:cNvSpPr/>
            <p:nvPr/>
          </p:nvSpPr>
          <p:spPr>
            <a:xfrm>
              <a:off x="2209802" y="1878808"/>
              <a:ext cx="4724398" cy="1385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>
                      <a:lumMod val="50000"/>
                    </a:schemeClr>
                  </a:solidFill>
                </a:rPr>
                <a:t>Add Your Image Here</a:t>
              </a:r>
            </a:p>
          </p:txBody>
        </p:sp>
      </p:grpSp>
      <p:sp>
        <p:nvSpPr>
          <p:cNvPr id="9" name="TextBox 11"/>
          <p:cNvSpPr txBox="1"/>
          <p:nvPr/>
        </p:nvSpPr>
        <p:spPr>
          <a:xfrm>
            <a:off x="11811840" y="642302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6" name="Rectangle 64"/>
          <p:cNvSpPr/>
          <p:nvPr/>
        </p:nvSpPr>
        <p:spPr>
          <a:xfrm flipH="1">
            <a:off x="4774031" y="3227095"/>
            <a:ext cx="7417969" cy="263519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uppo 1"/>
          <p:cNvGrpSpPr/>
          <p:nvPr/>
        </p:nvGrpSpPr>
        <p:grpSpPr>
          <a:xfrm>
            <a:off x="1623934" y="3227095"/>
            <a:ext cx="3236921" cy="2635250"/>
            <a:chOff x="1623934" y="3227095"/>
            <a:chExt cx="3236921" cy="2635250"/>
          </a:xfrm>
          <a:solidFill>
            <a:schemeClr val="accent4"/>
          </a:solidFill>
        </p:grpSpPr>
        <p:sp>
          <p:nvSpPr>
            <p:cNvPr id="14" name="Rectangle 69"/>
            <p:cNvSpPr/>
            <p:nvPr/>
          </p:nvSpPr>
          <p:spPr>
            <a:xfrm>
              <a:off x="1623934" y="3227095"/>
              <a:ext cx="3150097" cy="2635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uppo 2"/>
            <p:cNvGrpSpPr/>
            <p:nvPr/>
          </p:nvGrpSpPr>
          <p:grpSpPr>
            <a:xfrm>
              <a:off x="4774031" y="3227146"/>
              <a:ext cx="86824" cy="2635199"/>
              <a:chOff x="4774031" y="3227146"/>
              <a:chExt cx="86824" cy="2635199"/>
            </a:xfrm>
            <a:grpFill/>
          </p:grpSpPr>
          <p:sp>
            <p:nvSpPr>
              <p:cNvPr id="15" name="Isosceles Triangle 70"/>
              <p:cNvSpPr/>
              <p:nvPr/>
            </p:nvSpPr>
            <p:spPr>
              <a:xfrm rot="5400000">
                <a:off x="4716726" y="328445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71"/>
              <p:cNvSpPr/>
              <p:nvPr/>
            </p:nvSpPr>
            <p:spPr>
              <a:xfrm rot="5400000">
                <a:off x="4716726" y="350428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72"/>
              <p:cNvSpPr/>
              <p:nvPr/>
            </p:nvSpPr>
            <p:spPr>
              <a:xfrm rot="5400000">
                <a:off x="4716726" y="370572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73"/>
              <p:cNvSpPr/>
              <p:nvPr/>
            </p:nvSpPr>
            <p:spPr>
              <a:xfrm rot="5400000">
                <a:off x="4716726" y="390715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Isosceles Triangle 74"/>
              <p:cNvSpPr/>
              <p:nvPr/>
            </p:nvSpPr>
            <p:spPr>
              <a:xfrm rot="5400000">
                <a:off x="4716726" y="4108591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75"/>
              <p:cNvSpPr/>
              <p:nvPr/>
            </p:nvSpPr>
            <p:spPr>
              <a:xfrm rot="5400000">
                <a:off x="4716726" y="4302927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76"/>
              <p:cNvSpPr/>
              <p:nvPr/>
            </p:nvSpPr>
            <p:spPr>
              <a:xfrm rot="5400000">
                <a:off x="4716726" y="4504363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77"/>
              <p:cNvSpPr/>
              <p:nvPr/>
            </p:nvSpPr>
            <p:spPr>
              <a:xfrm rot="5400000">
                <a:off x="4716726" y="4705799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78"/>
              <p:cNvSpPr/>
              <p:nvPr/>
            </p:nvSpPr>
            <p:spPr>
              <a:xfrm rot="5400000">
                <a:off x="4716726" y="490723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79"/>
              <p:cNvSpPr/>
              <p:nvPr/>
            </p:nvSpPr>
            <p:spPr>
              <a:xfrm rot="5400000">
                <a:off x="4716726" y="5116714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80"/>
              <p:cNvSpPr/>
              <p:nvPr/>
            </p:nvSpPr>
            <p:spPr>
              <a:xfrm rot="5400000">
                <a:off x="4716726" y="531815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81"/>
              <p:cNvSpPr/>
              <p:nvPr/>
            </p:nvSpPr>
            <p:spPr>
              <a:xfrm rot="5400000">
                <a:off x="4716726" y="5516780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82"/>
              <p:cNvSpPr/>
              <p:nvPr/>
            </p:nvSpPr>
            <p:spPr>
              <a:xfrm rot="5400000">
                <a:off x="4716726" y="5718216"/>
                <a:ext cx="201434" cy="8682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8" name="Rectangle 23"/>
          <p:cNvSpPr/>
          <p:nvPr/>
        </p:nvSpPr>
        <p:spPr>
          <a:xfrm>
            <a:off x="3242395" y="3227146"/>
            <a:ext cx="1618461" cy="2635199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860854" y="3227044"/>
            <a:ext cx="7141065" cy="203375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8" name="Segnaposto testo 12"/>
          <p:cNvSpPr>
            <a:spLocks noGrp="1"/>
          </p:cNvSpPr>
          <p:nvPr>
            <p:ph type="body" sz="quarter" idx="10"/>
          </p:nvPr>
        </p:nvSpPr>
        <p:spPr>
          <a:xfrm>
            <a:off x="4860854" y="5279192"/>
            <a:ext cx="7141065" cy="57897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914217" indent="0">
              <a:buNone/>
              <a:defRPr sz="2800">
                <a:solidFill>
                  <a:schemeClr val="bg2"/>
                </a:solidFill>
              </a:defRPr>
            </a:lvl2pPr>
            <a:lvl3pPr marL="1828434" indent="0">
              <a:buNone/>
              <a:defRPr sz="2400">
                <a:solidFill>
                  <a:schemeClr val="bg2"/>
                </a:solidFill>
              </a:defRPr>
            </a:lvl3pPr>
            <a:lvl4pPr marL="2742651" indent="0">
              <a:buNone/>
              <a:defRPr sz="2000">
                <a:solidFill>
                  <a:schemeClr val="bg2"/>
                </a:solidFill>
              </a:defRPr>
            </a:lvl4pPr>
            <a:lvl5pPr marL="3656868" indent="0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191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prima renovata AD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126" name="CasellaDiTesto 125"/>
          <p:cNvSpPr txBox="1"/>
          <p:nvPr>
            <p:custDataLst>
              <p:tags r:id="rId1"/>
            </p:custDataLst>
          </p:nvPr>
        </p:nvSpPr>
        <p:spPr>
          <a:xfrm>
            <a:off x="10059836" y="6337156"/>
            <a:ext cx="2143634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t-IT" sz="1200">
                <a:solidFill>
                  <a:schemeClr val="bg1"/>
                </a:solidFill>
              </a:rPr>
              <a:t>Via Bucci, 42-C – Rende - </a:t>
            </a:r>
            <a:r>
              <a:rPr lang="it-IT" sz="1200" err="1">
                <a:solidFill>
                  <a:schemeClr val="bg1"/>
                </a:solidFill>
              </a:rPr>
              <a:t>Italy</a:t>
            </a:r>
            <a:endParaRPr lang="it-IT" sz="12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600">
                <a:solidFill>
                  <a:schemeClr val="bg1"/>
                </a:solidFill>
              </a:rPr>
              <a:t>Luigi.Boccia@unical.it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716" name="Gruppo 715"/>
          <p:cNvGrpSpPr/>
          <p:nvPr/>
        </p:nvGrpSpPr>
        <p:grpSpPr>
          <a:xfrm>
            <a:off x="5542722" y="1092199"/>
            <a:ext cx="6626409" cy="5660311"/>
            <a:chOff x="13594086" y="-25758"/>
            <a:chExt cx="7796213" cy="6659563"/>
          </a:xfrm>
          <a:solidFill>
            <a:schemeClr val="bg1">
              <a:lumMod val="65000"/>
            </a:schemeClr>
          </a:solidFill>
        </p:grpSpPr>
        <p:grpSp>
          <p:nvGrpSpPr>
            <p:cNvPr id="116" name="Group 205"/>
            <p:cNvGrpSpPr>
              <a:grpSpLocks/>
            </p:cNvGrpSpPr>
            <p:nvPr/>
          </p:nvGrpSpPr>
          <p:grpSpPr bwMode="auto">
            <a:xfrm>
              <a:off x="13775061" y="336192"/>
              <a:ext cx="6386513" cy="6064250"/>
              <a:chOff x="8485" y="387"/>
              <a:chExt cx="4023" cy="3820"/>
            </a:xfrm>
            <a:grpFill/>
          </p:grpSpPr>
          <p:sp>
            <p:nvSpPr>
              <p:cNvPr id="517" name="Freeform 6"/>
              <p:cNvSpPr>
                <a:spLocks noEditPoints="1"/>
              </p:cNvSpPr>
              <p:nvPr/>
            </p:nvSpPr>
            <p:spPr bwMode="auto">
              <a:xfrm>
                <a:off x="9382" y="2790"/>
                <a:ext cx="106" cy="149"/>
              </a:xfrm>
              <a:custGeom>
                <a:avLst/>
                <a:gdLst>
                  <a:gd name="T0" fmla="*/ 22 w 400"/>
                  <a:gd name="T1" fmla="*/ 191 h 561"/>
                  <a:gd name="T2" fmla="*/ 158 w 400"/>
                  <a:gd name="T3" fmla="*/ 382 h 561"/>
                  <a:gd name="T4" fmla="*/ 227 w 400"/>
                  <a:gd name="T5" fmla="*/ 530 h 561"/>
                  <a:gd name="T6" fmla="*/ 265 w 400"/>
                  <a:gd name="T7" fmla="*/ 534 h 561"/>
                  <a:gd name="T8" fmla="*/ 380 w 400"/>
                  <a:gd name="T9" fmla="*/ 382 h 561"/>
                  <a:gd name="T10" fmla="*/ 270 w 400"/>
                  <a:gd name="T11" fmla="*/ 184 h 561"/>
                  <a:gd name="T12" fmla="*/ 230 w 400"/>
                  <a:gd name="T13" fmla="*/ 118 h 561"/>
                  <a:gd name="T14" fmla="*/ 213 w 400"/>
                  <a:gd name="T15" fmla="*/ 117 h 561"/>
                  <a:gd name="T16" fmla="*/ 160 w 400"/>
                  <a:gd name="T17" fmla="*/ 67 h 561"/>
                  <a:gd name="T18" fmla="*/ 103 w 400"/>
                  <a:gd name="T19" fmla="*/ 25 h 561"/>
                  <a:gd name="T20" fmla="*/ 139 w 400"/>
                  <a:gd name="T21" fmla="*/ 151 h 561"/>
                  <a:gd name="T22" fmla="*/ 187 w 400"/>
                  <a:gd name="T23" fmla="*/ 154 h 561"/>
                  <a:gd name="T24" fmla="*/ 213 w 400"/>
                  <a:gd name="T25" fmla="*/ 182 h 561"/>
                  <a:gd name="T26" fmla="*/ 228 w 400"/>
                  <a:gd name="T27" fmla="*/ 234 h 561"/>
                  <a:gd name="T28" fmla="*/ 225 w 400"/>
                  <a:gd name="T29" fmla="*/ 252 h 561"/>
                  <a:gd name="T30" fmla="*/ 169 w 400"/>
                  <a:gd name="T31" fmla="*/ 284 h 561"/>
                  <a:gd name="T32" fmla="*/ 118 w 400"/>
                  <a:gd name="T33" fmla="*/ 262 h 561"/>
                  <a:gd name="T34" fmla="*/ 101 w 400"/>
                  <a:gd name="T35" fmla="*/ 231 h 561"/>
                  <a:gd name="T36" fmla="*/ 99 w 400"/>
                  <a:gd name="T37" fmla="*/ 196 h 561"/>
                  <a:gd name="T38" fmla="*/ 0 w 400"/>
                  <a:gd name="T39" fmla="*/ 186 h 561"/>
                  <a:gd name="T40" fmla="*/ 77 w 400"/>
                  <a:gd name="T41" fmla="*/ 147 h 561"/>
                  <a:gd name="T42" fmla="*/ 116 w 400"/>
                  <a:gd name="T43" fmla="*/ 187 h 561"/>
                  <a:gd name="T44" fmla="*/ 120 w 400"/>
                  <a:gd name="T45" fmla="*/ 224 h 561"/>
                  <a:gd name="T46" fmla="*/ 165 w 400"/>
                  <a:gd name="T47" fmla="*/ 264 h 561"/>
                  <a:gd name="T48" fmla="*/ 209 w 400"/>
                  <a:gd name="T49" fmla="*/ 239 h 561"/>
                  <a:gd name="T50" fmla="*/ 189 w 400"/>
                  <a:gd name="T51" fmla="*/ 195 h 561"/>
                  <a:gd name="T52" fmla="*/ 178 w 400"/>
                  <a:gd name="T53" fmla="*/ 172 h 561"/>
                  <a:gd name="T54" fmla="*/ 129 w 400"/>
                  <a:gd name="T55" fmla="*/ 168 h 561"/>
                  <a:gd name="T56" fmla="*/ 30 w 400"/>
                  <a:gd name="T57" fmla="*/ 74 h 561"/>
                  <a:gd name="T58" fmla="*/ 95 w 400"/>
                  <a:gd name="T59" fmla="*/ 4 h 561"/>
                  <a:gd name="T60" fmla="*/ 157 w 400"/>
                  <a:gd name="T61" fmla="*/ 47 h 561"/>
                  <a:gd name="T62" fmla="*/ 185 w 400"/>
                  <a:gd name="T63" fmla="*/ 42 h 561"/>
                  <a:gd name="T64" fmla="*/ 230 w 400"/>
                  <a:gd name="T65" fmla="*/ 95 h 561"/>
                  <a:gd name="T66" fmla="*/ 244 w 400"/>
                  <a:gd name="T67" fmla="*/ 99 h 561"/>
                  <a:gd name="T68" fmla="*/ 284 w 400"/>
                  <a:gd name="T69" fmla="*/ 161 h 561"/>
                  <a:gd name="T70" fmla="*/ 399 w 400"/>
                  <a:gd name="T71" fmla="*/ 376 h 561"/>
                  <a:gd name="T72" fmla="*/ 390 w 400"/>
                  <a:gd name="T73" fmla="*/ 465 h 561"/>
                  <a:gd name="T74" fmla="*/ 274 w 400"/>
                  <a:gd name="T75" fmla="*/ 551 h 561"/>
                  <a:gd name="T76" fmla="*/ 238 w 400"/>
                  <a:gd name="T77" fmla="*/ 560 h 561"/>
                  <a:gd name="T78" fmla="*/ 213 w 400"/>
                  <a:gd name="T79" fmla="*/ 543 h 561"/>
                  <a:gd name="T80" fmla="*/ 143 w 400"/>
                  <a:gd name="T81" fmla="*/ 395 h 561"/>
                  <a:gd name="T82" fmla="*/ 42 w 400"/>
                  <a:gd name="T83" fmla="*/ 307 h 561"/>
                  <a:gd name="T84" fmla="*/ 0 w 400"/>
                  <a:gd name="T85" fmla="*/ 186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00" h="561">
                    <a:moveTo>
                      <a:pt x="77" y="168"/>
                    </a:moveTo>
                    <a:lnTo>
                      <a:pt x="22" y="191"/>
                    </a:lnTo>
                    <a:lnTo>
                      <a:pt x="60" y="298"/>
                    </a:lnTo>
                    <a:lnTo>
                      <a:pt x="158" y="382"/>
                    </a:lnTo>
                    <a:cubicBezTo>
                      <a:pt x="159" y="383"/>
                      <a:pt x="159" y="384"/>
                      <a:pt x="160" y="385"/>
                    </a:cubicBezTo>
                    <a:lnTo>
                      <a:pt x="227" y="530"/>
                    </a:lnTo>
                    <a:lnTo>
                      <a:pt x="238" y="540"/>
                    </a:lnTo>
                    <a:lnTo>
                      <a:pt x="265" y="534"/>
                    </a:lnTo>
                    <a:lnTo>
                      <a:pt x="371" y="458"/>
                    </a:lnTo>
                    <a:lnTo>
                      <a:pt x="380" y="382"/>
                    </a:lnTo>
                    <a:lnTo>
                      <a:pt x="280" y="182"/>
                    </a:lnTo>
                    <a:lnTo>
                      <a:pt x="270" y="184"/>
                    </a:lnTo>
                    <a:cubicBezTo>
                      <a:pt x="266" y="184"/>
                      <a:pt x="262" y="182"/>
                      <a:pt x="260" y="178"/>
                    </a:cubicBezTo>
                    <a:lnTo>
                      <a:pt x="230" y="118"/>
                    </a:lnTo>
                    <a:lnTo>
                      <a:pt x="226" y="120"/>
                    </a:lnTo>
                    <a:cubicBezTo>
                      <a:pt x="222" y="123"/>
                      <a:pt x="216" y="122"/>
                      <a:pt x="213" y="117"/>
                    </a:cubicBezTo>
                    <a:lnTo>
                      <a:pt x="174" y="60"/>
                    </a:lnTo>
                    <a:lnTo>
                      <a:pt x="160" y="67"/>
                    </a:lnTo>
                    <a:cubicBezTo>
                      <a:pt x="157" y="69"/>
                      <a:pt x="152" y="69"/>
                      <a:pt x="149" y="66"/>
                    </a:cubicBezTo>
                    <a:lnTo>
                      <a:pt x="103" y="25"/>
                    </a:lnTo>
                    <a:lnTo>
                      <a:pt x="54" y="73"/>
                    </a:lnTo>
                    <a:lnTo>
                      <a:pt x="139" y="151"/>
                    </a:lnTo>
                    <a:lnTo>
                      <a:pt x="182" y="153"/>
                    </a:lnTo>
                    <a:cubicBezTo>
                      <a:pt x="183" y="153"/>
                      <a:pt x="185" y="153"/>
                      <a:pt x="187" y="154"/>
                    </a:cubicBezTo>
                    <a:lnTo>
                      <a:pt x="210" y="171"/>
                    </a:lnTo>
                    <a:cubicBezTo>
                      <a:pt x="213" y="174"/>
                      <a:pt x="214" y="178"/>
                      <a:pt x="213" y="182"/>
                    </a:cubicBezTo>
                    <a:lnTo>
                      <a:pt x="209" y="197"/>
                    </a:lnTo>
                    <a:lnTo>
                      <a:pt x="228" y="234"/>
                    </a:lnTo>
                    <a:cubicBezTo>
                      <a:pt x="230" y="236"/>
                      <a:pt x="230" y="239"/>
                      <a:pt x="229" y="242"/>
                    </a:cubicBezTo>
                    <a:lnTo>
                      <a:pt x="225" y="252"/>
                    </a:lnTo>
                    <a:cubicBezTo>
                      <a:pt x="224" y="255"/>
                      <a:pt x="222" y="257"/>
                      <a:pt x="220" y="258"/>
                    </a:cubicBezTo>
                    <a:lnTo>
                      <a:pt x="169" y="284"/>
                    </a:lnTo>
                    <a:cubicBezTo>
                      <a:pt x="166" y="286"/>
                      <a:pt x="163" y="286"/>
                      <a:pt x="160" y="284"/>
                    </a:cubicBezTo>
                    <a:lnTo>
                      <a:pt x="118" y="262"/>
                    </a:lnTo>
                    <a:cubicBezTo>
                      <a:pt x="117" y="261"/>
                      <a:pt x="115" y="260"/>
                      <a:pt x="114" y="258"/>
                    </a:cubicBezTo>
                    <a:lnTo>
                      <a:pt x="101" y="231"/>
                    </a:lnTo>
                    <a:cubicBezTo>
                      <a:pt x="101" y="230"/>
                      <a:pt x="100" y="228"/>
                      <a:pt x="100" y="227"/>
                    </a:cubicBezTo>
                    <a:lnTo>
                      <a:pt x="99" y="196"/>
                    </a:lnTo>
                    <a:lnTo>
                      <a:pt x="77" y="168"/>
                    </a:lnTo>
                    <a:close/>
                    <a:moveTo>
                      <a:pt x="0" y="186"/>
                    </a:moveTo>
                    <a:cubicBezTo>
                      <a:pt x="0" y="182"/>
                      <a:pt x="2" y="178"/>
                      <a:pt x="6" y="177"/>
                    </a:cubicBezTo>
                    <a:lnTo>
                      <a:pt x="77" y="147"/>
                    </a:lnTo>
                    <a:cubicBezTo>
                      <a:pt x="81" y="145"/>
                      <a:pt x="85" y="146"/>
                      <a:pt x="88" y="150"/>
                    </a:cubicBezTo>
                    <a:lnTo>
                      <a:pt x="116" y="187"/>
                    </a:lnTo>
                    <a:cubicBezTo>
                      <a:pt x="118" y="189"/>
                      <a:pt x="118" y="191"/>
                      <a:pt x="118" y="193"/>
                    </a:cubicBezTo>
                    <a:lnTo>
                      <a:pt x="120" y="224"/>
                    </a:lnTo>
                    <a:lnTo>
                      <a:pt x="131" y="246"/>
                    </a:lnTo>
                    <a:lnTo>
                      <a:pt x="165" y="264"/>
                    </a:lnTo>
                    <a:lnTo>
                      <a:pt x="208" y="242"/>
                    </a:lnTo>
                    <a:lnTo>
                      <a:pt x="209" y="239"/>
                    </a:lnTo>
                    <a:lnTo>
                      <a:pt x="190" y="202"/>
                    </a:lnTo>
                    <a:cubicBezTo>
                      <a:pt x="189" y="200"/>
                      <a:pt x="188" y="198"/>
                      <a:pt x="189" y="195"/>
                    </a:cubicBezTo>
                    <a:lnTo>
                      <a:pt x="192" y="183"/>
                    </a:lnTo>
                    <a:lnTo>
                      <a:pt x="178" y="172"/>
                    </a:lnTo>
                    <a:lnTo>
                      <a:pt x="135" y="170"/>
                    </a:lnTo>
                    <a:cubicBezTo>
                      <a:pt x="133" y="170"/>
                      <a:pt x="130" y="169"/>
                      <a:pt x="129" y="168"/>
                    </a:cubicBezTo>
                    <a:lnTo>
                      <a:pt x="33" y="81"/>
                    </a:lnTo>
                    <a:cubicBezTo>
                      <a:pt x="31" y="79"/>
                      <a:pt x="30" y="77"/>
                      <a:pt x="30" y="74"/>
                    </a:cubicBezTo>
                    <a:cubicBezTo>
                      <a:pt x="30" y="71"/>
                      <a:pt x="31" y="69"/>
                      <a:pt x="33" y="67"/>
                    </a:cubicBezTo>
                    <a:lnTo>
                      <a:pt x="95" y="4"/>
                    </a:lnTo>
                    <a:cubicBezTo>
                      <a:pt x="99" y="1"/>
                      <a:pt x="105" y="0"/>
                      <a:pt x="109" y="4"/>
                    </a:cubicBezTo>
                    <a:lnTo>
                      <a:pt x="157" y="47"/>
                    </a:lnTo>
                    <a:lnTo>
                      <a:pt x="172" y="39"/>
                    </a:lnTo>
                    <a:cubicBezTo>
                      <a:pt x="177" y="37"/>
                      <a:pt x="182" y="38"/>
                      <a:pt x="185" y="42"/>
                    </a:cubicBezTo>
                    <a:lnTo>
                      <a:pt x="224" y="99"/>
                    </a:lnTo>
                    <a:lnTo>
                      <a:pt x="230" y="95"/>
                    </a:lnTo>
                    <a:cubicBezTo>
                      <a:pt x="232" y="94"/>
                      <a:pt x="235" y="93"/>
                      <a:pt x="238" y="94"/>
                    </a:cubicBezTo>
                    <a:cubicBezTo>
                      <a:pt x="240" y="95"/>
                      <a:pt x="242" y="97"/>
                      <a:pt x="244" y="99"/>
                    </a:cubicBezTo>
                    <a:lnTo>
                      <a:pt x="274" y="163"/>
                    </a:lnTo>
                    <a:lnTo>
                      <a:pt x="284" y="161"/>
                    </a:lnTo>
                    <a:cubicBezTo>
                      <a:pt x="288" y="160"/>
                      <a:pt x="293" y="162"/>
                      <a:pt x="294" y="166"/>
                    </a:cubicBezTo>
                    <a:lnTo>
                      <a:pt x="399" y="376"/>
                    </a:lnTo>
                    <a:cubicBezTo>
                      <a:pt x="400" y="378"/>
                      <a:pt x="400" y="380"/>
                      <a:pt x="400" y="382"/>
                    </a:cubicBezTo>
                    <a:lnTo>
                      <a:pt x="390" y="465"/>
                    </a:lnTo>
                    <a:cubicBezTo>
                      <a:pt x="390" y="468"/>
                      <a:pt x="388" y="470"/>
                      <a:pt x="386" y="472"/>
                    </a:cubicBezTo>
                    <a:lnTo>
                      <a:pt x="274" y="551"/>
                    </a:lnTo>
                    <a:cubicBezTo>
                      <a:pt x="273" y="551"/>
                      <a:pt x="272" y="552"/>
                      <a:pt x="271" y="552"/>
                    </a:cubicBezTo>
                    <a:lnTo>
                      <a:pt x="238" y="560"/>
                    </a:lnTo>
                    <a:cubicBezTo>
                      <a:pt x="235" y="561"/>
                      <a:pt x="231" y="560"/>
                      <a:pt x="229" y="558"/>
                    </a:cubicBezTo>
                    <a:lnTo>
                      <a:pt x="213" y="543"/>
                    </a:lnTo>
                    <a:cubicBezTo>
                      <a:pt x="212" y="542"/>
                      <a:pt x="211" y="541"/>
                      <a:pt x="210" y="540"/>
                    </a:cubicBezTo>
                    <a:lnTo>
                      <a:pt x="143" y="395"/>
                    </a:lnTo>
                    <a:lnTo>
                      <a:pt x="45" y="311"/>
                    </a:lnTo>
                    <a:cubicBezTo>
                      <a:pt x="43" y="310"/>
                      <a:pt x="42" y="309"/>
                      <a:pt x="42" y="307"/>
                    </a:cubicBezTo>
                    <a:lnTo>
                      <a:pt x="0" y="189"/>
                    </a:lnTo>
                    <a:cubicBezTo>
                      <a:pt x="0" y="188"/>
                      <a:pt x="0" y="187"/>
                      <a:pt x="0" y="18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18" name="Freeform 7"/>
              <p:cNvSpPr>
                <a:spLocks noEditPoints="1"/>
              </p:cNvSpPr>
              <p:nvPr/>
            </p:nvSpPr>
            <p:spPr bwMode="auto">
              <a:xfrm>
                <a:off x="8679" y="3384"/>
                <a:ext cx="137" cy="124"/>
              </a:xfrm>
              <a:custGeom>
                <a:avLst/>
                <a:gdLst>
                  <a:gd name="T0" fmla="*/ 121 w 517"/>
                  <a:gd name="T1" fmla="*/ 25 h 467"/>
                  <a:gd name="T2" fmla="*/ 24 w 517"/>
                  <a:gd name="T3" fmla="*/ 146 h 467"/>
                  <a:gd name="T4" fmla="*/ 396 w 517"/>
                  <a:gd name="T5" fmla="*/ 442 h 467"/>
                  <a:gd name="T6" fmla="*/ 493 w 517"/>
                  <a:gd name="T7" fmla="*/ 321 h 467"/>
                  <a:gd name="T8" fmla="*/ 121 w 517"/>
                  <a:gd name="T9" fmla="*/ 25 h 467"/>
                  <a:gd name="T10" fmla="*/ 0 w 517"/>
                  <a:gd name="T11" fmla="*/ 148 h 467"/>
                  <a:gd name="T12" fmla="*/ 3 w 517"/>
                  <a:gd name="T13" fmla="*/ 142 h 467"/>
                  <a:gd name="T14" fmla="*/ 112 w 517"/>
                  <a:gd name="T15" fmla="*/ 5 h 467"/>
                  <a:gd name="T16" fmla="*/ 126 w 517"/>
                  <a:gd name="T17" fmla="*/ 3 h 467"/>
                  <a:gd name="T18" fmla="*/ 513 w 517"/>
                  <a:gd name="T19" fmla="*/ 312 h 467"/>
                  <a:gd name="T20" fmla="*/ 517 w 517"/>
                  <a:gd name="T21" fmla="*/ 318 h 467"/>
                  <a:gd name="T22" fmla="*/ 515 w 517"/>
                  <a:gd name="T23" fmla="*/ 326 h 467"/>
                  <a:gd name="T24" fmla="*/ 406 w 517"/>
                  <a:gd name="T25" fmla="*/ 462 h 467"/>
                  <a:gd name="T26" fmla="*/ 392 w 517"/>
                  <a:gd name="T27" fmla="*/ 464 h 467"/>
                  <a:gd name="T28" fmla="*/ 4 w 517"/>
                  <a:gd name="T29" fmla="*/ 156 h 467"/>
                  <a:gd name="T30" fmla="*/ 0 w 517"/>
                  <a:gd name="T31" fmla="*/ 149 h 467"/>
                  <a:gd name="T32" fmla="*/ 0 w 517"/>
                  <a:gd name="T33" fmla="*/ 148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7" h="467">
                    <a:moveTo>
                      <a:pt x="121" y="25"/>
                    </a:moveTo>
                    <a:lnTo>
                      <a:pt x="24" y="146"/>
                    </a:lnTo>
                    <a:lnTo>
                      <a:pt x="396" y="442"/>
                    </a:lnTo>
                    <a:lnTo>
                      <a:pt x="493" y="321"/>
                    </a:lnTo>
                    <a:lnTo>
                      <a:pt x="121" y="25"/>
                    </a:lnTo>
                    <a:close/>
                    <a:moveTo>
                      <a:pt x="0" y="148"/>
                    </a:moveTo>
                    <a:cubicBezTo>
                      <a:pt x="0" y="146"/>
                      <a:pt x="1" y="143"/>
                      <a:pt x="3" y="142"/>
                    </a:cubicBezTo>
                    <a:lnTo>
                      <a:pt x="112" y="5"/>
                    </a:lnTo>
                    <a:cubicBezTo>
                      <a:pt x="115" y="0"/>
                      <a:pt x="122" y="0"/>
                      <a:pt x="126" y="3"/>
                    </a:cubicBezTo>
                    <a:lnTo>
                      <a:pt x="513" y="312"/>
                    </a:lnTo>
                    <a:cubicBezTo>
                      <a:pt x="515" y="313"/>
                      <a:pt x="517" y="316"/>
                      <a:pt x="517" y="318"/>
                    </a:cubicBezTo>
                    <a:cubicBezTo>
                      <a:pt x="517" y="321"/>
                      <a:pt x="516" y="324"/>
                      <a:pt x="515" y="326"/>
                    </a:cubicBezTo>
                    <a:lnTo>
                      <a:pt x="406" y="462"/>
                    </a:lnTo>
                    <a:cubicBezTo>
                      <a:pt x="402" y="467"/>
                      <a:pt x="396" y="467"/>
                      <a:pt x="392" y="464"/>
                    </a:cubicBezTo>
                    <a:lnTo>
                      <a:pt x="4" y="156"/>
                    </a:lnTo>
                    <a:cubicBezTo>
                      <a:pt x="2" y="154"/>
                      <a:pt x="1" y="152"/>
                      <a:pt x="0" y="149"/>
                    </a:cubicBezTo>
                    <a:cubicBezTo>
                      <a:pt x="0" y="149"/>
                      <a:pt x="0" y="148"/>
                      <a:pt x="0" y="14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19" name="Freeform 8"/>
              <p:cNvSpPr>
                <a:spLocks noEditPoints="1"/>
              </p:cNvSpPr>
              <p:nvPr/>
            </p:nvSpPr>
            <p:spPr bwMode="auto">
              <a:xfrm>
                <a:off x="8794" y="3265"/>
                <a:ext cx="351" cy="366"/>
              </a:xfrm>
              <a:custGeom>
                <a:avLst/>
                <a:gdLst>
                  <a:gd name="T0" fmla="*/ 731 w 1319"/>
                  <a:gd name="T1" fmla="*/ 23 h 1380"/>
                  <a:gd name="T2" fmla="*/ 24 w 1319"/>
                  <a:gd name="T3" fmla="*/ 900 h 1380"/>
                  <a:gd name="T4" fmla="*/ 588 w 1319"/>
                  <a:gd name="T5" fmla="*/ 1355 h 1380"/>
                  <a:gd name="T6" fmla="*/ 1295 w 1319"/>
                  <a:gd name="T7" fmla="*/ 479 h 1380"/>
                  <a:gd name="T8" fmla="*/ 731 w 1319"/>
                  <a:gd name="T9" fmla="*/ 23 h 1380"/>
                  <a:gd name="T10" fmla="*/ 0 w 1319"/>
                  <a:gd name="T11" fmla="*/ 901 h 1380"/>
                  <a:gd name="T12" fmla="*/ 2 w 1319"/>
                  <a:gd name="T13" fmla="*/ 895 h 1380"/>
                  <a:gd name="T14" fmla="*/ 722 w 1319"/>
                  <a:gd name="T15" fmla="*/ 3 h 1380"/>
                  <a:gd name="T16" fmla="*/ 728 w 1319"/>
                  <a:gd name="T17" fmla="*/ 0 h 1380"/>
                  <a:gd name="T18" fmla="*/ 736 w 1319"/>
                  <a:gd name="T19" fmla="*/ 2 h 1380"/>
                  <a:gd name="T20" fmla="*/ 1315 w 1319"/>
                  <a:gd name="T21" fmla="*/ 470 h 1380"/>
                  <a:gd name="T22" fmla="*/ 1319 w 1319"/>
                  <a:gd name="T23" fmla="*/ 476 h 1380"/>
                  <a:gd name="T24" fmla="*/ 1317 w 1319"/>
                  <a:gd name="T25" fmla="*/ 484 h 1380"/>
                  <a:gd name="T26" fmla="*/ 597 w 1319"/>
                  <a:gd name="T27" fmla="*/ 1375 h 1380"/>
                  <a:gd name="T28" fmla="*/ 583 w 1319"/>
                  <a:gd name="T29" fmla="*/ 1377 h 1380"/>
                  <a:gd name="T30" fmla="*/ 4 w 1319"/>
                  <a:gd name="T31" fmla="*/ 909 h 1380"/>
                  <a:gd name="T32" fmla="*/ 0 w 1319"/>
                  <a:gd name="T33" fmla="*/ 901 h 1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19" h="1380">
                    <a:moveTo>
                      <a:pt x="731" y="23"/>
                    </a:moveTo>
                    <a:lnTo>
                      <a:pt x="24" y="900"/>
                    </a:lnTo>
                    <a:lnTo>
                      <a:pt x="588" y="1355"/>
                    </a:lnTo>
                    <a:lnTo>
                      <a:pt x="1295" y="479"/>
                    </a:lnTo>
                    <a:lnTo>
                      <a:pt x="731" y="23"/>
                    </a:lnTo>
                    <a:close/>
                    <a:moveTo>
                      <a:pt x="0" y="901"/>
                    </a:moveTo>
                    <a:cubicBezTo>
                      <a:pt x="0" y="899"/>
                      <a:pt x="1" y="897"/>
                      <a:pt x="2" y="895"/>
                    </a:cubicBezTo>
                    <a:lnTo>
                      <a:pt x="722" y="3"/>
                    </a:lnTo>
                    <a:cubicBezTo>
                      <a:pt x="723" y="1"/>
                      <a:pt x="726" y="0"/>
                      <a:pt x="728" y="0"/>
                    </a:cubicBezTo>
                    <a:cubicBezTo>
                      <a:pt x="731" y="0"/>
                      <a:pt x="734" y="0"/>
                      <a:pt x="736" y="2"/>
                    </a:cubicBezTo>
                    <a:lnTo>
                      <a:pt x="1315" y="470"/>
                    </a:lnTo>
                    <a:cubicBezTo>
                      <a:pt x="1317" y="471"/>
                      <a:pt x="1318" y="474"/>
                      <a:pt x="1319" y="476"/>
                    </a:cubicBezTo>
                    <a:cubicBezTo>
                      <a:pt x="1319" y="479"/>
                      <a:pt x="1318" y="482"/>
                      <a:pt x="1317" y="484"/>
                    </a:cubicBezTo>
                    <a:lnTo>
                      <a:pt x="597" y="1375"/>
                    </a:lnTo>
                    <a:cubicBezTo>
                      <a:pt x="593" y="1379"/>
                      <a:pt x="587" y="1380"/>
                      <a:pt x="583" y="1377"/>
                    </a:cubicBezTo>
                    <a:lnTo>
                      <a:pt x="4" y="909"/>
                    </a:lnTo>
                    <a:cubicBezTo>
                      <a:pt x="1" y="907"/>
                      <a:pt x="0" y="904"/>
                      <a:pt x="0" y="90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0" name="Freeform 9"/>
              <p:cNvSpPr>
                <a:spLocks noEditPoints="1"/>
              </p:cNvSpPr>
              <p:nvPr/>
            </p:nvSpPr>
            <p:spPr bwMode="auto">
              <a:xfrm>
                <a:off x="9511" y="3246"/>
                <a:ext cx="206" cy="206"/>
              </a:xfrm>
              <a:custGeom>
                <a:avLst/>
                <a:gdLst>
                  <a:gd name="T0" fmla="*/ 488 w 774"/>
                  <a:gd name="T1" fmla="*/ 25 h 776"/>
                  <a:gd name="T2" fmla="*/ 24 w 774"/>
                  <a:gd name="T3" fmla="*/ 489 h 776"/>
                  <a:gd name="T4" fmla="*/ 286 w 774"/>
                  <a:gd name="T5" fmla="*/ 751 h 776"/>
                  <a:gd name="T6" fmla="*/ 750 w 774"/>
                  <a:gd name="T7" fmla="*/ 287 h 776"/>
                  <a:gd name="T8" fmla="*/ 488 w 774"/>
                  <a:gd name="T9" fmla="*/ 25 h 776"/>
                  <a:gd name="T10" fmla="*/ 0 w 774"/>
                  <a:gd name="T11" fmla="*/ 489 h 776"/>
                  <a:gd name="T12" fmla="*/ 3 w 774"/>
                  <a:gd name="T13" fmla="*/ 482 h 776"/>
                  <a:gd name="T14" fmla="*/ 481 w 774"/>
                  <a:gd name="T15" fmla="*/ 4 h 776"/>
                  <a:gd name="T16" fmla="*/ 495 w 774"/>
                  <a:gd name="T17" fmla="*/ 4 h 776"/>
                  <a:gd name="T18" fmla="*/ 771 w 774"/>
                  <a:gd name="T19" fmla="*/ 280 h 776"/>
                  <a:gd name="T20" fmla="*/ 771 w 774"/>
                  <a:gd name="T21" fmla="*/ 294 h 776"/>
                  <a:gd name="T22" fmla="*/ 293 w 774"/>
                  <a:gd name="T23" fmla="*/ 772 h 776"/>
                  <a:gd name="T24" fmla="*/ 279 w 774"/>
                  <a:gd name="T25" fmla="*/ 772 h 776"/>
                  <a:gd name="T26" fmla="*/ 3 w 774"/>
                  <a:gd name="T27" fmla="*/ 496 h 776"/>
                  <a:gd name="T28" fmla="*/ 0 w 774"/>
                  <a:gd name="T29" fmla="*/ 489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4" h="776">
                    <a:moveTo>
                      <a:pt x="488" y="25"/>
                    </a:moveTo>
                    <a:lnTo>
                      <a:pt x="24" y="489"/>
                    </a:lnTo>
                    <a:lnTo>
                      <a:pt x="286" y="751"/>
                    </a:lnTo>
                    <a:lnTo>
                      <a:pt x="750" y="287"/>
                    </a:lnTo>
                    <a:lnTo>
                      <a:pt x="488" y="25"/>
                    </a:lnTo>
                    <a:close/>
                    <a:moveTo>
                      <a:pt x="0" y="489"/>
                    </a:moveTo>
                    <a:cubicBezTo>
                      <a:pt x="0" y="486"/>
                      <a:pt x="1" y="484"/>
                      <a:pt x="3" y="482"/>
                    </a:cubicBezTo>
                    <a:lnTo>
                      <a:pt x="481" y="4"/>
                    </a:lnTo>
                    <a:cubicBezTo>
                      <a:pt x="484" y="0"/>
                      <a:pt x="491" y="0"/>
                      <a:pt x="495" y="4"/>
                    </a:cubicBezTo>
                    <a:lnTo>
                      <a:pt x="771" y="280"/>
                    </a:lnTo>
                    <a:cubicBezTo>
                      <a:pt x="774" y="284"/>
                      <a:pt x="774" y="290"/>
                      <a:pt x="771" y="294"/>
                    </a:cubicBezTo>
                    <a:lnTo>
                      <a:pt x="293" y="772"/>
                    </a:lnTo>
                    <a:cubicBezTo>
                      <a:pt x="289" y="776"/>
                      <a:pt x="283" y="776"/>
                      <a:pt x="279" y="772"/>
                    </a:cubicBezTo>
                    <a:lnTo>
                      <a:pt x="3" y="496"/>
                    </a:lnTo>
                    <a:cubicBezTo>
                      <a:pt x="1" y="494"/>
                      <a:pt x="0" y="491"/>
                      <a:pt x="0" y="48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1" name="Freeform 10"/>
              <p:cNvSpPr>
                <a:spLocks/>
              </p:cNvSpPr>
              <p:nvPr/>
            </p:nvSpPr>
            <p:spPr bwMode="auto">
              <a:xfrm>
                <a:off x="11896" y="946"/>
                <a:ext cx="54" cy="54"/>
              </a:xfrm>
              <a:custGeom>
                <a:avLst/>
                <a:gdLst>
                  <a:gd name="T0" fmla="*/ 0 w 203"/>
                  <a:gd name="T1" fmla="*/ 11 h 203"/>
                  <a:gd name="T2" fmla="*/ 3 w 203"/>
                  <a:gd name="T3" fmla="*/ 4 h 203"/>
                  <a:gd name="T4" fmla="*/ 17 w 203"/>
                  <a:gd name="T5" fmla="*/ 4 h 203"/>
                  <a:gd name="T6" fmla="*/ 199 w 203"/>
                  <a:gd name="T7" fmla="*/ 186 h 203"/>
                  <a:gd name="T8" fmla="*/ 199 w 203"/>
                  <a:gd name="T9" fmla="*/ 199 h 203"/>
                  <a:gd name="T10" fmla="*/ 185 w 203"/>
                  <a:gd name="T11" fmla="*/ 199 h 203"/>
                  <a:gd name="T12" fmla="*/ 3 w 203"/>
                  <a:gd name="T13" fmla="*/ 18 h 203"/>
                  <a:gd name="T14" fmla="*/ 0 w 203"/>
                  <a:gd name="T15" fmla="*/ 11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3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6"/>
                    </a:lnTo>
                    <a:cubicBezTo>
                      <a:pt x="203" y="189"/>
                      <a:pt x="203" y="196"/>
                      <a:pt x="199" y="199"/>
                    </a:cubicBezTo>
                    <a:cubicBezTo>
                      <a:pt x="195" y="203"/>
                      <a:pt x="189" y="203"/>
                      <a:pt x="185" y="199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2" name="Freeform 11"/>
              <p:cNvSpPr>
                <a:spLocks/>
              </p:cNvSpPr>
              <p:nvPr/>
            </p:nvSpPr>
            <p:spPr bwMode="auto">
              <a:xfrm>
                <a:off x="11932" y="911"/>
                <a:ext cx="54" cy="54"/>
              </a:xfrm>
              <a:custGeom>
                <a:avLst/>
                <a:gdLst>
                  <a:gd name="T0" fmla="*/ 0 w 203"/>
                  <a:gd name="T1" fmla="*/ 11 h 203"/>
                  <a:gd name="T2" fmla="*/ 3 w 203"/>
                  <a:gd name="T3" fmla="*/ 4 h 203"/>
                  <a:gd name="T4" fmla="*/ 17 w 203"/>
                  <a:gd name="T5" fmla="*/ 4 h 203"/>
                  <a:gd name="T6" fmla="*/ 199 w 203"/>
                  <a:gd name="T7" fmla="*/ 185 h 203"/>
                  <a:gd name="T8" fmla="*/ 199 w 203"/>
                  <a:gd name="T9" fmla="*/ 199 h 203"/>
                  <a:gd name="T10" fmla="*/ 185 w 203"/>
                  <a:gd name="T11" fmla="*/ 199 h 203"/>
                  <a:gd name="T12" fmla="*/ 3 w 203"/>
                  <a:gd name="T13" fmla="*/ 18 h 203"/>
                  <a:gd name="T14" fmla="*/ 0 w 203"/>
                  <a:gd name="T15" fmla="*/ 11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3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5"/>
                    </a:lnTo>
                    <a:cubicBezTo>
                      <a:pt x="203" y="189"/>
                      <a:pt x="203" y="195"/>
                      <a:pt x="199" y="199"/>
                    </a:cubicBezTo>
                    <a:cubicBezTo>
                      <a:pt x="195" y="203"/>
                      <a:pt x="189" y="203"/>
                      <a:pt x="185" y="199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3" name="Freeform 12"/>
              <p:cNvSpPr>
                <a:spLocks/>
              </p:cNvSpPr>
              <p:nvPr/>
            </p:nvSpPr>
            <p:spPr bwMode="auto">
              <a:xfrm>
                <a:off x="9879" y="2059"/>
                <a:ext cx="32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6 h 90"/>
                  <a:gd name="T8" fmla="*/ 114 w 119"/>
                  <a:gd name="T9" fmla="*/ 20 h 90"/>
                  <a:gd name="T10" fmla="*/ 15 w 119"/>
                  <a:gd name="T11" fmla="*/ 87 h 90"/>
                  <a:gd name="T12" fmla="*/ 1 w 119"/>
                  <a:gd name="T13" fmla="*/ 85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7" y="0"/>
                      <a:pt x="113" y="2"/>
                      <a:pt x="116" y="6"/>
                    </a:cubicBezTo>
                    <a:cubicBezTo>
                      <a:pt x="119" y="10"/>
                      <a:pt x="118" y="17"/>
                      <a:pt x="114" y="20"/>
                    </a:cubicBezTo>
                    <a:lnTo>
                      <a:pt x="15" y="87"/>
                    </a:lnTo>
                    <a:cubicBezTo>
                      <a:pt x="11" y="90"/>
                      <a:pt x="5" y="89"/>
                      <a:pt x="1" y="85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4" name="Freeform 13"/>
              <p:cNvSpPr>
                <a:spLocks/>
              </p:cNvSpPr>
              <p:nvPr/>
            </p:nvSpPr>
            <p:spPr bwMode="auto">
              <a:xfrm>
                <a:off x="9855" y="2058"/>
                <a:ext cx="16" cy="12"/>
              </a:xfrm>
              <a:custGeom>
                <a:avLst/>
                <a:gdLst>
                  <a:gd name="T0" fmla="*/ 0 w 59"/>
                  <a:gd name="T1" fmla="*/ 37 h 48"/>
                  <a:gd name="T2" fmla="*/ 5 w 59"/>
                  <a:gd name="T3" fmla="*/ 29 h 48"/>
                  <a:gd name="T4" fmla="*/ 42 w 59"/>
                  <a:gd name="T5" fmla="*/ 3 h 48"/>
                  <a:gd name="T6" fmla="*/ 56 w 59"/>
                  <a:gd name="T7" fmla="*/ 6 h 48"/>
                  <a:gd name="T8" fmla="*/ 54 w 59"/>
                  <a:gd name="T9" fmla="*/ 19 h 48"/>
                  <a:gd name="T10" fmla="*/ 16 w 59"/>
                  <a:gd name="T11" fmla="*/ 45 h 48"/>
                  <a:gd name="T12" fmla="*/ 2 w 59"/>
                  <a:gd name="T13" fmla="*/ 43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2" y="31"/>
                      <a:pt x="5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6"/>
                    </a:cubicBezTo>
                    <a:cubicBezTo>
                      <a:pt x="59" y="10"/>
                      <a:pt x="58" y="16"/>
                      <a:pt x="54" y="19"/>
                    </a:cubicBezTo>
                    <a:lnTo>
                      <a:pt x="16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5" name="Freeform 14"/>
              <p:cNvSpPr>
                <a:spLocks/>
              </p:cNvSpPr>
              <p:nvPr/>
            </p:nvSpPr>
            <p:spPr bwMode="auto">
              <a:xfrm>
                <a:off x="9865" y="2058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2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6" name="Freeform 15"/>
              <p:cNvSpPr>
                <a:spLocks/>
              </p:cNvSpPr>
              <p:nvPr/>
            </p:nvSpPr>
            <p:spPr bwMode="auto">
              <a:xfrm>
                <a:off x="9882" y="2098"/>
                <a:ext cx="17" cy="13"/>
              </a:xfrm>
              <a:custGeom>
                <a:avLst/>
                <a:gdLst>
                  <a:gd name="T0" fmla="*/ 0 w 65"/>
                  <a:gd name="T1" fmla="*/ 41 h 52"/>
                  <a:gd name="T2" fmla="*/ 5 w 65"/>
                  <a:gd name="T3" fmla="*/ 33 h 52"/>
                  <a:gd name="T4" fmla="*/ 48 w 65"/>
                  <a:gd name="T5" fmla="*/ 3 h 52"/>
                  <a:gd name="T6" fmla="*/ 62 w 65"/>
                  <a:gd name="T7" fmla="*/ 5 h 52"/>
                  <a:gd name="T8" fmla="*/ 59 w 65"/>
                  <a:gd name="T9" fmla="*/ 19 h 52"/>
                  <a:gd name="T10" fmla="*/ 16 w 65"/>
                  <a:gd name="T11" fmla="*/ 49 h 52"/>
                  <a:gd name="T12" fmla="*/ 2 w 65"/>
                  <a:gd name="T13" fmla="*/ 46 h 52"/>
                  <a:gd name="T14" fmla="*/ 0 w 65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2">
                    <a:moveTo>
                      <a:pt x="0" y="41"/>
                    </a:moveTo>
                    <a:cubicBezTo>
                      <a:pt x="0" y="38"/>
                      <a:pt x="2" y="34"/>
                      <a:pt x="5" y="33"/>
                    </a:cubicBezTo>
                    <a:lnTo>
                      <a:pt x="48" y="3"/>
                    </a:lnTo>
                    <a:cubicBezTo>
                      <a:pt x="52" y="0"/>
                      <a:pt x="59" y="1"/>
                      <a:pt x="62" y="5"/>
                    </a:cubicBezTo>
                    <a:cubicBezTo>
                      <a:pt x="65" y="10"/>
                      <a:pt x="64" y="16"/>
                      <a:pt x="59" y="19"/>
                    </a:cubicBezTo>
                    <a:lnTo>
                      <a:pt x="16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1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7" name="Freeform 16"/>
              <p:cNvSpPr>
                <a:spLocks/>
              </p:cNvSpPr>
              <p:nvPr/>
            </p:nvSpPr>
            <p:spPr bwMode="auto">
              <a:xfrm>
                <a:off x="9887" y="2088"/>
                <a:ext cx="12" cy="15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3 w 47"/>
                  <a:gd name="T7" fmla="*/ 40 h 57"/>
                  <a:gd name="T8" fmla="*/ 41 w 47"/>
                  <a:gd name="T9" fmla="*/ 54 h 57"/>
                  <a:gd name="T10" fmla="*/ 28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3" y="40"/>
                    </a:lnTo>
                    <a:cubicBezTo>
                      <a:pt x="47" y="44"/>
                      <a:pt x="46" y="51"/>
                      <a:pt x="41" y="54"/>
                    </a:cubicBezTo>
                    <a:cubicBezTo>
                      <a:pt x="37" y="57"/>
                      <a:pt x="31" y="56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8" name="Freeform 17"/>
              <p:cNvSpPr>
                <a:spLocks/>
              </p:cNvSpPr>
              <p:nvPr/>
            </p:nvSpPr>
            <p:spPr bwMode="auto">
              <a:xfrm>
                <a:off x="9950" y="2167"/>
                <a:ext cx="32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6 h 90"/>
                  <a:gd name="T8" fmla="*/ 113 w 119"/>
                  <a:gd name="T9" fmla="*/ 19 h 90"/>
                  <a:gd name="T10" fmla="*/ 15 w 119"/>
                  <a:gd name="T11" fmla="*/ 87 h 90"/>
                  <a:gd name="T12" fmla="*/ 1 w 119"/>
                  <a:gd name="T13" fmla="*/ 85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6" y="0"/>
                      <a:pt x="113" y="1"/>
                      <a:pt x="116" y="6"/>
                    </a:cubicBezTo>
                    <a:cubicBezTo>
                      <a:pt x="119" y="10"/>
                      <a:pt x="118" y="16"/>
                      <a:pt x="113" y="19"/>
                    </a:cubicBezTo>
                    <a:lnTo>
                      <a:pt x="15" y="87"/>
                    </a:lnTo>
                    <a:cubicBezTo>
                      <a:pt x="11" y="90"/>
                      <a:pt x="4" y="89"/>
                      <a:pt x="1" y="85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9" name="Freeform 18"/>
              <p:cNvSpPr>
                <a:spLocks/>
              </p:cNvSpPr>
              <p:nvPr/>
            </p:nvSpPr>
            <p:spPr bwMode="auto">
              <a:xfrm>
                <a:off x="9927" y="2166"/>
                <a:ext cx="15" cy="13"/>
              </a:xfrm>
              <a:custGeom>
                <a:avLst/>
                <a:gdLst>
                  <a:gd name="T0" fmla="*/ 0 w 59"/>
                  <a:gd name="T1" fmla="*/ 37 h 48"/>
                  <a:gd name="T2" fmla="*/ 4 w 59"/>
                  <a:gd name="T3" fmla="*/ 29 h 48"/>
                  <a:gd name="T4" fmla="*/ 42 w 59"/>
                  <a:gd name="T5" fmla="*/ 3 h 48"/>
                  <a:gd name="T6" fmla="*/ 56 w 59"/>
                  <a:gd name="T7" fmla="*/ 5 h 48"/>
                  <a:gd name="T8" fmla="*/ 53 w 59"/>
                  <a:gd name="T9" fmla="*/ 19 h 48"/>
                  <a:gd name="T10" fmla="*/ 15 w 59"/>
                  <a:gd name="T11" fmla="*/ 45 h 48"/>
                  <a:gd name="T12" fmla="*/ 2 w 59"/>
                  <a:gd name="T13" fmla="*/ 42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1" y="30"/>
                      <a:pt x="4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59" y="10"/>
                      <a:pt x="58" y="16"/>
                      <a:pt x="53" y="19"/>
                    </a:cubicBezTo>
                    <a:lnTo>
                      <a:pt x="15" y="45"/>
                    </a:lnTo>
                    <a:cubicBezTo>
                      <a:pt x="11" y="48"/>
                      <a:pt x="5" y="47"/>
                      <a:pt x="2" y="42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0" name="Freeform 19"/>
              <p:cNvSpPr>
                <a:spLocks/>
              </p:cNvSpPr>
              <p:nvPr/>
            </p:nvSpPr>
            <p:spPr bwMode="auto">
              <a:xfrm>
                <a:off x="9937" y="2166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1 w 45"/>
                  <a:gd name="T7" fmla="*/ 37 h 54"/>
                  <a:gd name="T8" fmla="*/ 39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1" y="37"/>
                    </a:lnTo>
                    <a:cubicBezTo>
                      <a:pt x="45" y="41"/>
                      <a:pt x="44" y="47"/>
                      <a:pt x="39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1" name="Freeform 20"/>
              <p:cNvSpPr>
                <a:spLocks/>
              </p:cNvSpPr>
              <p:nvPr/>
            </p:nvSpPr>
            <p:spPr bwMode="auto">
              <a:xfrm>
                <a:off x="9953" y="2206"/>
                <a:ext cx="18" cy="14"/>
              </a:xfrm>
              <a:custGeom>
                <a:avLst/>
                <a:gdLst>
                  <a:gd name="T0" fmla="*/ 0 w 65"/>
                  <a:gd name="T1" fmla="*/ 42 h 53"/>
                  <a:gd name="T2" fmla="*/ 5 w 65"/>
                  <a:gd name="T3" fmla="*/ 34 h 53"/>
                  <a:gd name="T4" fmla="*/ 48 w 65"/>
                  <a:gd name="T5" fmla="*/ 4 h 53"/>
                  <a:gd name="T6" fmla="*/ 62 w 65"/>
                  <a:gd name="T7" fmla="*/ 6 h 53"/>
                  <a:gd name="T8" fmla="*/ 59 w 65"/>
                  <a:gd name="T9" fmla="*/ 20 h 53"/>
                  <a:gd name="T10" fmla="*/ 16 w 65"/>
                  <a:gd name="T11" fmla="*/ 50 h 53"/>
                  <a:gd name="T12" fmla="*/ 2 w 65"/>
                  <a:gd name="T13" fmla="*/ 47 h 53"/>
                  <a:gd name="T14" fmla="*/ 0 w 65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3">
                    <a:moveTo>
                      <a:pt x="0" y="42"/>
                    </a:moveTo>
                    <a:cubicBezTo>
                      <a:pt x="0" y="39"/>
                      <a:pt x="2" y="35"/>
                      <a:pt x="5" y="34"/>
                    </a:cubicBezTo>
                    <a:lnTo>
                      <a:pt x="48" y="4"/>
                    </a:lnTo>
                    <a:cubicBezTo>
                      <a:pt x="52" y="0"/>
                      <a:pt x="58" y="2"/>
                      <a:pt x="62" y="6"/>
                    </a:cubicBezTo>
                    <a:cubicBezTo>
                      <a:pt x="65" y="11"/>
                      <a:pt x="64" y="17"/>
                      <a:pt x="59" y="20"/>
                    </a:cubicBezTo>
                    <a:lnTo>
                      <a:pt x="16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1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2" name="Freeform 21"/>
              <p:cNvSpPr>
                <a:spLocks/>
              </p:cNvSpPr>
              <p:nvPr/>
            </p:nvSpPr>
            <p:spPr bwMode="auto">
              <a:xfrm>
                <a:off x="9958" y="2196"/>
                <a:ext cx="13" cy="16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3 w 47"/>
                  <a:gd name="T7" fmla="*/ 40 h 57"/>
                  <a:gd name="T8" fmla="*/ 41 w 47"/>
                  <a:gd name="T9" fmla="*/ 54 h 57"/>
                  <a:gd name="T10" fmla="*/ 27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5" y="1"/>
                      <a:pt x="18" y="5"/>
                    </a:cubicBezTo>
                    <a:lnTo>
                      <a:pt x="43" y="40"/>
                    </a:lnTo>
                    <a:cubicBezTo>
                      <a:pt x="47" y="44"/>
                      <a:pt x="46" y="50"/>
                      <a:pt x="41" y="54"/>
                    </a:cubicBezTo>
                    <a:cubicBezTo>
                      <a:pt x="37" y="57"/>
                      <a:pt x="31" y="56"/>
                      <a:pt x="27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3" name="Freeform 22"/>
              <p:cNvSpPr>
                <a:spLocks/>
              </p:cNvSpPr>
              <p:nvPr/>
            </p:nvSpPr>
            <p:spPr bwMode="auto">
              <a:xfrm>
                <a:off x="9957" y="1931"/>
                <a:ext cx="31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5 h 90"/>
                  <a:gd name="T8" fmla="*/ 113 w 119"/>
                  <a:gd name="T9" fmla="*/ 19 h 90"/>
                  <a:gd name="T10" fmla="*/ 15 w 119"/>
                  <a:gd name="T11" fmla="*/ 87 h 90"/>
                  <a:gd name="T12" fmla="*/ 1 w 119"/>
                  <a:gd name="T13" fmla="*/ 84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7" y="0"/>
                      <a:pt x="113" y="1"/>
                      <a:pt x="116" y="5"/>
                    </a:cubicBezTo>
                    <a:cubicBezTo>
                      <a:pt x="119" y="10"/>
                      <a:pt x="118" y="16"/>
                      <a:pt x="113" y="19"/>
                    </a:cubicBezTo>
                    <a:lnTo>
                      <a:pt x="15" y="87"/>
                    </a:lnTo>
                    <a:cubicBezTo>
                      <a:pt x="11" y="90"/>
                      <a:pt x="5" y="89"/>
                      <a:pt x="1" y="84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4" name="Freeform 23"/>
              <p:cNvSpPr>
                <a:spLocks/>
              </p:cNvSpPr>
              <p:nvPr/>
            </p:nvSpPr>
            <p:spPr bwMode="auto">
              <a:xfrm>
                <a:off x="9933" y="1930"/>
                <a:ext cx="15" cy="13"/>
              </a:xfrm>
              <a:custGeom>
                <a:avLst/>
                <a:gdLst>
                  <a:gd name="T0" fmla="*/ 0 w 59"/>
                  <a:gd name="T1" fmla="*/ 37 h 48"/>
                  <a:gd name="T2" fmla="*/ 4 w 59"/>
                  <a:gd name="T3" fmla="*/ 29 h 48"/>
                  <a:gd name="T4" fmla="*/ 42 w 59"/>
                  <a:gd name="T5" fmla="*/ 3 h 48"/>
                  <a:gd name="T6" fmla="*/ 56 w 59"/>
                  <a:gd name="T7" fmla="*/ 5 h 48"/>
                  <a:gd name="T8" fmla="*/ 54 w 59"/>
                  <a:gd name="T9" fmla="*/ 19 h 48"/>
                  <a:gd name="T10" fmla="*/ 15 w 59"/>
                  <a:gd name="T11" fmla="*/ 45 h 48"/>
                  <a:gd name="T12" fmla="*/ 2 w 59"/>
                  <a:gd name="T13" fmla="*/ 43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1" y="31"/>
                      <a:pt x="4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59" y="10"/>
                      <a:pt x="58" y="16"/>
                      <a:pt x="54" y="19"/>
                    </a:cubicBezTo>
                    <a:lnTo>
                      <a:pt x="15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5" name="Freeform 24"/>
              <p:cNvSpPr>
                <a:spLocks/>
              </p:cNvSpPr>
              <p:nvPr/>
            </p:nvSpPr>
            <p:spPr bwMode="auto">
              <a:xfrm>
                <a:off x="9943" y="1930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1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6" name="Freeform 25"/>
              <p:cNvSpPr>
                <a:spLocks/>
              </p:cNvSpPr>
              <p:nvPr/>
            </p:nvSpPr>
            <p:spPr bwMode="auto">
              <a:xfrm>
                <a:off x="9960" y="1970"/>
                <a:ext cx="17" cy="14"/>
              </a:xfrm>
              <a:custGeom>
                <a:avLst/>
                <a:gdLst>
                  <a:gd name="T0" fmla="*/ 0 w 65"/>
                  <a:gd name="T1" fmla="*/ 41 h 52"/>
                  <a:gd name="T2" fmla="*/ 5 w 65"/>
                  <a:gd name="T3" fmla="*/ 33 h 52"/>
                  <a:gd name="T4" fmla="*/ 48 w 65"/>
                  <a:gd name="T5" fmla="*/ 3 h 52"/>
                  <a:gd name="T6" fmla="*/ 62 w 65"/>
                  <a:gd name="T7" fmla="*/ 5 h 52"/>
                  <a:gd name="T8" fmla="*/ 59 w 65"/>
                  <a:gd name="T9" fmla="*/ 19 h 52"/>
                  <a:gd name="T10" fmla="*/ 16 w 65"/>
                  <a:gd name="T11" fmla="*/ 49 h 52"/>
                  <a:gd name="T12" fmla="*/ 2 w 65"/>
                  <a:gd name="T13" fmla="*/ 46 h 52"/>
                  <a:gd name="T14" fmla="*/ 0 w 65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2">
                    <a:moveTo>
                      <a:pt x="0" y="41"/>
                    </a:moveTo>
                    <a:cubicBezTo>
                      <a:pt x="0" y="38"/>
                      <a:pt x="2" y="34"/>
                      <a:pt x="5" y="33"/>
                    </a:cubicBezTo>
                    <a:lnTo>
                      <a:pt x="48" y="3"/>
                    </a:lnTo>
                    <a:cubicBezTo>
                      <a:pt x="53" y="0"/>
                      <a:pt x="59" y="1"/>
                      <a:pt x="62" y="5"/>
                    </a:cubicBezTo>
                    <a:cubicBezTo>
                      <a:pt x="65" y="10"/>
                      <a:pt x="64" y="16"/>
                      <a:pt x="59" y="19"/>
                    </a:cubicBezTo>
                    <a:lnTo>
                      <a:pt x="16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1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7" name="Freeform 26"/>
              <p:cNvSpPr>
                <a:spLocks/>
              </p:cNvSpPr>
              <p:nvPr/>
            </p:nvSpPr>
            <p:spPr bwMode="auto">
              <a:xfrm>
                <a:off x="9964" y="1961"/>
                <a:ext cx="13" cy="15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4 w 47"/>
                  <a:gd name="T7" fmla="*/ 40 h 57"/>
                  <a:gd name="T8" fmla="*/ 41 w 47"/>
                  <a:gd name="T9" fmla="*/ 54 h 57"/>
                  <a:gd name="T10" fmla="*/ 28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4" y="40"/>
                    </a:lnTo>
                    <a:cubicBezTo>
                      <a:pt x="47" y="45"/>
                      <a:pt x="46" y="51"/>
                      <a:pt x="41" y="54"/>
                    </a:cubicBezTo>
                    <a:cubicBezTo>
                      <a:pt x="37" y="57"/>
                      <a:pt x="31" y="56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8" name="Freeform 27"/>
              <p:cNvSpPr>
                <a:spLocks/>
              </p:cNvSpPr>
              <p:nvPr/>
            </p:nvSpPr>
            <p:spPr bwMode="auto">
              <a:xfrm>
                <a:off x="10011" y="2062"/>
                <a:ext cx="17" cy="15"/>
              </a:xfrm>
              <a:custGeom>
                <a:avLst/>
                <a:gdLst>
                  <a:gd name="T0" fmla="*/ 0 w 65"/>
                  <a:gd name="T1" fmla="*/ 42 h 53"/>
                  <a:gd name="T2" fmla="*/ 5 w 65"/>
                  <a:gd name="T3" fmla="*/ 34 h 53"/>
                  <a:gd name="T4" fmla="*/ 48 w 65"/>
                  <a:gd name="T5" fmla="*/ 3 h 53"/>
                  <a:gd name="T6" fmla="*/ 62 w 65"/>
                  <a:gd name="T7" fmla="*/ 6 h 53"/>
                  <a:gd name="T8" fmla="*/ 59 w 65"/>
                  <a:gd name="T9" fmla="*/ 20 h 53"/>
                  <a:gd name="T10" fmla="*/ 16 w 65"/>
                  <a:gd name="T11" fmla="*/ 50 h 53"/>
                  <a:gd name="T12" fmla="*/ 2 w 65"/>
                  <a:gd name="T13" fmla="*/ 47 h 53"/>
                  <a:gd name="T14" fmla="*/ 0 w 65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3">
                    <a:moveTo>
                      <a:pt x="0" y="42"/>
                    </a:moveTo>
                    <a:cubicBezTo>
                      <a:pt x="0" y="38"/>
                      <a:pt x="2" y="35"/>
                      <a:pt x="5" y="34"/>
                    </a:cubicBezTo>
                    <a:lnTo>
                      <a:pt x="48" y="3"/>
                    </a:lnTo>
                    <a:cubicBezTo>
                      <a:pt x="53" y="0"/>
                      <a:pt x="59" y="1"/>
                      <a:pt x="62" y="6"/>
                    </a:cubicBezTo>
                    <a:cubicBezTo>
                      <a:pt x="65" y="10"/>
                      <a:pt x="64" y="16"/>
                      <a:pt x="59" y="20"/>
                    </a:cubicBezTo>
                    <a:lnTo>
                      <a:pt x="16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1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9" name="Freeform 28"/>
              <p:cNvSpPr>
                <a:spLocks/>
              </p:cNvSpPr>
              <p:nvPr/>
            </p:nvSpPr>
            <p:spPr bwMode="auto">
              <a:xfrm>
                <a:off x="10015" y="2053"/>
                <a:ext cx="13" cy="16"/>
              </a:xfrm>
              <a:custGeom>
                <a:avLst/>
                <a:gdLst>
                  <a:gd name="T0" fmla="*/ 0 w 47"/>
                  <a:gd name="T1" fmla="*/ 11 h 58"/>
                  <a:gd name="T2" fmla="*/ 4 w 47"/>
                  <a:gd name="T3" fmla="*/ 3 h 58"/>
                  <a:gd name="T4" fmla="*/ 18 w 47"/>
                  <a:gd name="T5" fmla="*/ 5 h 58"/>
                  <a:gd name="T6" fmla="*/ 44 w 47"/>
                  <a:gd name="T7" fmla="*/ 41 h 58"/>
                  <a:gd name="T8" fmla="*/ 42 w 47"/>
                  <a:gd name="T9" fmla="*/ 54 h 58"/>
                  <a:gd name="T10" fmla="*/ 28 w 47"/>
                  <a:gd name="T11" fmla="*/ 52 h 58"/>
                  <a:gd name="T12" fmla="*/ 2 w 47"/>
                  <a:gd name="T13" fmla="*/ 17 h 58"/>
                  <a:gd name="T14" fmla="*/ 0 w 47"/>
                  <a:gd name="T15" fmla="*/ 1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4"/>
                    </a:cubicBezTo>
                    <a:cubicBezTo>
                      <a:pt x="37" y="58"/>
                      <a:pt x="31" y="57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0" name="Freeform 29"/>
              <p:cNvSpPr>
                <a:spLocks/>
              </p:cNvSpPr>
              <p:nvPr/>
            </p:nvSpPr>
            <p:spPr bwMode="auto">
              <a:xfrm>
                <a:off x="10026" y="2109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8 w 64"/>
                  <a:gd name="T5" fmla="*/ 3 h 52"/>
                  <a:gd name="T6" fmla="*/ 61 w 64"/>
                  <a:gd name="T7" fmla="*/ 5 h 52"/>
                  <a:gd name="T8" fmla="*/ 59 w 64"/>
                  <a:gd name="T9" fmla="*/ 19 h 52"/>
                  <a:gd name="T10" fmla="*/ 15 w 64"/>
                  <a:gd name="T11" fmla="*/ 49 h 52"/>
                  <a:gd name="T12" fmla="*/ 2 w 64"/>
                  <a:gd name="T13" fmla="*/ 46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8" y="3"/>
                    </a:lnTo>
                    <a:cubicBezTo>
                      <a:pt x="52" y="0"/>
                      <a:pt x="58" y="1"/>
                      <a:pt x="61" y="5"/>
                    </a:cubicBezTo>
                    <a:cubicBezTo>
                      <a:pt x="64" y="10"/>
                      <a:pt x="63" y="16"/>
                      <a:pt x="59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1" name="Freeform 30"/>
              <p:cNvSpPr>
                <a:spLocks/>
              </p:cNvSpPr>
              <p:nvPr/>
            </p:nvSpPr>
            <p:spPr bwMode="auto">
              <a:xfrm>
                <a:off x="10031" y="2100"/>
                <a:ext cx="12" cy="15"/>
              </a:xfrm>
              <a:custGeom>
                <a:avLst/>
                <a:gdLst>
                  <a:gd name="T0" fmla="*/ 0 w 47"/>
                  <a:gd name="T1" fmla="*/ 12 h 58"/>
                  <a:gd name="T2" fmla="*/ 4 w 47"/>
                  <a:gd name="T3" fmla="*/ 4 h 58"/>
                  <a:gd name="T4" fmla="*/ 18 w 47"/>
                  <a:gd name="T5" fmla="*/ 6 h 58"/>
                  <a:gd name="T6" fmla="*/ 44 w 47"/>
                  <a:gd name="T7" fmla="*/ 41 h 58"/>
                  <a:gd name="T8" fmla="*/ 42 w 47"/>
                  <a:gd name="T9" fmla="*/ 55 h 58"/>
                  <a:gd name="T10" fmla="*/ 28 w 47"/>
                  <a:gd name="T11" fmla="*/ 53 h 58"/>
                  <a:gd name="T12" fmla="*/ 2 w 47"/>
                  <a:gd name="T13" fmla="*/ 17 h 58"/>
                  <a:gd name="T14" fmla="*/ 0 w 47"/>
                  <a:gd name="T15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2"/>
                    </a:moveTo>
                    <a:cubicBezTo>
                      <a:pt x="0" y="9"/>
                      <a:pt x="2" y="6"/>
                      <a:pt x="4" y="4"/>
                    </a:cubicBezTo>
                    <a:cubicBezTo>
                      <a:pt x="9" y="0"/>
                      <a:pt x="15" y="1"/>
                      <a:pt x="18" y="6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5"/>
                    </a:cubicBezTo>
                    <a:cubicBezTo>
                      <a:pt x="38" y="58"/>
                      <a:pt x="32" y="57"/>
                      <a:pt x="28" y="53"/>
                    </a:cubicBezTo>
                    <a:lnTo>
                      <a:pt x="2" y="17"/>
                    </a:lnTo>
                    <a:cubicBezTo>
                      <a:pt x="1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2" name="Freeform 31"/>
              <p:cNvSpPr>
                <a:spLocks/>
              </p:cNvSpPr>
              <p:nvPr/>
            </p:nvSpPr>
            <p:spPr bwMode="auto">
              <a:xfrm>
                <a:off x="9849" y="1814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7 w 64"/>
                  <a:gd name="T5" fmla="*/ 3 h 52"/>
                  <a:gd name="T6" fmla="*/ 61 w 64"/>
                  <a:gd name="T7" fmla="*/ 6 h 52"/>
                  <a:gd name="T8" fmla="*/ 58 w 64"/>
                  <a:gd name="T9" fmla="*/ 19 h 52"/>
                  <a:gd name="T10" fmla="*/ 15 w 64"/>
                  <a:gd name="T11" fmla="*/ 49 h 52"/>
                  <a:gd name="T12" fmla="*/ 1 w 64"/>
                  <a:gd name="T13" fmla="*/ 47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7" y="3"/>
                    </a:lnTo>
                    <a:cubicBezTo>
                      <a:pt x="52" y="0"/>
                      <a:pt x="58" y="1"/>
                      <a:pt x="61" y="6"/>
                    </a:cubicBezTo>
                    <a:cubicBezTo>
                      <a:pt x="64" y="10"/>
                      <a:pt x="63" y="16"/>
                      <a:pt x="58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1" y="47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3" name="Freeform 32"/>
              <p:cNvSpPr>
                <a:spLocks/>
              </p:cNvSpPr>
              <p:nvPr/>
            </p:nvSpPr>
            <p:spPr bwMode="auto">
              <a:xfrm>
                <a:off x="9853" y="1804"/>
                <a:ext cx="13" cy="16"/>
              </a:xfrm>
              <a:custGeom>
                <a:avLst/>
                <a:gdLst>
                  <a:gd name="T0" fmla="*/ 0 w 47"/>
                  <a:gd name="T1" fmla="*/ 12 h 58"/>
                  <a:gd name="T2" fmla="*/ 4 w 47"/>
                  <a:gd name="T3" fmla="*/ 4 h 58"/>
                  <a:gd name="T4" fmla="*/ 18 w 47"/>
                  <a:gd name="T5" fmla="*/ 6 h 58"/>
                  <a:gd name="T6" fmla="*/ 44 w 47"/>
                  <a:gd name="T7" fmla="*/ 41 h 58"/>
                  <a:gd name="T8" fmla="*/ 42 w 47"/>
                  <a:gd name="T9" fmla="*/ 54 h 58"/>
                  <a:gd name="T10" fmla="*/ 28 w 47"/>
                  <a:gd name="T11" fmla="*/ 52 h 58"/>
                  <a:gd name="T12" fmla="*/ 2 w 47"/>
                  <a:gd name="T13" fmla="*/ 17 h 58"/>
                  <a:gd name="T14" fmla="*/ 0 w 47"/>
                  <a:gd name="T15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2"/>
                    </a:moveTo>
                    <a:cubicBezTo>
                      <a:pt x="0" y="9"/>
                      <a:pt x="2" y="6"/>
                      <a:pt x="4" y="4"/>
                    </a:cubicBezTo>
                    <a:cubicBezTo>
                      <a:pt x="9" y="0"/>
                      <a:pt x="15" y="1"/>
                      <a:pt x="18" y="6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4"/>
                    </a:cubicBezTo>
                    <a:cubicBezTo>
                      <a:pt x="37" y="58"/>
                      <a:pt x="31" y="57"/>
                      <a:pt x="28" y="52"/>
                    </a:cubicBezTo>
                    <a:lnTo>
                      <a:pt x="2" y="17"/>
                    </a:lnTo>
                    <a:cubicBezTo>
                      <a:pt x="1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4" name="Freeform 33"/>
              <p:cNvSpPr>
                <a:spLocks/>
              </p:cNvSpPr>
              <p:nvPr/>
            </p:nvSpPr>
            <p:spPr bwMode="auto">
              <a:xfrm>
                <a:off x="9863" y="1859"/>
                <a:ext cx="17" cy="14"/>
              </a:xfrm>
              <a:custGeom>
                <a:avLst/>
                <a:gdLst>
                  <a:gd name="T0" fmla="*/ 0 w 64"/>
                  <a:gd name="T1" fmla="*/ 42 h 53"/>
                  <a:gd name="T2" fmla="*/ 4 w 64"/>
                  <a:gd name="T3" fmla="*/ 34 h 53"/>
                  <a:gd name="T4" fmla="*/ 48 w 64"/>
                  <a:gd name="T5" fmla="*/ 4 h 53"/>
                  <a:gd name="T6" fmla="*/ 61 w 64"/>
                  <a:gd name="T7" fmla="*/ 6 h 53"/>
                  <a:gd name="T8" fmla="*/ 59 w 64"/>
                  <a:gd name="T9" fmla="*/ 20 h 53"/>
                  <a:gd name="T10" fmla="*/ 15 w 64"/>
                  <a:gd name="T11" fmla="*/ 50 h 53"/>
                  <a:gd name="T12" fmla="*/ 2 w 64"/>
                  <a:gd name="T13" fmla="*/ 47 h 53"/>
                  <a:gd name="T14" fmla="*/ 0 w 64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3">
                    <a:moveTo>
                      <a:pt x="0" y="42"/>
                    </a:moveTo>
                    <a:cubicBezTo>
                      <a:pt x="0" y="39"/>
                      <a:pt x="1" y="36"/>
                      <a:pt x="4" y="34"/>
                    </a:cubicBezTo>
                    <a:lnTo>
                      <a:pt x="48" y="4"/>
                    </a:lnTo>
                    <a:cubicBezTo>
                      <a:pt x="52" y="0"/>
                      <a:pt x="58" y="2"/>
                      <a:pt x="61" y="6"/>
                    </a:cubicBezTo>
                    <a:cubicBezTo>
                      <a:pt x="64" y="11"/>
                      <a:pt x="63" y="17"/>
                      <a:pt x="59" y="20"/>
                    </a:cubicBezTo>
                    <a:lnTo>
                      <a:pt x="15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0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5" name="Freeform 34"/>
              <p:cNvSpPr>
                <a:spLocks/>
              </p:cNvSpPr>
              <p:nvPr/>
            </p:nvSpPr>
            <p:spPr bwMode="auto">
              <a:xfrm>
                <a:off x="9868" y="1850"/>
                <a:ext cx="12" cy="16"/>
              </a:xfrm>
              <a:custGeom>
                <a:avLst/>
                <a:gdLst>
                  <a:gd name="T0" fmla="*/ 0 w 46"/>
                  <a:gd name="T1" fmla="*/ 11 h 57"/>
                  <a:gd name="T2" fmla="*/ 4 w 46"/>
                  <a:gd name="T3" fmla="*/ 3 h 57"/>
                  <a:gd name="T4" fmla="*/ 18 w 46"/>
                  <a:gd name="T5" fmla="*/ 5 h 57"/>
                  <a:gd name="T6" fmla="*/ 43 w 46"/>
                  <a:gd name="T7" fmla="*/ 40 h 57"/>
                  <a:gd name="T8" fmla="*/ 41 w 46"/>
                  <a:gd name="T9" fmla="*/ 54 h 57"/>
                  <a:gd name="T10" fmla="*/ 27 w 46"/>
                  <a:gd name="T11" fmla="*/ 52 h 57"/>
                  <a:gd name="T12" fmla="*/ 2 w 46"/>
                  <a:gd name="T13" fmla="*/ 17 h 57"/>
                  <a:gd name="T14" fmla="*/ 0 w 46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3" y="40"/>
                    </a:lnTo>
                    <a:cubicBezTo>
                      <a:pt x="46" y="44"/>
                      <a:pt x="46" y="50"/>
                      <a:pt x="41" y="54"/>
                    </a:cubicBezTo>
                    <a:cubicBezTo>
                      <a:pt x="37" y="57"/>
                      <a:pt x="31" y="56"/>
                      <a:pt x="27" y="52"/>
                    </a:cubicBezTo>
                    <a:lnTo>
                      <a:pt x="2" y="17"/>
                    </a:lnTo>
                    <a:cubicBezTo>
                      <a:pt x="0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6" name="Freeform 35"/>
              <p:cNvSpPr>
                <a:spLocks/>
              </p:cNvSpPr>
              <p:nvPr/>
            </p:nvSpPr>
            <p:spPr bwMode="auto">
              <a:xfrm>
                <a:off x="9808" y="1951"/>
                <a:ext cx="31" cy="24"/>
              </a:xfrm>
              <a:custGeom>
                <a:avLst/>
                <a:gdLst>
                  <a:gd name="T0" fmla="*/ 0 w 119"/>
                  <a:gd name="T1" fmla="*/ 80 h 91"/>
                  <a:gd name="T2" fmla="*/ 4 w 119"/>
                  <a:gd name="T3" fmla="*/ 72 h 91"/>
                  <a:gd name="T4" fmla="*/ 103 w 119"/>
                  <a:gd name="T5" fmla="*/ 3 h 91"/>
                  <a:gd name="T6" fmla="*/ 116 w 119"/>
                  <a:gd name="T7" fmla="*/ 6 h 91"/>
                  <a:gd name="T8" fmla="*/ 114 w 119"/>
                  <a:gd name="T9" fmla="*/ 20 h 91"/>
                  <a:gd name="T10" fmla="*/ 15 w 119"/>
                  <a:gd name="T11" fmla="*/ 88 h 91"/>
                  <a:gd name="T12" fmla="*/ 2 w 119"/>
                  <a:gd name="T13" fmla="*/ 85 h 91"/>
                  <a:gd name="T14" fmla="*/ 0 w 119"/>
                  <a:gd name="T15" fmla="*/ 8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1">
                    <a:moveTo>
                      <a:pt x="0" y="80"/>
                    </a:moveTo>
                    <a:cubicBezTo>
                      <a:pt x="0" y="77"/>
                      <a:pt x="1" y="73"/>
                      <a:pt x="4" y="72"/>
                    </a:cubicBezTo>
                    <a:lnTo>
                      <a:pt x="103" y="3"/>
                    </a:lnTo>
                    <a:cubicBezTo>
                      <a:pt x="107" y="0"/>
                      <a:pt x="113" y="2"/>
                      <a:pt x="116" y="6"/>
                    </a:cubicBezTo>
                    <a:cubicBezTo>
                      <a:pt x="119" y="10"/>
                      <a:pt x="118" y="17"/>
                      <a:pt x="114" y="20"/>
                    </a:cubicBezTo>
                    <a:lnTo>
                      <a:pt x="15" y="88"/>
                    </a:lnTo>
                    <a:cubicBezTo>
                      <a:pt x="11" y="91"/>
                      <a:pt x="5" y="90"/>
                      <a:pt x="2" y="85"/>
                    </a:cubicBezTo>
                    <a:cubicBezTo>
                      <a:pt x="1" y="84"/>
                      <a:pt x="0" y="82"/>
                      <a:pt x="0" y="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7" name="Freeform 36"/>
              <p:cNvSpPr>
                <a:spLocks/>
              </p:cNvSpPr>
              <p:nvPr/>
            </p:nvSpPr>
            <p:spPr bwMode="auto">
              <a:xfrm>
                <a:off x="9784" y="1950"/>
                <a:ext cx="16" cy="12"/>
              </a:xfrm>
              <a:custGeom>
                <a:avLst/>
                <a:gdLst>
                  <a:gd name="T0" fmla="*/ 0 w 60"/>
                  <a:gd name="T1" fmla="*/ 37 h 48"/>
                  <a:gd name="T2" fmla="*/ 5 w 60"/>
                  <a:gd name="T3" fmla="*/ 29 h 48"/>
                  <a:gd name="T4" fmla="*/ 43 w 60"/>
                  <a:gd name="T5" fmla="*/ 3 h 48"/>
                  <a:gd name="T6" fmla="*/ 56 w 60"/>
                  <a:gd name="T7" fmla="*/ 5 h 48"/>
                  <a:gd name="T8" fmla="*/ 54 w 60"/>
                  <a:gd name="T9" fmla="*/ 19 h 48"/>
                  <a:gd name="T10" fmla="*/ 16 w 60"/>
                  <a:gd name="T11" fmla="*/ 45 h 48"/>
                  <a:gd name="T12" fmla="*/ 2 w 60"/>
                  <a:gd name="T13" fmla="*/ 43 h 48"/>
                  <a:gd name="T14" fmla="*/ 0 w 60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48">
                    <a:moveTo>
                      <a:pt x="0" y="37"/>
                    </a:moveTo>
                    <a:cubicBezTo>
                      <a:pt x="0" y="34"/>
                      <a:pt x="2" y="31"/>
                      <a:pt x="5" y="29"/>
                    </a:cubicBezTo>
                    <a:lnTo>
                      <a:pt x="43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60" y="10"/>
                      <a:pt x="58" y="16"/>
                      <a:pt x="54" y="19"/>
                    </a:cubicBezTo>
                    <a:lnTo>
                      <a:pt x="16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8" name="Freeform 37"/>
              <p:cNvSpPr>
                <a:spLocks/>
              </p:cNvSpPr>
              <p:nvPr/>
            </p:nvSpPr>
            <p:spPr bwMode="auto">
              <a:xfrm>
                <a:off x="9794" y="1950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1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9" name="Freeform 38"/>
              <p:cNvSpPr>
                <a:spLocks/>
              </p:cNvSpPr>
              <p:nvPr/>
            </p:nvSpPr>
            <p:spPr bwMode="auto">
              <a:xfrm>
                <a:off x="9811" y="1989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7 w 64"/>
                  <a:gd name="T5" fmla="*/ 3 h 52"/>
                  <a:gd name="T6" fmla="*/ 61 w 64"/>
                  <a:gd name="T7" fmla="*/ 5 h 52"/>
                  <a:gd name="T8" fmla="*/ 59 w 64"/>
                  <a:gd name="T9" fmla="*/ 19 h 52"/>
                  <a:gd name="T10" fmla="*/ 15 w 64"/>
                  <a:gd name="T11" fmla="*/ 49 h 52"/>
                  <a:gd name="T12" fmla="*/ 1 w 64"/>
                  <a:gd name="T13" fmla="*/ 47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7" y="3"/>
                    </a:lnTo>
                    <a:cubicBezTo>
                      <a:pt x="52" y="0"/>
                      <a:pt x="58" y="1"/>
                      <a:pt x="61" y="5"/>
                    </a:cubicBezTo>
                    <a:cubicBezTo>
                      <a:pt x="64" y="10"/>
                      <a:pt x="63" y="16"/>
                      <a:pt x="59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1" y="47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0" name="Freeform 39"/>
              <p:cNvSpPr>
                <a:spLocks/>
              </p:cNvSpPr>
              <p:nvPr/>
            </p:nvSpPr>
            <p:spPr bwMode="auto">
              <a:xfrm>
                <a:off x="9816" y="1980"/>
                <a:ext cx="12" cy="15"/>
              </a:xfrm>
              <a:custGeom>
                <a:avLst/>
                <a:gdLst>
                  <a:gd name="T0" fmla="*/ 0 w 46"/>
                  <a:gd name="T1" fmla="*/ 11 h 57"/>
                  <a:gd name="T2" fmla="*/ 4 w 46"/>
                  <a:gd name="T3" fmla="*/ 3 h 57"/>
                  <a:gd name="T4" fmla="*/ 17 w 46"/>
                  <a:gd name="T5" fmla="*/ 5 h 57"/>
                  <a:gd name="T6" fmla="*/ 43 w 46"/>
                  <a:gd name="T7" fmla="*/ 40 h 57"/>
                  <a:gd name="T8" fmla="*/ 41 w 46"/>
                  <a:gd name="T9" fmla="*/ 54 h 57"/>
                  <a:gd name="T10" fmla="*/ 27 w 46"/>
                  <a:gd name="T11" fmla="*/ 52 h 57"/>
                  <a:gd name="T12" fmla="*/ 2 w 46"/>
                  <a:gd name="T13" fmla="*/ 17 h 57"/>
                  <a:gd name="T14" fmla="*/ 0 w 46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7" y="5"/>
                    </a:cubicBezTo>
                    <a:lnTo>
                      <a:pt x="43" y="40"/>
                    </a:lnTo>
                    <a:cubicBezTo>
                      <a:pt x="46" y="44"/>
                      <a:pt x="45" y="51"/>
                      <a:pt x="41" y="54"/>
                    </a:cubicBezTo>
                    <a:cubicBezTo>
                      <a:pt x="36" y="57"/>
                      <a:pt x="30" y="56"/>
                      <a:pt x="27" y="52"/>
                    </a:cubicBezTo>
                    <a:lnTo>
                      <a:pt x="2" y="17"/>
                    </a:lnTo>
                    <a:cubicBezTo>
                      <a:pt x="0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1" name="Freeform 40"/>
              <p:cNvSpPr>
                <a:spLocks/>
              </p:cNvSpPr>
              <p:nvPr/>
            </p:nvSpPr>
            <p:spPr bwMode="auto">
              <a:xfrm>
                <a:off x="9894" y="1768"/>
                <a:ext cx="15" cy="13"/>
              </a:xfrm>
              <a:custGeom>
                <a:avLst/>
                <a:gdLst>
                  <a:gd name="T0" fmla="*/ 0 w 57"/>
                  <a:gd name="T1" fmla="*/ 39 h 51"/>
                  <a:gd name="T2" fmla="*/ 4 w 57"/>
                  <a:gd name="T3" fmla="*/ 32 h 51"/>
                  <a:gd name="T4" fmla="*/ 40 w 57"/>
                  <a:gd name="T5" fmla="*/ 3 h 51"/>
                  <a:gd name="T6" fmla="*/ 54 w 57"/>
                  <a:gd name="T7" fmla="*/ 5 h 51"/>
                  <a:gd name="T8" fmla="*/ 52 w 57"/>
                  <a:gd name="T9" fmla="*/ 19 h 51"/>
                  <a:gd name="T10" fmla="*/ 16 w 57"/>
                  <a:gd name="T11" fmla="*/ 47 h 51"/>
                  <a:gd name="T12" fmla="*/ 2 w 57"/>
                  <a:gd name="T13" fmla="*/ 45 h 51"/>
                  <a:gd name="T14" fmla="*/ 0 w 57"/>
                  <a:gd name="T15" fmla="*/ 3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51">
                    <a:moveTo>
                      <a:pt x="0" y="39"/>
                    </a:moveTo>
                    <a:cubicBezTo>
                      <a:pt x="0" y="36"/>
                      <a:pt x="1" y="34"/>
                      <a:pt x="4" y="32"/>
                    </a:cubicBezTo>
                    <a:lnTo>
                      <a:pt x="40" y="3"/>
                    </a:lnTo>
                    <a:cubicBezTo>
                      <a:pt x="45" y="0"/>
                      <a:pt x="51" y="1"/>
                      <a:pt x="54" y="5"/>
                    </a:cubicBezTo>
                    <a:cubicBezTo>
                      <a:pt x="57" y="9"/>
                      <a:pt x="57" y="15"/>
                      <a:pt x="52" y="19"/>
                    </a:cubicBezTo>
                    <a:lnTo>
                      <a:pt x="16" y="47"/>
                    </a:lnTo>
                    <a:cubicBezTo>
                      <a:pt x="11" y="51"/>
                      <a:pt x="5" y="50"/>
                      <a:pt x="2" y="45"/>
                    </a:cubicBezTo>
                    <a:cubicBezTo>
                      <a:pt x="0" y="44"/>
                      <a:pt x="0" y="42"/>
                      <a:pt x="0" y="3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2" name="Freeform 41"/>
              <p:cNvSpPr>
                <a:spLocks/>
              </p:cNvSpPr>
              <p:nvPr/>
            </p:nvSpPr>
            <p:spPr bwMode="auto">
              <a:xfrm>
                <a:off x="8850" y="3223"/>
                <a:ext cx="6" cy="7"/>
              </a:xfrm>
              <a:custGeom>
                <a:avLst/>
                <a:gdLst>
                  <a:gd name="T0" fmla="*/ 0 w 21"/>
                  <a:gd name="T1" fmla="*/ 13 h 24"/>
                  <a:gd name="T2" fmla="*/ 0 w 21"/>
                  <a:gd name="T3" fmla="*/ 12 h 24"/>
                  <a:gd name="T4" fmla="*/ 1 w 21"/>
                  <a:gd name="T5" fmla="*/ 9 h 24"/>
                  <a:gd name="T6" fmla="*/ 12 w 21"/>
                  <a:gd name="T7" fmla="*/ 1 h 24"/>
                  <a:gd name="T8" fmla="*/ 20 w 21"/>
                  <a:gd name="T9" fmla="*/ 12 h 24"/>
                  <a:gd name="T10" fmla="*/ 20 w 21"/>
                  <a:gd name="T11" fmla="*/ 15 h 24"/>
                  <a:gd name="T12" fmla="*/ 9 w 21"/>
                  <a:gd name="T13" fmla="*/ 23 h 24"/>
                  <a:gd name="T14" fmla="*/ 0 w 21"/>
                  <a:gd name="T15" fmla="*/ 1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4">
                    <a:moveTo>
                      <a:pt x="0" y="13"/>
                    </a:moveTo>
                    <a:cubicBezTo>
                      <a:pt x="0" y="13"/>
                      <a:pt x="0" y="12"/>
                      <a:pt x="0" y="12"/>
                    </a:cubicBezTo>
                    <a:lnTo>
                      <a:pt x="1" y="9"/>
                    </a:lnTo>
                    <a:cubicBezTo>
                      <a:pt x="2" y="4"/>
                      <a:pt x="7" y="0"/>
                      <a:pt x="12" y="1"/>
                    </a:cubicBezTo>
                    <a:cubicBezTo>
                      <a:pt x="17" y="2"/>
                      <a:pt x="21" y="7"/>
                      <a:pt x="20" y="12"/>
                    </a:cubicBezTo>
                    <a:lnTo>
                      <a:pt x="20" y="15"/>
                    </a:lnTo>
                    <a:cubicBezTo>
                      <a:pt x="19" y="20"/>
                      <a:pt x="14" y="24"/>
                      <a:pt x="9" y="23"/>
                    </a:cubicBezTo>
                    <a:cubicBezTo>
                      <a:pt x="4" y="22"/>
                      <a:pt x="0" y="18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3" name="Freeform 42"/>
              <p:cNvSpPr>
                <a:spLocks noEditPoints="1"/>
              </p:cNvSpPr>
              <p:nvPr/>
            </p:nvSpPr>
            <p:spPr bwMode="auto">
              <a:xfrm>
                <a:off x="8670" y="3094"/>
                <a:ext cx="91" cy="109"/>
              </a:xfrm>
              <a:custGeom>
                <a:avLst/>
                <a:gdLst>
                  <a:gd name="T0" fmla="*/ 322 w 343"/>
                  <a:gd name="T1" fmla="*/ 160 h 412"/>
                  <a:gd name="T2" fmla="*/ 314 w 343"/>
                  <a:gd name="T3" fmla="*/ 122 h 412"/>
                  <a:gd name="T4" fmla="*/ 301 w 343"/>
                  <a:gd name="T5" fmla="*/ 93 h 412"/>
                  <a:gd name="T6" fmla="*/ 282 w 343"/>
                  <a:gd name="T7" fmla="*/ 68 h 412"/>
                  <a:gd name="T8" fmla="*/ 258 w 343"/>
                  <a:gd name="T9" fmla="*/ 47 h 412"/>
                  <a:gd name="T10" fmla="*/ 231 w 343"/>
                  <a:gd name="T11" fmla="*/ 32 h 412"/>
                  <a:gd name="T12" fmla="*/ 201 w 343"/>
                  <a:gd name="T13" fmla="*/ 23 h 412"/>
                  <a:gd name="T14" fmla="*/ 169 w 343"/>
                  <a:gd name="T15" fmla="*/ 20 h 412"/>
                  <a:gd name="T16" fmla="*/ 138 w 343"/>
                  <a:gd name="T17" fmla="*/ 24 h 412"/>
                  <a:gd name="T18" fmla="*/ 108 w 343"/>
                  <a:gd name="T19" fmla="*/ 34 h 412"/>
                  <a:gd name="T20" fmla="*/ 81 w 343"/>
                  <a:gd name="T21" fmla="*/ 50 h 412"/>
                  <a:gd name="T22" fmla="*/ 58 w 343"/>
                  <a:gd name="T23" fmla="*/ 71 h 412"/>
                  <a:gd name="T24" fmla="*/ 40 w 343"/>
                  <a:gd name="T25" fmla="*/ 97 h 412"/>
                  <a:gd name="T26" fmla="*/ 28 w 343"/>
                  <a:gd name="T27" fmla="*/ 126 h 412"/>
                  <a:gd name="T28" fmla="*/ 20 w 343"/>
                  <a:gd name="T29" fmla="*/ 176 h 412"/>
                  <a:gd name="T30" fmla="*/ 22 w 343"/>
                  <a:gd name="T31" fmla="*/ 226 h 412"/>
                  <a:gd name="T32" fmla="*/ 35 w 343"/>
                  <a:gd name="T33" fmla="*/ 275 h 412"/>
                  <a:gd name="T34" fmla="*/ 58 w 343"/>
                  <a:gd name="T35" fmla="*/ 319 h 412"/>
                  <a:gd name="T36" fmla="*/ 90 w 343"/>
                  <a:gd name="T37" fmla="*/ 358 h 412"/>
                  <a:gd name="T38" fmla="*/ 122 w 343"/>
                  <a:gd name="T39" fmla="*/ 384 h 412"/>
                  <a:gd name="T40" fmla="*/ 148 w 343"/>
                  <a:gd name="T41" fmla="*/ 392 h 412"/>
                  <a:gd name="T42" fmla="*/ 175 w 343"/>
                  <a:gd name="T43" fmla="*/ 390 h 412"/>
                  <a:gd name="T44" fmla="*/ 217 w 343"/>
                  <a:gd name="T45" fmla="*/ 372 h 412"/>
                  <a:gd name="T46" fmla="*/ 253 w 343"/>
                  <a:gd name="T47" fmla="*/ 345 h 412"/>
                  <a:gd name="T48" fmla="*/ 283 w 343"/>
                  <a:gd name="T49" fmla="*/ 311 h 412"/>
                  <a:gd name="T50" fmla="*/ 305 w 343"/>
                  <a:gd name="T51" fmla="*/ 271 h 412"/>
                  <a:gd name="T52" fmla="*/ 319 w 343"/>
                  <a:gd name="T53" fmla="*/ 228 h 412"/>
                  <a:gd name="T54" fmla="*/ 324 w 343"/>
                  <a:gd name="T55" fmla="*/ 182 h 412"/>
                  <a:gd name="T56" fmla="*/ 0 w 343"/>
                  <a:gd name="T57" fmla="*/ 201 h 412"/>
                  <a:gd name="T58" fmla="*/ 5 w 343"/>
                  <a:gd name="T59" fmla="*/ 137 h 412"/>
                  <a:gd name="T60" fmla="*/ 15 w 343"/>
                  <a:gd name="T61" fmla="*/ 103 h 412"/>
                  <a:gd name="T62" fmla="*/ 32 w 343"/>
                  <a:gd name="T63" fmla="*/ 72 h 412"/>
                  <a:gd name="T64" fmla="*/ 56 w 343"/>
                  <a:gd name="T65" fmla="*/ 46 h 412"/>
                  <a:gd name="T66" fmla="*/ 84 w 343"/>
                  <a:gd name="T67" fmla="*/ 25 h 412"/>
                  <a:gd name="T68" fmla="*/ 116 w 343"/>
                  <a:gd name="T69" fmla="*/ 9 h 412"/>
                  <a:gd name="T70" fmla="*/ 151 w 343"/>
                  <a:gd name="T71" fmla="*/ 1 h 412"/>
                  <a:gd name="T72" fmla="*/ 187 w 343"/>
                  <a:gd name="T73" fmla="*/ 1 h 412"/>
                  <a:gd name="T74" fmla="*/ 221 w 343"/>
                  <a:gd name="T75" fmla="*/ 8 h 412"/>
                  <a:gd name="T76" fmla="*/ 254 w 343"/>
                  <a:gd name="T77" fmla="*/ 22 h 412"/>
                  <a:gd name="T78" fmla="*/ 283 w 343"/>
                  <a:gd name="T79" fmla="*/ 42 h 412"/>
                  <a:gd name="T80" fmla="*/ 307 w 343"/>
                  <a:gd name="T81" fmla="*/ 68 h 412"/>
                  <a:gd name="T82" fmla="*/ 326 w 343"/>
                  <a:gd name="T83" fmla="*/ 99 h 412"/>
                  <a:gd name="T84" fmla="*/ 337 w 343"/>
                  <a:gd name="T85" fmla="*/ 132 h 412"/>
                  <a:gd name="T86" fmla="*/ 341 w 343"/>
                  <a:gd name="T87" fmla="*/ 158 h 412"/>
                  <a:gd name="T88" fmla="*/ 342 w 343"/>
                  <a:gd name="T89" fmla="*/ 207 h 412"/>
                  <a:gd name="T90" fmla="*/ 332 w 343"/>
                  <a:gd name="T91" fmla="*/ 256 h 412"/>
                  <a:gd name="T92" fmla="*/ 313 w 343"/>
                  <a:gd name="T93" fmla="*/ 301 h 412"/>
                  <a:gd name="T94" fmla="*/ 284 w 343"/>
                  <a:gd name="T95" fmla="*/ 342 h 412"/>
                  <a:gd name="T96" fmla="*/ 247 w 343"/>
                  <a:gd name="T97" fmla="*/ 375 h 412"/>
                  <a:gd name="T98" fmla="*/ 195 w 343"/>
                  <a:gd name="T99" fmla="*/ 405 h 412"/>
                  <a:gd name="T100" fmla="*/ 163 w 343"/>
                  <a:gd name="T101" fmla="*/ 412 h 412"/>
                  <a:gd name="T102" fmla="*/ 129 w 343"/>
                  <a:gd name="T103" fmla="*/ 408 h 412"/>
                  <a:gd name="T104" fmla="*/ 96 w 343"/>
                  <a:gd name="T105" fmla="*/ 390 h 412"/>
                  <a:gd name="T106" fmla="*/ 58 w 343"/>
                  <a:gd name="T107" fmla="*/ 352 h 412"/>
                  <a:gd name="T108" fmla="*/ 28 w 343"/>
                  <a:gd name="T109" fmla="*/ 306 h 412"/>
                  <a:gd name="T110" fmla="*/ 9 w 343"/>
                  <a:gd name="T111" fmla="*/ 256 h 412"/>
                  <a:gd name="T112" fmla="*/ 0 w 343"/>
                  <a:gd name="T113" fmla="*/ 20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3" h="412">
                    <a:moveTo>
                      <a:pt x="324" y="182"/>
                    </a:moveTo>
                    <a:lnTo>
                      <a:pt x="322" y="160"/>
                    </a:lnTo>
                    <a:lnTo>
                      <a:pt x="318" y="137"/>
                    </a:lnTo>
                    <a:lnTo>
                      <a:pt x="314" y="122"/>
                    </a:lnTo>
                    <a:lnTo>
                      <a:pt x="308" y="107"/>
                    </a:lnTo>
                    <a:lnTo>
                      <a:pt x="301" y="93"/>
                    </a:lnTo>
                    <a:lnTo>
                      <a:pt x="292" y="80"/>
                    </a:lnTo>
                    <a:lnTo>
                      <a:pt x="282" y="68"/>
                    </a:lnTo>
                    <a:lnTo>
                      <a:pt x="270" y="57"/>
                    </a:lnTo>
                    <a:lnTo>
                      <a:pt x="258" y="47"/>
                    </a:lnTo>
                    <a:lnTo>
                      <a:pt x="245" y="39"/>
                    </a:lnTo>
                    <a:lnTo>
                      <a:pt x="231" y="32"/>
                    </a:lnTo>
                    <a:lnTo>
                      <a:pt x="216" y="27"/>
                    </a:lnTo>
                    <a:lnTo>
                      <a:pt x="201" y="23"/>
                    </a:lnTo>
                    <a:lnTo>
                      <a:pt x="185" y="21"/>
                    </a:lnTo>
                    <a:lnTo>
                      <a:pt x="169" y="20"/>
                    </a:lnTo>
                    <a:lnTo>
                      <a:pt x="153" y="21"/>
                    </a:lnTo>
                    <a:lnTo>
                      <a:pt x="138" y="24"/>
                    </a:lnTo>
                    <a:lnTo>
                      <a:pt x="123" y="28"/>
                    </a:lnTo>
                    <a:lnTo>
                      <a:pt x="108" y="34"/>
                    </a:lnTo>
                    <a:lnTo>
                      <a:pt x="94" y="41"/>
                    </a:lnTo>
                    <a:lnTo>
                      <a:pt x="81" y="50"/>
                    </a:lnTo>
                    <a:lnTo>
                      <a:pt x="69" y="60"/>
                    </a:lnTo>
                    <a:lnTo>
                      <a:pt x="58" y="71"/>
                    </a:lnTo>
                    <a:lnTo>
                      <a:pt x="48" y="84"/>
                    </a:lnTo>
                    <a:lnTo>
                      <a:pt x="40" y="97"/>
                    </a:lnTo>
                    <a:lnTo>
                      <a:pt x="33" y="111"/>
                    </a:lnTo>
                    <a:lnTo>
                      <a:pt x="28" y="126"/>
                    </a:lnTo>
                    <a:lnTo>
                      <a:pt x="22" y="151"/>
                    </a:lnTo>
                    <a:lnTo>
                      <a:pt x="20" y="176"/>
                    </a:lnTo>
                    <a:lnTo>
                      <a:pt x="20" y="201"/>
                    </a:lnTo>
                    <a:lnTo>
                      <a:pt x="22" y="226"/>
                    </a:lnTo>
                    <a:lnTo>
                      <a:pt x="28" y="251"/>
                    </a:lnTo>
                    <a:lnTo>
                      <a:pt x="35" y="275"/>
                    </a:lnTo>
                    <a:lnTo>
                      <a:pt x="46" y="297"/>
                    </a:lnTo>
                    <a:lnTo>
                      <a:pt x="58" y="319"/>
                    </a:lnTo>
                    <a:lnTo>
                      <a:pt x="73" y="340"/>
                    </a:lnTo>
                    <a:lnTo>
                      <a:pt x="90" y="358"/>
                    </a:lnTo>
                    <a:lnTo>
                      <a:pt x="110" y="376"/>
                    </a:lnTo>
                    <a:lnTo>
                      <a:pt x="122" y="384"/>
                    </a:lnTo>
                    <a:lnTo>
                      <a:pt x="135" y="389"/>
                    </a:lnTo>
                    <a:lnTo>
                      <a:pt x="148" y="392"/>
                    </a:lnTo>
                    <a:lnTo>
                      <a:pt x="162" y="392"/>
                    </a:lnTo>
                    <a:lnTo>
                      <a:pt x="175" y="390"/>
                    </a:lnTo>
                    <a:lnTo>
                      <a:pt x="196" y="383"/>
                    </a:lnTo>
                    <a:lnTo>
                      <a:pt x="217" y="372"/>
                    </a:lnTo>
                    <a:lnTo>
                      <a:pt x="236" y="359"/>
                    </a:lnTo>
                    <a:lnTo>
                      <a:pt x="253" y="345"/>
                    </a:lnTo>
                    <a:lnTo>
                      <a:pt x="269" y="329"/>
                    </a:lnTo>
                    <a:lnTo>
                      <a:pt x="283" y="311"/>
                    </a:lnTo>
                    <a:lnTo>
                      <a:pt x="296" y="292"/>
                    </a:lnTo>
                    <a:lnTo>
                      <a:pt x="305" y="271"/>
                    </a:lnTo>
                    <a:lnTo>
                      <a:pt x="313" y="250"/>
                    </a:lnTo>
                    <a:lnTo>
                      <a:pt x="319" y="228"/>
                    </a:lnTo>
                    <a:lnTo>
                      <a:pt x="322" y="205"/>
                    </a:lnTo>
                    <a:lnTo>
                      <a:pt x="324" y="182"/>
                    </a:lnTo>
                    <a:close/>
                    <a:moveTo>
                      <a:pt x="0" y="201"/>
                    </a:moveTo>
                    <a:lnTo>
                      <a:pt x="0" y="201"/>
                    </a:lnTo>
                    <a:lnTo>
                      <a:pt x="0" y="175"/>
                    </a:lnTo>
                    <a:lnTo>
                      <a:pt x="5" y="137"/>
                    </a:lnTo>
                    <a:lnTo>
                      <a:pt x="9" y="120"/>
                    </a:lnTo>
                    <a:lnTo>
                      <a:pt x="15" y="103"/>
                    </a:lnTo>
                    <a:lnTo>
                      <a:pt x="23" y="88"/>
                    </a:lnTo>
                    <a:lnTo>
                      <a:pt x="32" y="72"/>
                    </a:lnTo>
                    <a:lnTo>
                      <a:pt x="43" y="58"/>
                    </a:lnTo>
                    <a:lnTo>
                      <a:pt x="56" y="46"/>
                    </a:lnTo>
                    <a:lnTo>
                      <a:pt x="70" y="34"/>
                    </a:lnTo>
                    <a:lnTo>
                      <a:pt x="84" y="25"/>
                    </a:lnTo>
                    <a:lnTo>
                      <a:pt x="100" y="16"/>
                    </a:lnTo>
                    <a:lnTo>
                      <a:pt x="116" y="9"/>
                    </a:lnTo>
                    <a:lnTo>
                      <a:pt x="134" y="5"/>
                    </a:lnTo>
                    <a:lnTo>
                      <a:pt x="151" y="1"/>
                    </a:lnTo>
                    <a:lnTo>
                      <a:pt x="169" y="0"/>
                    </a:lnTo>
                    <a:lnTo>
                      <a:pt x="187" y="1"/>
                    </a:lnTo>
                    <a:lnTo>
                      <a:pt x="204" y="4"/>
                    </a:lnTo>
                    <a:lnTo>
                      <a:pt x="221" y="8"/>
                    </a:lnTo>
                    <a:lnTo>
                      <a:pt x="238" y="14"/>
                    </a:lnTo>
                    <a:lnTo>
                      <a:pt x="254" y="22"/>
                    </a:lnTo>
                    <a:lnTo>
                      <a:pt x="269" y="31"/>
                    </a:lnTo>
                    <a:lnTo>
                      <a:pt x="283" y="42"/>
                    </a:lnTo>
                    <a:lnTo>
                      <a:pt x="296" y="55"/>
                    </a:lnTo>
                    <a:lnTo>
                      <a:pt x="307" y="68"/>
                    </a:lnTo>
                    <a:lnTo>
                      <a:pt x="318" y="83"/>
                    </a:lnTo>
                    <a:lnTo>
                      <a:pt x="326" y="99"/>
                    </a:lnTo>
                    <a:lnTo>
                      <a:pt x="332" y="115"/>
                    </a:lnTo>
                    <a:lnTo>
                      <a:pt x="337" y="132"/>
                    </a:lnTo>
                    <a:cubicBezTo>
                      <a:pt x="337" y="133"/>
                      <a:pt x="338" y="134"/>
                      <a:pt x="338" y="135"/>
                    </a:cubicBezTo>
                    <a:lnTo>
                      <a:pt x="341" y="158"/>
                    </a:lnTo>
                    <a:lnTo>
                      <a:pt x="343" y="182"/>
                    </a:lnTo>
                    <a:lnTo>
                      <a:pt x="342" y="207"/>
                    </a:lnTo>
                    <a:lnTo>
                      <a:pt x="338" y="232"/>
                    </a:lnTo>
                    <a:lnTo>
                      <a:pt x="332" y="256"/>
                    </a:lnTo>
                    <a:lnTo>
                      <a:pt x="323" y="279"/>
                    </a:lnTo>
                    <a:lnTo>
                      <a:pt x="313" y="301"/>
                    </a:lnTo>
                    <a:lnTo>
                      <a:pt x="299" y="322"/>
                    </a:lnTo>
                    <a:lnTo>
                      <a:pt x="284" y="342"/>
                    </a:lnTo>
                    <a:lnTo>
                      <a:pt x="266" y="359"/>
                    </a:lnTo>
                    <a:lnTo>
                      <a:pt x="247" y="375"/>
                    </a:lnTo>
                    <a:lnTo>
                      <a:pt x="227" y="389"/>
                    </a:lnTo>
                    <a:lnTo>
                      <a:pt x="195" y="405"/>
                    </a:lnTo>
                    <a:lnTo>
                      <a:pt x="180" y="409"/>
                    </a:lnTo>
                    <a:lnTo>
                      <a:pt x="163" y="412"/>
                    </a:lnTo>
                    <a:lnTo>
                      <a:pt x="146" y="411"/>
                    </a:lnTo>
                    <a:lnTo>
                      <a:pt x="129" y="408"/>
                    </a:lnTo>
                    <a:lnTo>
                      <a:pt x="113" y="401"/>
                    </a:lnTo>
                    <a:lnTo>
                      <a:pt x="96" y="390"/>
                    </a:lnTo>
                    <a:lnTo>
                      <a:pt x="76" y="372"/>
                    </a:lnTo>
                    <a:lnTo>
                      <a:pt x="58" y="352"/>
                    </a:lnTo>
                    <a:lnTo>
                      <a:pt x="42" y="330"/>
                    </a:lnTo>
                    <a:lnTo>
                      <a:pt x="28" y="306"/>
                    </a:lnTo>
                    <a:lnTo>
                      <a:pt x="17" y="282"/>
                    </a:lnTo>
                    <a:lnTo>
                      <a:pt x="9" y="256"/>
                    </a:lnTo>
                    <a:lnTo>
                      <a:pt x="3" y="229"/>
                    </a:lnTo>
                    <a:lnTo>
                      <a:pt x="0" y="202"/>
                    </a:lnTo>
                    <a:cubicBezTo>
                      <a:pt x="0" y="202"/>
                      <a:pt x="0" y="202"/>
                      <a:pt x="0" y="20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4" name="Freeform 43"/>
              <p:cNvSpPr>
                <a:spLocks/>
              </p:cNvSpPr>
              <p:nvPr/>
            </p:nvSpPr>
            <p:spPr bwMode="auto">
              <a:xfrm>
                <a:off x="8670" y="3128"/>
                <a:ext cx="30" cy="70"/>
              </a:xfrm>
              <a:custGeom>
                <a:avLst/>
                <a:gdLst>
                  <a:gd name="T0" fmla="*/ 0 w 113"/>
                  <a:gd name="T1" fmla="*/ 60 h 265"/>
                  <a:gd name="T2" fmla="*/ 5 w 113"/>
                  <a:gd name="T3" fmla="*/ 9 h 265"/>
                  <a:gd name="T4" fmla="*/ 16 w 113"/>
                  <a:gd name="T5" fmla="*/ 1 h 265"/>
                  <a:gd name="T6" fmla="*/ 24 w 113"/>
                  <a:gd name="T7" fmla="*/ 13 h 265"/>
                  <a:gd name="T8" fmla="*/ 108 w 113"/>
                  <a:gd name="T9" fmla="*/ 247 h 265"/>
                  <a:gd name="T10" fmla="*/ 110 w 113"/>
                  <a:gd name="T11" fmla="*/ 261 h 265"/>
                  <a:gd name="T12" fmla="*/ 96 w 113"/>
                  <a:gd name="T13" fmla="*/ 262 h 265"/>
                  <a:gd name="T14" fmla="*/ 0 w 113"/>
                  <a:gd name="T15" fmla="*/ 6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3" h="265">
                    <a:moveTo>
                      <a:pt x="0" y="60"/>
                    </a:moveTo>
                    <a:cubicBezTo>
                      <a:pt x="0" y="43"/>
                      <a:pt x="1" y="26"/>
                      <a:pt x="5" y="9"/>
                    </a:cubicBezTo>
                    <a:cubicBezTo>
                      <a:pt x="6" y="4"/>
                      <a:pt x="11" y="0"/>
                      <a:pt x="16" y="1"/>
                    </a:cubicBezTo>
                    <a:cubicBezTo>
                      <a:pt x="22" y="2"/>
                      <a:pt x="25" y="8"/>
                      <a:pt x="24" y="13"/>
                    </a:cubicBezTo>
                    <a:cubicBezTo>
                      <a:pt x="7" y="101"/>
                      <a:pt x="39" y="191"/>
                      <a:pt x="108" y="247"/>
                    </a:cubicBezTo>
                    <a:cubicBezTo>
                      <a:pt x="113" y="250"/>
                      <a:pt x="113" y="256"/>
                      <a:pt x="110" y="261"/>
                    </a:cubicBezTo>
                    <a:cubicBezTo>
                      <a:pt x="106" y="265"/>
                      <a:pt x="100" y="265"/>
                      <a:pt x="96" y="262"/>
                    </a:cubicBezTo>
                    <a:cubicBezTo>
                      <a:pt x="34" y="212"/>
                      <a:pt x="0" y="138"/>
                      <a:pt x="0" y="6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5" name="Freeform 44"/>
              <p:cNvSpPr>
                <a:spLocks/>
              </p:cNvSpPr>
              <p:nvPr/>
            </p:nvSpPr>
            <p:spPr bwMode="auto">
              <a:xfrm>
                <a:off x="8671" y="3094"/>
                <a:ext cx="89" cy="39"/>
              </a:xfrm>
              <a:custGeom>
                <a:avLst/>
                <a:gdLst>
                  <a:gd name="T0" fmla="*/ 0 w 335"/>
                  <a:gd name="T1" fmla="*/ 139 h 150"/>
                  <a:gd name="T2" fmla="*/ 1 w 335"/>
                  <a:gd name="T3" fmla="*/ 137 h 150"/>
                  <a:gd name="T4" fmla="*/ 166 w 335"/>
                  <a:gd name="T5" fmla="*/ 0 h 150"/>
                  <a:gd name="T6" fmla="*/ 333 w 335"/>
                  <a:gd name="T7" fmla="*/ 133 h 150"/>
                  <a:gd name="T8" fmla="*/ 326 w 335"/>
                  <a:gd name="T9" fmla="*/ 145 h 150"/>
                  <a:gd name="T10" fmla="*/ 314 w 335"/>
                  <a:gd name="T11" fmla="*/ 138 h 150"/>
                  <a:gd name="T12" fmla="*/ 166 w 335"/>
                  <a:gd name="T13" fmla="*/ 20 h 150"/>
                  <a:gd name="T14" fmla="*/ 20 w 335"/>
                  <a:gd name="T15" fmla="*/ 141 h 150"/>
                  <a:gd name="T16" fmla="*/ 8 w 335"/>
                  <a:gd name="T17" fmla="*/ 149 h 150"/>
                  <a:gd name="T18" fmla="*/ 0 w 335"/>
                  <a:gd name="T19" fmla="*/ 13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5" h="150">
                    <a:moveTo>
                      <a:pt x="0" y="139"/>
                    </a:moveTo>
                    <a:cubicBezTo>
                      <a:pt x="0" y="138"/>
                      <a:pt x="1" y="138"/>
                      <a:pt x="1" y="137"/>
                    </a:cubicBezTo>
                    <a:cubicBezTo>
                      <a:pt x="16" y="59"/>
                      <a:pt x="86" y="1"/>
                      <a:pt x="166" y="0"/>
                    </a:cubicBezTo>
                    <a:cubicBezTo>
                      <a:pt x="246" y="0"/>
                      <a:pt x="316" y="56"/>
                      <a:pt x="333" y="133"/>
                    </a:cubicBezTo>
                    <a:cubicBezTo>
                      <a:pt x="335" y="139"/>
                      <a:pt x="331" y="144"/>
                      <a:pt x="326" y="145"/>
                    </a:cubicBezTo>
                    <a:cubicBezTo>
                      <a:pt x="321" y="146"/>
                      <a:pt x="315" y="143"/>
                      <a:pt x="314" y="138"/>
                    </a:cubicBezTo>
                    <a:cubicBezTo>
                      <a:pt x="299" y="69"/>
                      <a:pt x="237" y="19"/>
                      <a:pt x="166" y="20"/>
                    </a:cubicBezTo>
                    <a:cubicBezTo>
                      <a:pt x="95" y="21"/>
                      <a:pt x="34" y="72"/>
                      <a:pt x="20" y="141"/>
                    </a:cubicBezTo>
                    <a:cubicBezTo>
                      <a:pt x="19" y="146"/>
                      <a:pt x="14" y="150"/>
                      <a:pt x="8" y="149"/>
                    </a:cubicBezTo>
                    <a:cubicBezTo>
                      <a:pt x="4" y="148"/>
                      <a:pt x="0" y="144"/>
                      <a:pt x="0" y="13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6" name="Freeform 45"/>
              <p:cNvSpPr>
                <a:spLocks/>
              </p:cNvSpPr>
              <p:nvPr/>
            </p:nvSpPr>
            <p:spPr bwMode="auto">
              <a:xfrm>
                <a:off x="8718" y="3127"/>
                <a:ext cx="48" cy="75"/>
              </a:xfrm>
              <a:custGeom>
                <a:avLst/>
                <a:gdLst>
                  <a:gd name="T0" fmla="*/ 0 w 181"/>
                  <a:gd name="T1" fmla="*/ 270 h 282"/>
                  <a:gd name="T2" fmla="*/ 6 w 181"/>
                  <a:gd name="T3" fmla="*/ 261 h 282"/>
                  <a:gd name="T4" fmla="*/ 136 w 181"/>
                  <a:gd name="T5" fmla="*/ 13 h 282"/>
                  <a:gd name="T6" fmla="*/ 144 w 181"/>
                  <a:gd name="T7" fmla="*/ 1 h 282"/>
                  <a:gd name="T8" fmla="*/ 155 w 181"/>
                  <a:gd name="T9" fmla="*/ 8 h 282"/>
                  <a:gd name="T10" fmla="*/ 13 w 181"/>
                  <a:gd name="T11" fmla="*/ 280 h 282"/>
                  <a:gd name="T12" fmla="*/ 0 w 181"/>
                  <a:gd name="T13" fmla="*/ 274 h 282"/>
                  <a:gd name="T14" fmla="*/ 0 w 181"/>
                  <a:gd name="T15" fmla="*/ 27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1" h="282">
                    <a:moveTo>
                      <a:pt x="0" y="270"/>
                    </a:moveTo>
                    <a:cubicBezTo>
                      <a:pt x="0" y="267"/>
                      <a:pt x="2" y="263"/>
                      <a:pt x="6" y="261"/>
                    </a:cubicBezTo>
                    <a:cubicBezTo>
                      <a:pt x="105" y="221"/>
                      <a:pt x="159" y="117"/>
                      <a:pt x="136" y="13"/>
                    </a:cubicBezTo>
                    <a:cubicBezTo>
                      <a:pt x="135" y="7"/>
                      <a:pt x="138" y="2"/>
                      <a:pt x="144" y="1"/>
                    </a:cubicBezTo>
                    <a:cubicBezTo>
                      <a:pt x="149" y="0"/>
                      <a:pt x="154" y="3"/>
                      <a:pt x="155" y="8"/>
                    </a:cubicBezTo>
                    <a:cubicBezTo>
                      <a:pt x="181" y="122"/>
                      <a:pt x="121" y="236"/>
                      <a:pt x="13" y="280"/>
                    </a:cubicBezTo>
                    <a:cubicBezTo>
                      <a:pt x="8" y="282"/>
                      <a:pt x="3" y="279"/>
                      <a:pt x="0" y="274"/>
                    </a:cubicBezTo>
                    <a:cubicBezTo>
                      <a:pt x="0" y="273"/>
                      <a:pt x="0" y="272"/>
                      <a:pt x="0" y="27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7" name="Freeform 46"/>
              <p:cNvSpPr>
                <a:spLocks/>
              </p:cNvSpPr>
              <p:nvPr/>
            </p:nvSpPr>
            <p:spPr bwMode="auto">
              <a:xfrm>
                <a:off x="8694" y="3192"/>
                <a:ext cx="30" cy="13"/>
              </a:xfrm>
              <a:custGeom>
                <a:avLst/>
                <a:gdLst>
                  <a:gd name="T0" fmla="*/ 0 w 111"/>
                  <a:gd name="T1" fmla="*/ 11 h 47"/>
                  <a:gd name="T2" fmla="*/ 2 w 111"/>
                  <a:gd name="T3" fmla="*/ 5 h 47"/>
                  <a:gd name="T4" fmla="*/ 16 w 111"/>
                  <a:gd name="T5" fmla="*/ 4 h 47"/>
                  <a:gd name="T6" fmla="*/ 96 w 111"/>
                  <a:gd name="T7" fmla="*/ 15 h 47"/>
                  <a:gd name="T8" fmla="*/ 109 w 111"/>
                  <a:gd name="T9" fmla="*/ 21 h 47"/>
                  <a:gd name="T10" fmla="*/ 103 w 111"/>
                  <a:gd name="T11" fmla="*/ 34 h 47"/>
                  <a:gd name="T12" fmla="*/ 4 w 111"/>
                  <a:gd name="T13" fmla="*/ 19 h 47"/>
                  <a:gd name="T14" fmla="*/ 0 w 111"/>
                  <a:gd name="T15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1" h="47">
                    <a:moveTo>
                      <a:pt x="0" y="11"/>
                    </a:moveTo>
                    <a:cubicBezTo>
                      <a:pt x="0" y="9"/>
                      <a:pt x="1" y="7"/>
                      <a:pt x="2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39" y="22"/>
                      <a:pt x="69" y="26"/>
                      <a:pt x="96" y="15"/>
                    </a:cubicBezTo>
                    <a:cubicBezTo>
                      <a:pt x="101" y="13"/>
                      <a:pt x="107" y="16"/>
                      <a:pt x="109" y="21"/>
                    </a:cubicBezTo>
                    <a:cubicBezTo>
                      <a:pt x="111" y="26"/>
                      <a:pt x="108" y="31"/>
                      <a:pt x="103" y="34"/>
                    </a:cubicBezTo>
                    <a:cubicBezTo>
                      <a:pt x="70" y="47"/>
                      <a:pt x="32" y="42"/>
                      <a:pt x="4" y="19"/>
                    </a:cubicBezTo>
                    <a:cubicBezTo>
                      <a:pt x="2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8" name="Freeform 47"/>
              <p:cNvSpPr>
                <a:spLocks noEditPoints="1"/>
              </p:cNvSpPr>
              <p:nvPr/>
            </p:nvSpPr>
            <p:spPr bwMode="auto">
              <a:xfrm>
                <a:off x="9289" y="3138"/>
                <a:ext cx="31" cy="31"/>
              </a:xfrm>
              <a:custGeom>
                <a:avLst/>
                <a:gdLst>
                  <a:gd name="T0" fmla="*/ 58 w 117"/>
                  <a:gd name="T1" fmla="*/ 24 h 117"/>
                  <a:gd name="T2" fmla="*/ 24 w 117"/>
                  <a:gd name="T3" fmla="*/ 56 h 117"/>
                  <a:gd name="T4" fmla="*/ 59 w 117"/>
                  <a:gd name="T5" fmla="*/ 93 h 117"/>
                  <a:gd name="T6" fmla="*/ 93 w 117"/>
                  <a:gd name="T7" fmla="*/ 61 h 117"/>
                  <a:gd name="T8" fmla="*/ 58 w 117"/>
                  <a:gd name="T9" fmla="*/ 24 h 117"/>
                  <a:gd name="T10" fmla="*/ 0 w 117"/>
                  <a:gd name="T11" fmla="*/ 56 h 117"/>
                  <a:gd name="T12" fmla="*/ 3 w 117"/>
                  <a:gd name="T13" fmla="*/ 49 h 117"/>
                  <a:gd name="T14" fmla="*/ 52 w 117"/>
                  <a:gd name="T15" fmla="*/ 3 h 117"/>
                  <a:gd name="T16" fmla="*/ 59 w 117"/>
                  <a:gd name="T17" fmla="*/ 1 h 117"/>
                  <a:gd name="T18" fmla="*/ 66 w 117"/>
                  <a:gd name="T19" fmla="*/ 4 h 117"/>
                  <a:gd name="T20" fmla="*/ 114 w 117"/>
                  <a:gd name="T21" fmla="*/ 55 h 117"/>
                  <a:gd name="T22" fmla="*/ 113 w 117"/>
                  <a:gd name="T23" fmla="*/ 68 h 117"/>
                  <a:gd name="T24" fmla="*/ 65 w 117"/>
                  <a:gd name="T25" fmla="*/ 114 h 117"/>
                  <a:gd name="T26" fmla="*/ 58 w 117"/>
                  <a:gd name="T27" fmla="*/ 117 h 117"/>
                  <a:gd name="T28" fmla="*/ 51 w 117"/>
                  <a:gd name="T29" fmla="*/ 114 h 117"/>
                  <a:gd name="T30" fmla="*/ 3 w 117"/>
                  <a:gd name="T31" fmla="*/ 63 h 117"/>
                  <a:gd name="T32" fmla="*/ 0 w 117"/>
                  <a:gd name="T33" fmla="*/ 5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7" h="117">
                    <a:moveTo>
                      <a:pt x="58" y="24"/>
                    </a:moveTo>
                    <a:lnTo>
                      <a:pt x="24" y="56"/>
                    </a:lnTo>
                    <a:lnTo>
                      <a:pt x="59" y="93"/>
                    </a:lnTo>
                    <a:lnTo>
                      <a:pt x="93" y="61"/>
                    </a:lnTo>
                    <a:lnTo>
                      <a:pt x="58" y="24"/>
                    </a:lnTo>
                    <a:close/>
                    <a:moveTo>
                      <a:pt x="0" y="56"/>
                    </a:moveTo>
                    <a:cubicBezTo>
                      <a:pt x="0" y="53"/>
                      <a:pt x="1" y="51"/>
                      <a:pt x="3" y="49"/>
                    </a:cubicBezTo>
                    <a:lnTo>
                      <a:pt x="52" y="3"/>
                    </a:lnTo>
                    <a:cubicBezTo>
                      <a:pt x="54" y="1"/>
                      <a:pt x="56" y="0"/>
                      <a:pt x="59" y="1"/>
                    </a:cubicBezTo>
                    <a:cubicBezTo>
                      <a:pt x="61" y="1"/>
                      <a:pt x="64" y="2"/>
                      <a:pt x="66" y="4"/>
                    </a:cubicBezTo>
                    <a:lnTo>
                      <a:pt x="114" y="55"/>
                    </a:lnTo>
                    <a:cubicBezTo>
                      <a:pt x="117" y="58"/>
                      <a:pt x="117" y="65"/>
                      <a:pt x="113" y="68"/>
                    </a:cubicBezTo>
                    <a:lnTo>
                      <a:pt x="65" y="114"/>
                    </a:lnTo>
                    <a:cubicBezTo>
                      <a:pt x="63" y="116"/>
                      <a:pt x="61" y="117"/>
                      <a:pt x="58" y="117"/>
                    </a:cubicBezTo>
                    <a:cubicBezTo>
                      <a:pt x="56" y="117"/>
                      <a:pt x="53" y="116"/>
                      <a:pt x="51" y="114"/>
                    </a:cubicBezTo>
                    <a:lnTo>
                      <a:pt x="3" y="63"/>
                    </a:lnTo>
                    <a:cubicBezTo>
                      <a:pt x="1" y="61"/>
                      <a:pt x="0" y="58"/>
                      <a:pt x="0" y="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9" name="Freeform 48"/>
              <p:cNvSpPr>
                <a:spLocks noEditPoints="1"/>
              </p:cNvSpPr>
              <p:nvPr/>
            </p:nvSpPr>
            <p:spPr bwMode="auto">
              <a:xfrm>
                <a:off x="9165" y="3040"/>
                <a:ext cx="22" cy="23"/>
              </a:xfrm>
              <a:custGeom>
                <a:avLst/>
                <a:gdLst>
                  <a:gd name="T0" fmla="*/ 42 w 84"/>
                  <a:gd name="T1" fmla="*/ 24 h 86"/>
                  <a:gd name="T2" fmla="*/ 23 w 84"/>
                  <a:gd name="T3" fmla="*/ 42 h 86"/>
                  <a:gd name="T4" fmla="*/ 42 w 84"/>
                  <a:gd name="T5" fmla="*/ 61 h 86"/>
                  <a:gd name="T6" fmla="*/ 60 w 84"/>
                  <a:gd name="T7" fmla="*/ 44 h 86"/>
                  <a:gd name="T8" fmla="*/ 42 w 84"/>
                  <a:gd name="T9" fmla="*/ 24 h 86"/>
                  <a:gd name="T10" fmla="*/ 0 w 84"/>
                  <a:gd name="T11" fmla="*/ 41 h 86"/>
                  <a:gd name="T12" fmla="*/ 3 w 84"/>
                  <a:gd name="T13" fmla="*/ 34 h 86"/>
                  <a:gd name="T14" fmla="*/ 35 w 84"/>
                  <a:gd name="T15" fmla="*/ 3 h 86"/>
                  <a:gd name="T16" fmla="*/ 42 w 84"/>
                  <a:gd name="T17" fmla="*/ 0 h 86"/>
                  <a:gd name="T18" fmla="*/ 49 w 84"/>
                  <a:gd name="T19" fmla="*/ 4 h 86"/>
                  <a:gd name="T20" fmla="*/ 81 w 84"/>
                  <a:gd name="T21" fmla="*/ 37 h 86"/>
                  <a:gd name="T22" fmla="*/ 84 w 84"/>
                  <a:gd name="T23" fmla="*/ 44 h 86"/>
                  <a:gd name="T24" fmla="*/ 81 w 84"/>
                  <a:gd name="T25" fmla="*/ 51 h 86"/>
                  <a:gd name="T26" fmla="*/ 48 w 84"/>
                  <a:gd name="T27" fmla="*/ 82 h 86"/>
                  <a:gd name="T28" fmla="*/ 34 w 84"/>
                  <a:gd name="T29" fmla="*/ 82 h 86"/>
                  <a:gd name="T30" fmla="*/ 2 w 84"/>
                  <a:gd name="T31" fmla="*/ 48 h 86"/>
                  <a:gd name="T32" fmla="*/ 0 w 84"/>
                  <a:gd name="T33" fmla="*/ 41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6">
                    <a:moveTo>
                      <a:pt x="42" y="24"/>
                    </a:moveTo>
                    <a:lnTo>
                      <a:pt x="23" y="42"/>
                    </a:lnTo>
                    <a:lnTo>
                      <a:pt x="42" y="61"/>
                    </a:lnTo>
                    <a:lnTo>
                      <a:pt x="60" y="44"/>
                    </a:lnTo>
                    <a:lnTo>
                      <a:pt x="42" y="24"/>
                    </a:lnTo>
                    <a:close/>
                    <a:moveTo>
                      <a:pt x="0" y="41"/>
                    </a:moveTo>
                    <a:cubicBezTo>
                      <a:pt x="0" y="39"/>
                      <a:pt x="1" y="36"/>
                      <a:pt x="3" y="34"/>
                    </a:cubicBezTo>
                    <a:lnTo>
                      <a:pt x="35" y="3"/>
                    </a:lnTo>
                    <a:cubicBezTo>
                      <a:pt x="37" y="1"/>
                      <a:pt x="40" y="0"/>
                      <a:pt x="42" y="0"/>
                    </a:cubicBezTo>
                    <a:cubicBezTo>
                      <a:pt x="45" y="1"/>
                      <a:pt x="48" y="2"/>
                      <a:pt x="49" y="4"/>
                    </a:cubicBezTo>
                    <a:lnTo>
                      <a:pt x="81" y="37"/>
                    </a:lnTo>
                    <a:cubicBezTo>
                      <a:pt x="83" y="39"/>
                      <a:pt x="84" y="42"/>
                      <a:pt x="84" y="44"/>
                    </a:cubicBezTo>
                    <a:cubicBezTo>
                      <a:pt x="84" y="47"/>
                      <a:pt x="83" y="50"/>
                      <a:pt x="81" y="51"/>
                    </a:cubicBezTo>
                    <a:lnTo>
                      <a:pt x="48" y="82"/>
                    </a:lnTo>
                    <a:cubicBezTo>
                      <a:pt x="44" y="86"/>
                      <a:pt x="38" y="86"/>
                      <a:pt x="34" y="82"/>
                    </a:cubicBezTo>
                    <a:lnTo>
                      <a:pt x="2" y="48"/>
                    </a:lnTo>
                    <a:cubicBezTo>
                      <a:pt x="0" y="46"/>
                      <a:pt x="0" y="44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0" name="Freeform 49"/>
              <p:cNvSpPr>
                <a:spLocks/>
              </p:cNvSpPr>
              <p:nvPr/>
            </p:nvSpPr>
            <p:spPr bwMode="auto">
              <a:xfrm>
                <a:off x="9373" y="2899"/>
                <a:ext cx="10" cy="32"/>
              </a:xfrm>
              <a:custGeom>
                <a:avLst/>
                <a:gdLst>
                  <a:gd name="T0" fmla="*/ 0 w 37"/>
                  <a:gd name="T1" fmla="*/ 11 h 121"/>
                  <a:gd name="T2" fmla="*/ 8 w 37"/>
                  <a:gd name="T3" fmla="*/ 1 h 121"/>
                  <a:gd name="T4" fmla="*/ 19 w 37"/>
                  <a:gd name="T5" fmla="*/ 9 h 121"/>
                  <a:gd name="T6" fmla="*/ 36 w 37"/>
                  <a:gd name="T7" fmla="*/ 109 h 121"/>
                  <a:gd name="T8" fmla="*/ 28 w 37"/>
                  <a:gd name="T9" fmla="*/ 120 h 121"/>
                  <a:gd name="T10" fmla="*/ 17 w 37"/>
                  <a:gd name="T11" fmla="*/ 112 h 121"/>
                  <a:gd name="T12" fmla="*/ 0 w 37"/>
                  <a:gd name="T13" fmla="*/ 12 h 121"/>
                  <a:gd name="T14" fmla="*/ 0 w 37"/>
                  <a:gd name="T15" fmla="*/ 1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121">
                    <a:moveTo>
                      <a:pt x="0" y="11"/>
                    </a:moveTo>
                    <a:cubicBezTo>
                      <a:pt x="0" y="6"/>
                      <a:pt x="3" y="2"/>
                      <a:pt x="8" y="1"/>
                    </a:cubicBezTo>
                    <a:cubicBezTo>
                      <a:pt x="13" y="0"/>
                      <a:pt x="18" y="3"/>
                      <a:pt x="19" y="9"/>
                    </a:cubicBezTo>
                    <a:lnTo>
                      <a:pt x="36" y="109"/>
                    </a:lnTo>
                    <a:cubicBezTo>
                      <a:pt x="37" y="114"/>
                      <a:pt x="34" y="119"/>
                      <a:pt x="28" y="120"/>
                    </a:cubicBezTo>
                    <a:cubicBezTo>
                      <a:pt x="23" y="121"/>
                      <a:pt x="18" y="117"/>
                      <a:pt x="17" y="112"/>
                    </a:cubicBezTo>
                    <a:lnTo>
                      <a:pt x="0" y="12"/>
                    </a:lnTo>
                    <a:cubicBezTo>
                      <a:pt x="0" y="12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1" name="Freeform 50"/>
              <p:cNvSpPr>
                <a:spLocks/>
              </p:cNvSpPr>
              <p:nvPr/>
            </p:nvSpPr>
            <p:spPr bwMode="auto">
              <a:xfrm>
                <a:off x="9396" y="3004"/>
                <a:ext cx="49" cy="15"/>
              </a:xfrm>
              <a:custGeom>
                <a:avLst/>
                <a:gdLst>
                  <a:gd name="T0" fmla="*/ 0 w 181"/>
                  <a:gd name="T1" fmla="*/ 47 h 58"/>
                  <a:gd name="T2" fmla="*/ 8 w 181"/>
                  <a:gd name="T3" fmla="*/ 37 h 58"/>
                  <a:gd name="T4" fmla="*/ 168 w 181"/>
                  <a:gd name="T5" fmla="*/ 2 h 58"/>
                  <a:gd name="T6" fmla="*/ 180 w 181"/>
                  <a:gd name="T7" fmla="*/ 9 h 58"/>
                  <a:gd name="T8" fmla="*/ 172 w 181"/>
                  <a:gd name="T9" fmla="*/ 21 h 58"/>
                  <a:gd name="T10" fmla="*/ 12 w 181"/>
                  <a:gd name="T11" fmla="*/ 57 h 58"/>
                  <a:gd name="T12" fmla="*/ 1 w 181"/>
                  <a:gd name="T13" fmla="*/ 49 h 58"/>
                  <a:gd name="T14" fmla="*/ 0 w 181"/>
                  <a:gd name="T15" fmla="*/ 4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1" h="58">
                    <a:moveTo>
                      <a:pt x="0" y="47"/>
                    </a:moveTo>
                    <a:cubicBezTo>
                      <a:pt x="0" y="43"/>
                      <a:pt x="4" y="38"/>
                      <a:pt x="8" y="37"/>
                    </a:cubicBezTo>
                    <a:lnTo>
                      <a:pt x="168" y="2"/>
                    </a:lnTo>
                    <a:cubicBezTo>
                      <a:pt x="173" y="0"/>
                      <a:pt x="179" y="4"/>
                      <a:pt x="180" y="9"/>
                    </a:cubicBezTo>
                    <a:cubicBezTo>
                      <a:pt x="181" y="14"/>
                      <a:pt x="178" y="20"/>
                      <a:pt x="172" y="21"/>
                    </a:cubicBezTo>
                    <a:lnTo>
                      <a:pt x="12" y="57"/>
                    </a:lnTo>
                    <a:cubicBezTo>
                      <a:pt x="7" y="58"/>
                      <a:pt x="2" y="55"/>
                      <a:pt x="1" y="49"/>
                    </a:cubicBezTo>
                    <a:cubicBezTo>
                      <a:pt x="1" y="48"/>
                      <a:pt x="0" y="48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2" name="Freeform 51"/>
              <p:cNvSpPr>
                <a:spLocks/>
              </p:cNvSpPr>
              <p:nvPr/>
            </p:nvSpPr>
            <p:spPr bwMode="auto">
              <a:xfrm>
                <a:off x="9414" y="2814"/>
                <a:ext cx="33" cy="19"/>
              </a:xfrm>
              <a:custGeom>
                <a:avLst/>
                <a:gdLst>
                  <a:gd name="T0" fmla="*/ 0 w 124"/>
                  <a:gd name="T1" fmla="*/ 61 h 72"/>
                  <a:gd name="T2" fmla="*/ 6 w 124"/>
                  <a:gd name="T3" fmla="*/ 52 h 72"/>
                  <a:gd name="T4" fmla="*/ 108 w 124"/>
                  <a:gd name="T5" fmla="*/ 3 h 72"/>
                  <a:gd name="T6" fmla="*/ 122 w 124"/>
                  <a:gd name="T7" fmla="*/ 7 h 72"/>
                  <a:gd name="T8" fmla="*/ 117 w 124"/>
                  <a:gd name="T9" fmla="*/ 21 h 72"/>
                  <a:gd name="T10" fmla="*/ 14 w 124"/>
                  <a:gd name="T11" fmla="*/ 70 h 72"/>
                  <a:gd name="T12" fmla="*/ 1 w 124"/>
                  <a:gd name="T13" fmla="*/ 65 h 72"/>
                  <a:gd name="T14" fmla="*/ 0 w 124"/>
                  <a:gd name="T15" fmla="*/ 6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72">
                    <a:moveTo>
                      <a:pt x="0" y="61"/>
                    </a:moveTo>
                    <a:cubicBezTo>
                      <a:pt x="0" y="57"/>
                      <a:pt x="2" y="54"/>
                      <a:pt x="6" y="52"/>
                    </a:cubicBezTo>
                    <a:lnTo>
                      <a:pt x="108" y="3"/>
                    </a:lnTo>
                    <a:cubicBezTo>
                      <a:pt x="113" y="0"/>
                      <a:pt x="119" y="3"/>
                      <a:pt x="122" y="7"/>
                    </a:cubicBezTo>
                    <a:cubicBezTo>
                      <a:pt x="124" y="12"/>
                      <a:pt x="122" y="18"/>
                      <a:pt x="117" y="21"/>
                    </a:cubicBezTo>
                    <a:lnTo>
                      <a:pt x="14" y="70"/>
                    </a:lnTo>
                    <a:cubicBezTo>
                      <a:pt x="9" y="72"/>
                      <a:pt x="4" y="70"/>
                      <a:pt x="1" y="65"/>
                    </a:cubicBezTo>
                    <a:cubicBezTo>
                      <a:pt x="1" y="64"/>
                      <a:pt x="0" y="62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3" name="Freeform 52"/>
              <p:cNvSpPr>
                <a:spLocks/>
              </p:cNvSpPr>
              <p:nvPr/>
            </p:nvSpPr>
            <p:spPr bwMode="auto">
              <a:xfrm>
                <a:off x="9661" y="2818"/>
                <a:ext cx="7" cy="8"/>
              </a:xfrm>
              <a:custGeom>
                <a:avLst/>
                <a:gdLst>
                  <a:gd name="T0" fmla="*/ 0 w 26"/>
                  <a:gd name="T1" fmla="*/ 21 h 32"/>
                  <a:gd name="T2" fmla="*/ 1 w 26"/>
                  <a:gd name="T3" fmla="*/ 16 h 32"/>
                  <a:gd name="T4" fmla="*/ 6 w 26"/>
                  <a:gd name="T5" fmla="*/ 7 h 32"/>
                  <a:gd name="T6" fmla="*/ 20 w 26"/>
                  <a:gd name="T7" fmla="*/ 3 h 32"/>
                  <a:gd name="T8" fmla="*/ 24 w 26"/>
                  <a:gd name="T9" fmla="*/ 16 h 32"/>
                  <a:gd name="T10" fmla="*/ 19 w 26"/>
                  <a:gd name="T11" fmla="*/ 26 h 32"/>
                  <a:gd name="T12" fmla="*/ 5 w 26"/>
                  <a:gd name="T13" fmla="*/ 30 h 32"/>
                  <a:gd name="T14" fmla="*/ 0 w 26"/>
                  <a:gd name="T15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2">
                    <a:moveTo>
                      <a:pt x="0" y="21"/>
                    </a:moveTo>
                    <a:cubicBezTo>
                      <a:pt x="0" y="20"/>
                      <a:pt x="0" y="18"/>
                      <a:pt x="1" y="16"/>
                    </a:cubicBezTo>
                    <a:lnTo>
                      <a:pt x="6" y="7"/>
                    </a:lnTo>
                    <a:cubicBezTo>
                      <a:pt x="9" y="2"/>
                      <a:pt x="15" y="0"/>
                      <a:pt x="20" y="3"/>
                    </a:cubicBezTo>
                    <a:cubicBezTo>
                      <a:pt x="25" y="5"/>
                      <a:pt x="26" y="11"/>
                      <a:pt x="24" y="16"/>
                    </a:cubicBezTo>
                    <a:lnTo>
                      <a:pt x="19" y="26"/>
                    </a:lnTo>
                    <a:cubicBezTo>
                      <a:pt x="16" y="30"/>
                      <a:pt x="10" y="32"/>
                      <a:pt x="5" y="30"/>
                    </a:cubicBezTo>
                    <a:cubicBezTo>
                      <a:pt x="2" y="28"/>
                      <a:pt x="0" y="25"/>
                      <a:pt x="0" y="2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4" name="Freeform 53"/>
              <p:cNvSpPr>
                <a:spLocks/>
              </p:cNvSpPr>
              <p:nvPr/>
            </p:nvSpPr>
            <p:spPr bwMode="auto">
              <a:xfrm>
                <a:off x="10146" y="2868"/>
                <a:ext cx="37" cy="37"/>
              </a:xfrm>
              <a:custGeom>
                <a:avLst/>
                <a:gdLst>
                  <a:gd name="T0" fmla="*/ 0 w 137"/>
                  <a:gd name="T1" fmla="*/ 17 h 139"/>
                  <a:gd name="T2" fmla="*/ 3 w 137"/>
                  <a:gd name="T3" fmla="*/ 10 h 139"/>
                  <a:gd name="T4" fmla="*/ 9 w 137"/>
                  <a:gd name="T5" fmla="*/ 4 h 139"/>
                  <a:gd name="T6" fmla="*/ 23 w 137"/>
                  <a:gd name="T7" fmla="*/ 4 h 139"/>
                  <a:gd name="T8" fmla="*/ 134 w 137"/>
                  <a:gd name="T9" fmla="*/ 115 h 139"/>
                  <a:gd name="T10" fmla="*/ 137 w 137"/>
                  <a:gd name="T11" fmla="*/ 122 h 139"/>
                  <a:gd name="T12" fmla="*/ 134 w 137"/>
                  <a:gd name="T13" fmla="*/ 129 h 139"/>
                  <a:gd name="T14" fmla="*/ 128 w 137"/>
                  <a:gd name="T15" fmla="*/ 135 h 139"/>
                  <a:gd name="T16" fmla="*/ 114 w 137"/>
                  <a:gd name="T17" fmla="*/ 135 h 139"/>
                  <a:gd name="T18" fmla="*/ 3 w 137"/>
                  <a:gd name="T19" fmla="*/ 24 h 139"/>
                  <a:gd name="T20" fmla="*/ 0 w 137"/>
                  <a:gd name="T21" fmla="*/ 17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7" h="139">
                    <a:moveTo>
                      <a:pt x="0" y="17"/>
                    </a:moveTo>
                    <a:cubicBezTo>
                      <a:pt x="0" y="15"/>
                      <a:pt x="1" y="12"/>
                      <a:pt x="3" y="10"/>
                    </a:cubicBezTo>
                    <a:lnTo>
                      <a:pt x="9" y="4"/>
                    </a:lnTo>
                    <a:cubicBezTo>
                      <a:pt x="13" y="0"/>
                      <a:pt x="19" y="0"/>
                      <a:pt x="23" y="4"/>
                    </a:cubicBezTo>
                    <a:lnTo>
                      <a:pt x="134" y="115"/>
                    </a:lnTo>
                    <a:cubicBezTo>
                      <a:pt x="136" y="117"/>
                      <a:pt x="137" y="119"/>
                      <a:pt x="137" y="122"/>
                    </a:cubicBezTo>
                    <a:cubicBezTo>
                      <a:pt x="137" y="125"/>
                      <a:pt x="136" y="127"/>
                      <a:pt x="134" y="129"/>
                    </a:cubicBezTo>
                    <a:lnTo>
                      <a:pt x="128" y="135"/>
                    </a:lnTo>
                    <a:cubicBezTo>
                      <a:pt x="124" y="139"/>
                      <a:pt x="118" y="139"/>
                      <a:pt x="114" y="135"/>
                    </a:cubicBezTo>
                    <a:lnTo>
                      <a:pt x="3" y="24"/>
                    </a:lnTo>
                    <a:cubicBezTo>
                      <a:pt x="1" y="22"/>
                      <a:pt x="0" y="20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5" name="Freeform 54"/>
              <p:cNvSpPr>
                <a:spLocks/>
              </p:cNvSpPr>
              <p:nvPr/>
            </p:nvSpPr>
            <p:spPr bwMode="auto">
              <a:xfrm>
                <a:off x="10464" y="3905"/>
                <a:ext cx="58" cy="115"/>
              </a:xfrm>
              <a:custGeom>
                <a:avLst/>
                <a:gdLst>
                  <a:gd name="T0" fmla="*/ 0 w 221"/>
                  <a:gd name="T1" fmla="*/ 419 h 430"/>
                  <a:gd name="T2" fmla="*/ 1 w 221"/>
                  <a:gd name="T3" fmla="*/ 414 h 430"/>
                  <a:gd name="T4" fmla="*/ 201 w 221"/>
                  <a:gd name="T5" fmla="*/ 7 h 430"/>
                  <a:gd name="T6" fmla="*/ 215 w 221"/>
                  <a:gd name="T7" fmla="*/ 3 h 430"/>
                  <a:gd name="T8" fmla="*/ 219 w 221"/>
                  <a:gd name="T9" fmla="*/ 16 h 430"/>
                  <a:gd name="T10" fmla="*/ 19 w 221"/>
                  <a:gd name="T11" fmla="*/ 423 h 430"/>
                  <a:gd name="T12" fmla="*/ 5 w 221"/>
                  <a:gd name="T13" fmla="*/ 428 h 430"/>
                  <a:gd name="T14" fmla="*/ 0 w 221"/>
                  <a:gd name="T15" fmla="*/ 419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1" h="430">
                    <a:moveTo>
                      <a:pt x="0" y="419"/>
                    </a:moveTo>
                    <a:cubicBezTo>
                      <a:pt x="0" y="417"/>
                      <a:pt x="0" y="416"/>
                      <a:pt x="1" y="414"/>
                    </a:cubicBezTo>
                    <a:lnTo>
                      <a:pt x="201" y="7"/>
                    </a:lnTo>
                    <a:cubicBezTo>
                      <a:pt x="204" y="2"/>
                      <a:pt x="210" y="0"/>
                      <a:pt x="215" y="3"/>
                    </a:cubicBezTo>
                    <a:cubicBezTo>
                      <a:pt x="220" y="5"/>
                      <a:pt x="221" y="11"/>
                      <a:pt x="219" y="16"/>
                    </a:cubicBezTo>
                    <a:lnTo>
                      <a:pt x="19" y="423"/>
                    </a:lnTo>
                    <a:cubicBezTo>
                      <a:pt x="16" y="428"/>
                      <a:pt x="10" y="430"/>
                      <a:pt x="5" y="428"/>
                    </a:cubicBezTo>
                    <a:cubicBezTo>
                      <a:pt x="2" y="426"/>
                      <a:pt x="0" y="422"/>
                      <a:pt x="0" y="41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6" name="Freeform 55"/>
              <p:cNvSpPr>
                <a:spLocks/>
              </p:cNvSpPr>
              <p:nvPr/>
            </p:nvSpPr>
            <p:spPr bwMode="auto">
              <a:xfrm>
                <a:off x="9656" y="3261"/>
                <a:ext cx="16" cy="16"/>
              </a:xfrm>
              <a:custGeom>
                <a:avLst/>
                <a:gdLst>
                  <a:gd name="T0" fmla="*/ 0 w 60"/>
                  <a:gd name="T1" fmla="*/ 50 h 61"/>
                  <a:gd name="T2" fmla="*/ 3 w 60"/>
                  <a:gd name="T3" fmla="*/ 43 h 61"/>
                  <a:gd name="T4" fmla="*/ 43 w 60"/>
                  <a:gd name="T5" fmla="*/ 3 h 61"/>
                  <a:gd name="T6" fmla="*/ 56 w 60"/>
                  <a:gd name="T7" fmla="*/ 3 h 61"/>
                  <a:gd name="T8" fmla="*/ 56 w 60"/>
                  <a:gd name="T9" fmla="*/ 17 h 61"/>
                  <a:gd name="T10" fmla="*/ 16 w 60"/>
                  <a:gd name="T11" fmla="*/ 57 h 61"/>
                  <a:gd name="T12" fmla="*/ 3 w 60"/>
                  <a:gd name="T13" fmla="*/ 57 h 61"/>
                  <a:gd name="T14" fmla="*/ 0 w 60"/>
                  <a:gd name="T15" fmla="*/ 5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61">
                    <a:moveTo>
                      <a:pt x="0" y="50"/>
                    </a:moveTo>
                    <a:cubicBezTo>
                      <a:pt x="0" y="48"/>
                      <a:pt x="1" y="45"/>
                      <a:pt x="3" y="43"/>
                    </a:cubicBezTo>
                    <a:lnTo>
                      <a:pt x="43" y="3"/>
                    </a:lnTo>
                    <a:cubicBezTo>
                      <a:pt x="46" y="0"/>
                      <a:pt x="53" y="0"/>
                      <a:pt x="56" y="3"/>
                    </a:cubicBezTo>
                    <a:cubicBezTo>
                      <a:pt x="60" y="7"/>
                      <a:pt x="60" y="13"/>
                      <a:pt x="56" y="17"/>
                    </a:cubicBezTo>
                    <a:lnTo>
                      <a:pt x="16" y="57"/>
                    </a:lnTo>
                    <a:cubicBezTo>
                      <a:pt x="13" y="61"/>
                      <a:pt x="6" y="61"/>
                      <a:pt x="3" y="57"/>
                    </a:cubicBezTo>
                    <a:cubicBezTo>
                      <a:pt x="1" y="55"/>
                      <a:pt x="0" y="53"/>
                      <a:pt x="0" y="5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7" name="Freeform 56"/>
              <p:cNvSpPr>
                <a:spLocks/>
              </p:cNvSpPr>
              <p:nvPr/>
            </p:nvSpPr>
            <p:spPr bwMode="auto">
              <a:xfrm>
                <a:off x="10461" y="2435"/>
                <a:ext cx="49" cy="49"/>
              </a:xfrm>
              <a:custGeom>
                <a:avLst/>
                <a:gdLst>
                  <a:gd name="T0" fmla="*/ 0 w 184"/>
                  <a:gd name="T1" fmla="*/ 176 h 186"/>
                  <a:gd name="T2" fmla="*/ 3 w 184"/>
                  <a:gd name="T3" fmla="*/ 169 h 186"/>
                  <a:gd name="T4" fmla="*/ 167 w 184"/>
                  <a:gd name="T5" fmla="*/ 4 h 186"/>
                  <a:gd name="T6" fmla="*/ 180 w 184"/>
                  <a:gd name="T7" fmla="*/ 4 h 186"/>
                  <a:gd name="T8" fmla="*/ 180 w 184"/>
                  <a:gd name="T9" fmla="*/ 18 h 186"/>
                  <a:gd name="T10" fmla="*/ 16 w 184"/>
                  <a:gd name="T11" fmla="*/ 182 h 186"/>
                  <a:gd name="T12" fmla="*/ 3 w 184"/>
                  <a:gd name="T13" fmla="*/ 183 h 186"/>
                  <a:gd name="T14" fmla="*/ 0 w 184"/>
                  <a:gd name="T15" fmla="*/ 17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186">
                    <a:moveTo>
                      <a:pt x="0" y="176"/>
                    </a:moveTo>
                    <a:cubicBezTo>
                      <a:pt x="0" y="173"/>
                      <a:pt x="1" y="171"/>
                      <a:pt x="3" y="169"/>
                    </a:cubicBezTo>
                    <a:lnTo>
                      <a:pt x="167" y="4"/>
                    </a:lnTo>
                    <a:cubicBezTo>
                      <a:pt x="170" y="0"/>
                      <a:pt x="177" y="0"/>
                      <a:pt x="180" y="4"/>
                    </a:cubicBezTo>
                    <a:cubicBezTo>
                      <a:pt x="184" y="8"/>
                      <a:pt x="184" y="14"/>
                      <a:pt x="180" y="18"/>
                    </a:cubicBezTo>
                    <a:lnTo>
                      <a:pt x="16" y="182"/>
                    </a:lnTo>
                    <a:cubicBezTo>
                      <a:pt x="13" y="186"/>
                      <a:pt x="6" y="186"/>
                      <a:pt x="3" y="183"/>
                    </a:cubicBezTo>
                    <a:cubicBezTo>
                      <a:pt x="1" y="181"/>
                      <a:pt x="0" y="178"/>
                      <a:pt x="0" y="17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8" name="Freeform 57"/>
              <p:cNvSpPr>
                <a:spLocks/>
              </p:cNvSpPr>
              <p:nvPr/>
            </p:nvSpPr>
            <p:spPr bwMode="auto">
              <a:xfrm>
                <a:off x="10449" y="2379"/>
                <a:ext cx="61" cy="62"/>
              </a:xfrm>
              <a:custGeom>
                <a:avLst/>
                <a:gdLst>
                  <a:gd name="T0" fmla="*/ 0 w 231"/>
                  <a:gd name="T1" fmla="*/ 10 h 232"/>
                  <a:gd name="T2" fmla="*/ 2 w 231"/>
                  <a:gd name="T3" fmla="*/ 3 h 232"/>
                  <a:gd name="T4" fmla="*/ 16 w 231"/>
                  <a:gd name="T5" fmla="*/ 3 h 232"/>
                  <a:gd name="T6" fmla="*/ 227 w 231"/>
                  <a:gd name="T7" fmla="*/ 214 h 232"/>
                  <a:gd name="T8" fmla="*/ 227 w 231"/>
                  <a:gd name="T9" fmla="*/ 228 h 232"/>
                  <a:gd name="T10" fmla="*/ 214 w 231"/>
                  <a:gd name="T11" fmla="*/ 228 h 232"/>
                  <a:gd name="T12" fmla="*/ 2 w 231"/>
                  <a:gd name="T13" fmla="*/ 17 h 232"/>
                  <a:gd name="T14" fmla="*/ 0 w 231"/>
                  <a:gd name="T15" fmla="*/ 1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1" h="232">
                    <a:moveTo>
                      <a:pt x="0" y="10"/>
                    </a:moveTo>
                    <a:cubicBezTo>
                      <a:pt x="0" y="8"/>
                      <a:pt x="1" y="5"/>
                      <a:pt x="2" y="3"/>
                    </a:cubicBezTo>
                    <a:cubicBezTo>
                      <a:pt x="6" y="0"/>
                      <a:pt x="13" y="0"/>
                      <a:pt x="16" y="3"/>
                    </a:cubicBezTo>
                    <a:lnTo>
                      <a:pt x="227" y="214"/>
                    </a:lnTo>
                    <a:cubicBezTo>
                      <a:pt x="231" y="218"/>
                      <a:pt x="231" y="224"/>
                      <a:pt x="227" y="228"/>
                    </a:cubicBezTo>
                    <a:cubicBezTo>
                      <a:pt x="224" y="232"/>
                      <a:pt x="217" y="232"/>
                      <a:pt x="214" y="228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9" name="Freeform 58"/>
              <p:cNvSpPr>
                <a:spLocks/>
              </p:cNvSpPr>
              <p:nvPr/>
            </p:nvSpPr>
            <p:spPr bwMode="auto">
              <a:xfrm>
                <a:off x="10571" y="2325"/>
                <a:ext cx="49" cy="50"/>
              </a:xfrm>
              <a:custGeom>
                <a:avLst/>
                <a:gdLst>
                  <a:gd name="T0" fmla="*/ 0 w 185"/>
                  <a:gd name="T1" fmla="*/ 175 h 186"/>
                  <a:gd name="T2" fmla="*/ 3 w 185"/>
                  <a:gd name="T3" fmla="*/ 168 h 186"/>
                  <a:gd name="T4" fmla="*/ 167 w 185"/>
                  <a:gd name="T5" fmla="*/ 4 h 186"/>
                  <a:gd name="T6" fmla="*/ 181 w 185"/>
                  <a:gd name="T7" fmla="*/ 4 h 186"/>
                  <a:gd name="T8" fmla="*/ 181 w 185"/>
                  <a:gd name="T9" fmla="*/ 18 h 186"/>
                  <a:gd name="T10" fmla="*/ 17 w 185"/>
                  <a:gd name="T11" fmla="*/ 182 h 186"/>
                  <a:gd name="T12" fmla="*/ 3 w 185"/>
                  <a:gd name="T13" fmla="*/ 182 h 186"/>
                  <a:gd name="T14" fmla="*/ 0 w 185"/>
                  <a:gd name="T15" fmla="*/ 17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5" h="186"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7" y="4"/>
                    </a:lnTo>
                    <a:cubicBezTo>
                      <a:pt x="171" y="0"/>
                      <a:pt x="177" y="0"/>
                      <a:pt x="181" y="4"/>
                    </a:cubicBezTo>
                    <a:cubicBezTo>
                      <a:pt x="185" y="8"/>
                      <a:pt x="185" y="14"/>
                      <a:pt x="181" y="18"/>
                    </a:cubicBezTo>
                    <a:lnTo>
                      <a:pt x="17" y="182"/>
                    </a:lnTo>
                    <a:cubicBezTo>
                      <a:pt x="13" y="186"/>
                      <a:pt x="7" y="186"/>
                      <a:pt x="3" y="182"/>
                    </a:cubicBez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0" name="Freeform 59"/>
              <p:cNvSpPr>
                <a:spLocks/>
              </p:cNvSpPr>
              <p:nvPr/>
            </p:nvSpPr>
            <p:spPr bwMode="auto">
              <a:xfrm>
                <a:off x="10622" y="2275"/>
                <a:ext cx="49" cy="49"/>
              </a:xfrm>
              <a:custGeom>
                <a:avLst/>
                <a:gdLst>
                  <a:gd name="T0" fmla="*/ 0 w 185"/>
                  <a:gd name="T1" fmla="*/ 175 h 186"/>
                  <a:gd name="T2" fmla="*/ 3 w 185"/>
                  <a:gd name="T3" fmla="*/ 168 h 186"/>
                  <a:gd name="T4" fmla="*/ 167 w 185"/>
                  <a:gd name="T5" fmla="*/ 4 h 186"/>
                  <a:gd name="T6" fmla="*/ 181 w 185"/>
                  <a:gd name="T7" fmla="*/ 4 h 186"/>
                  <a:gd name="T8" fmla="*/ 181 w 185"/>
                  <a:gd name="T9" fmla="*/ 18 h 186"/>
                  <a:gd name="T10" fmla="*/ 17 w 185"/>
                  <a:gd name="T11" fmla="*/ 182 h 186"/>
                  <a:gd name="T12" fmla="*/ 3 w 185"/>
                  <a:gd name="T13" fmla="*/ 182 h 186"/>
                  <a:gd name="T14" fmla="*/ 0 w 185"/>
                  <a:gd name="T15" fmla="*/ 17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5" h="186"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7" y="4"/>
                    </a:lnTo>
                    <a:cubicBezTo>
                      <a:pt x="171" y="0"/>
                      <a:pt x="177" y="0"/>
                      <a:pt x="181" y="4"/>
                    </a:cubicBezTo>
                    <a:cubicBezTo>
                      <a:pt x="185" y="8"/>
                      <a:pt x="184" y="14"/>
                      <a:pt x="181" y="18"/>
                    </a:cubicBezTo>
                    <a:lnTo>
                      <a:pt x="17" y="182"/>
                    </a:lnTo>
                    <a:cubicBezTo>
                      <a:pt x="13" y="186"/>
                      <a:pt x="7" y="186"/>
                      <a:pt x="3" y="182"/>
                    </a:cubicBez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1" name="Freeform 60"/>
              <p:cNvSpPr>
                <a:spLocks/>
              </p:cNvSpPr>
              <p:nvPr/>
            </p:nvSpPr>
            <p:spPr bwMode="auto">
              <a:xfrm>
                <a:off x="11243" y="1596"/>
                <a:ext cx="47" cy="47"/>
              </a:xfrm>
              <a:custGeom>
                <a:avLst/>
                <a:gdLst>
                  <a:gd name="T0" fmla="*/ 0 w 176"/>
                  <a:gd name="T1" fmla="*/ 11 h 176"/>
                  <a:gd name="T2" fmla="*/ 3 w 176"/>
                  <a:gd name="T3" fmla="*/ 4 h 176"/>
                  <a:gd name="T4" fmla="*/ 17 w 176"/>
                  <a:gd name="T5" fmla="*/ 4 h 176"/>
                  <a:gd name="T6" fmla="*/ 172 w 176"/>
                  <a:gd name="T7" fmla="*/ 158 h 176"/>
                  <a:gd name="T8" fmla="*/ 172 w 176"/>
                  <a:gd name="T9" fmla="*/ 172 h 176"/>
                  <a:gd name="T10" fmla="*/ 158 w 176"/>
                  <a:gd name="T11" fmla="*/ 172 h 176"/>
                  <a:gd name="T12" fmla="*/ 3 w 176"/>
                  <a:gd name="T13" fmla="*/ 18 h 176"/>
                  <a:gd name="T14" fmla="*/ 0 w 176"/>
                  <a:gd name="T15" fmla="*/ 1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6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72" y="158"/>
                    </a:lnTo>
                    <a:cubicBezTo>
                      <a:pt x="176" y="162"/>
                      <a:pt x="176" y="169"/>
                      <a:pt x="172" y="172"/>
                    </a:cubicBezTo>
                    <a:cubicBezTo>
                      <a:pt x="168" y="176"/>
                      <a:pt x="162" y="176"/>
                      <a:pt x="158" y="172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2" name="Freeform 61"/>
              <p:cNvSpPr>
                <a:spLocks/>
              </p:cNvSpPr>
              <p:nvPr/>
            </p:nvSpPr>
            <p:spPr bwMode="auto">
              <a:xfrm>
                <a:off x="11408" y="1431"/>
                <a:ext cx="47" cy="47"/>
              </a:xfrm>
              <a:custGeom>
                <a:avLst/>
                <a:gdLst>
                  <a:gd name="T0" fmla="*/ 0 w 175"/>
                  <a:gd name="T1" fmla="*/ 11 h 177"/>
                  <a:gd name="T2" fmla="*/ 3 w 175"/>
                  <a:gd name="T3" fmla="*/ 4 h 177"/>
                  <a:gd name="T4" fmla="*/ 17 w 175"/>
                  <a:gd name="T5" fmla="*/ 4 h 177"/>
                  <a:gd name="T6" fmla="*/ 172 w 175"/>
                  <a:gd name="T7" fmla="*/ 159 h 177"/>
                  <a:gd name="T8" fmla="*/ 172 w 175"/>
                  <a:gd name="T9" fmla="*/ 173 h 177"/>
                  <a:gd name="T10" fmla="*/ 158 w 175"/>
                  <a:gd name="T11" fmla="*/ 173 h 177"/>
                  <a:gd name="T12" fmla="*/ 3 w 175"/>
                  <a:gd name="T13" fmla="*/ 18 h 177"/>
                  <a:gd name="T14" fmla="*/ 0 w 175"/>
                  <a:gd name="T15" fmla="*/ 11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5" h="177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72" y="159"/>
                    </a:lnTo>
                    <a:cubicBezTo>
                      <a:pt x="175" y="163"/>
                      <a:pt x="175" y="169"/>
                      <a:pt x="172" y="173"/>
                    </a:cubicBezTo>
                    <a:cubicBezTo>
                      <a:pt x="168" y="177"/>
                      <a:pt x="162" y="177"/>
                      <a:pt x="158" y="173"/>
                    </a:cubicBezTo>
                    <a:lnTo>
                      <a:pt x="3" y="18"/>
                    </a:ln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3" name="Freeform 62"/>
              <p:cNvSpPr>
                <a:spLocks/>
              </p:cNvSpPr>
              <p:nvPr/>
            </p:nvSpPr>
            <p:spPr bwMode="auto">
              <a:xfrm>
                <a:off x="11885" y="954"/>
                <a:ext cx="47" cy="47"/>
              </a:xfrm>
              <a:custGeom>
                <a:avLst/>
                <a:gdLst>
                  <a:gd name="T0" fmla="*/ 0 w 176"/>
                  <a:gd name="T1" fmla="*/ 10 h 176"/>
                  <a:gd name="T2" fmla="*/ 3 w 176"/>
                  <a:gd name="T3" fmla="*/ 3 h 176"/>
                  <a:gd name="T4" fmla="*/ 17 w 176"/>
                  <a:gd name="T5" fmla="*/ 3 h 176"/>
                  <a:gd name="T6" fmla="*/ 172 w 176"/>
                  <a:gd name="T7" fmla="*/ 158 h 176"/>
                  <a:gd name="T8" fmla="*/ 172 w 176"/>
                  <a:gd name="T9" fmla="*/ 172 h 176"/>
                  <a:gd name="T10" fmla="*/ 158 w 176"/>
                  <a:gd name="T11" fmla="*/ 172 h 176"/>
                  <a:gd name="T12" fmla="*/ 3 w 176"/>
                  <a:gd name="T13" fmla="*/ 17 h 176"/>
                  <a:gd name="T14" fmla="*/ 0 w 176"/>
                  <a:gd name="T15" fmla="*/ 1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6">
                    <a:moveTo>
                      <a:pt x="0" y="10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7" y="0"/>
                      <a:pt x="13" y="0"/>
                      <a:pt x="17" y="3"/>
                    </a:cubicBezTo>
                    <a:lnTo>
                      <a:pt x="172" y="158"/>
                    </a:lnTo>
                    <a:cubicBezTo>
                      <a:pt x="176" y="162"/>
                      <a:pt x="176" y="168"/>
                      <a:pt x="172" y="172"/>
                    </a:cubicBezTo>
                    <a:cubicBezTo>
                      <a:pt x="168" y="176"/>
                      <a:pt x="162" y="176"/>
                      <a:pt x="158" y="172"/>
                    </a:cubicBezTo>
                    <a:lnTo>
                      <a:pt x="3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4" name="Freeform 63"/>
              <p:cNvSpPr>
                <a:spLocks/>
              </p:cNvSpPr>
              <p:nvPr/>
            </p:nvSpPr>
            <p:spPr bwMode="auto">
              <a:xfrm>
                <a:off x="9834" y="2677"/>
                <a:ext cx="6" cy="7"/>
              </a:xfrm>
              <a:custGeom>
                <a:avLst/>
                <a:gdLst>
                  <a:gd name="T0" fmla="*/ 0 w 25"/>
                  <a:gd name="T1" fmla="*/ 10 h 25"/>
                  <a:gd name="T2" fmla="*/ 3 w 25"/>
                  <a:gd name="T3" fmla="*/ 3 h 25"/>
                  <a:gd name="T4" fmla="*/ 17 w 25"/>
                  <a:gd name="T5" fmla="*/ 3 h 25"/>
                  <a:gd name="T6" fmla="*/ 21 w 25"/>
                  <a:gd name="T7" fmla="*/ 7 h 25"/>
                  <a:gd name="T8" fmla="*/ 21 w 25"/>
                  <a:gd name="T9" fmla="*/ 21 h 25"/>
                  <a:gd name="T10" fmla="*/ 7 w 25"/>
                  <a:gd name="T11" fmla="*/ 21 h 25"/>
                  <a:gd name="T12" fmla="*/ 3 w 25"/>
                  <a:gd name="T13" fmla="*/ 17 h 25"/>
                  <a:gd name="T14" fmla="*/ 0 w 25"/>
                  <a:gd name="T15" fmla="*/ 1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5">
                    <a:moveTo>
                      <a:pt x="0" y="10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7" y="0"/>
                      <a:pt x="13" y="0"/>
                      <a:pt x="17" y="3"/>
                    </a:cubicBezTo>
                    <a:lnTo>
                      <a:pt x="21" y="7"/>
                    </a:lnTo>
                    <a:cubicBezTo>
                      <a:pt x="25" y="11"/>
                      <a:pt x="25" y="18"/>
                      <a:pt x="21" y="21"/>
                    </a:cubicBezTo>
                    <a:cubicBezTo>
                      <a:pt x="17" y="25"/>
                      <a:pt x="11" y="25"/>
                      <a:pt x="7" y="21"/>
                    </a:cubicBezTo>
                    <a:lnTo>
                      <a:pt x="3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5" name="Freeform 64"/>
              <p:cNvSpPr>
                <a:spLocks/>
              </p:cNvSpPr>
              <p:nvPr/>
            </p:nvSpPr>
            <p:spPr bwMode="auto">
              <a:xfrm>
                <a:off x="10436" y="654"/>
                <a:ext cx="6" cy="7"/>
              </a:xfrm>
              <a:custGeom>
                <a:avLst/>
                <a:gdLst>
                  <a:gd name="T0" fmla="*/ 0 w 21"/>
                  <a:gd name="T1" fmla="*/ 13 h 24"/>
                  <a:gd name="T2" fmla="*/ 1 w 21"/>
                  <a:gd name="T3" fmla="*/ 9 h 24"/>
                  <a:gd name="T4" fmla="*/ 1 w 21"/>
                  <a:gd name="T5" fmla="*/ 7 h 24"/>
                  <a:gd name="T6" fmla="*/ 15 w 21"/>
                  <a:gd name="T7" fmla="*/ 3 h 24"/>
                  <a:gd name="T8" fmla="*/ 19 w 21"/>
                  <a:gd name="T9" fmla="*/ 16 h 24"/>
                  <a:gd name="T10" fmla="*/ 5 w 21"/>
                  <a:gd name="T11" fmla="*/ 21 h 24"/>
                  <a:gd name="T12" fmla="*/ 0 w 21"/>
                  <a:gd name="T13" fmla="*/ 1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4">
                    <a:moveTo>
                      <a:pt x="0" y="13"/>
                    </a:moveTo>
                    <a:cubicBezTo>
                      <a:pt x="0" y="11"/>
                      <a:pt x="0" y="10"/>
                      <a:pt x="1" y="9"/>
                    </a:cubicBezTo>
                    <a:lnTo>
                      <a:pt x="1" y="7"/>
                    </a:lnTo>
                    <a:cubicBezTo>
                      <a:pt x="4" y="2"/>
                      <a:pt x="10" y="0"/>
                      <a:pt x="15" y="3"/>
                    </a:cubicBezTo>
                    <a:cubicBezTo>
                      <a:pt x="20" y="5"/>
                      <a:pt x="21" y="11"/>
                      <a:pt x="19" y="16"/>
                    </a:cubicBezTo>
                    <a:cubicBezTo>
                      <a:pt x="16" y="21"/>
                      <a:pt x="10" y="24"/>
                      <a:pt x="5" y="21"/>
                    </a:cubicBezTo>
                    <a:cubicBezTo>
                      <a:pt x="2" y="19"/>
                      <a:pt x="0" y="16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6" name="Freeform 65"/>
              <p:cNvSpPr>
                <a:spLocks/>
              </p:cNvSpPr>
              <p:nvPr/>
            </p:nvSpPr>
            <p:spPr bwMode="auto">
              <a:xfrm>
                <a:off x="10436" y="654"/>
                <a:ext cx="6" cy="7"/>
              </a:xfrm>
              <a:custGeom>
                <a:avLst/>
                <a:gdLst>
                  <a:gd name="T0" fmla="*/ 0 w 23"/>
                  <a:gd name="T1" fmla="*/ 16 h 27"/>
                  <a:gd name="T2" fmla="*/ 1 w 23"/>
                  <a:gd name="T3" fmla="*/ 12 h 27"/>
                  <a:gd name="T4" fmla="*/ 3 w 23"/>
                  <a:gd name="T5" fmla="*/ 7 h 27"/>
                  <a:gd name="T6" fmla="*/ 17 w 23"/>
                  <a:gd name="T7" fmla="*/ 3 h 27"/>
                  <a:gd name="T8" fmla="*/ 21 w 23"/>
                  <a:gd name="T9" fmla="*/ 16 h 27"/>
                  <a:gd name="T10" fmla="*/ 19 w 23"/>
                  <a:gd name="T11" fmla="*/ 21 h 27"/>
                  <a:gd name="T12" fmla="*/ 5 w 23"/>
                  <a:gd name="T13" fmla="*/ 25 h 27"/>
                  <a:gd name="T14" fmla="*/ 0 w 23"/>
                  <a:gd name="T15" fmla="*/ 1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27">
                    <a:moveTo>
                      <a:pt x="0" y="16"/>
                    </a:moveTo>
                    <a:cubicBezTo>
                      <a:pt x="0" y="15"/>
                      <a:pt x="0" y="13"/>
                      <a:pt x="1" y="12"/>
                    </a:cubicBezTo>
                    <a:lnTo>
                      <a:pt x="3" y="7"/>
                    </a:lnTo>
                    <a:cubicBezTo>
                      <a:pt x="6" y="2"/>
                      <a:pt x="12" y="0"/>
                      <a:pt x="17" y="3"/>
                    </a:cubicBezTo>
                    <a:cubicBezTo>
                      <a:pt x="22" y="5"/>
                      <a:pt x="23" y="11"/>
                      <a:pt x="21" y="16"/>
                    </a:cubicBezTo>
                    <a:lnTo>
                      <a:pt x="19" y="21"/>
                    </a:lnTo>
                    <a:cubicBezTo>
                      <a:pt x="16" y="26"/>
                      <a:pt x="10" y="27"/>
                      <a:pt x="5" y="25"/>
                    </a:cubicBezTo>
                    <a:cubicBezTo>
                      <a:pt x="2" y="23"/>
                      <a:pt x="0" y="20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7" name="Freeform 66"/>
              <p:cNvSpPr>
                <a:spLocks/>
              </p:cNvSpPr>
              <p:nvPr/>
            </p:nvSpPr>
            <p:spPr bwMode="auto">
              <a:xfrm>
                <a:off x="12358" y="687"/>
                <a:ext cx="13" cy="17"/>
              </a:xfrm>
              <a:custGeom>
                <a:avLst/>
                <a:gdLst>
                  <a:gd name="T0" fmla="*/ 0 w 46"/>
                  <a:gd name="T1" fmla="*/ 11 h 63"/>
                  <a:gd name="T2" fmla="*/ 3 w 46"/>
                  <a:gd name="T3" fmla="*/ 3 h 63"/>
                  <a:gd name="T4" fmla="*/ 17 w 46"/>
                  <a:gd name="T5" fmla="*/ 5 h 63"/>
                  <a:gd name="T6" fmla="*/ 44 w 46"/>
                  <a:gd name="T7" fmla="*/ 47 h 63"/>
                  <a:gd name="T8" fmla="*/ 39 w 46"/>
                  <a:gd name="T9" fmla="*/ 60 h 63"/>
                  <a:gd name="T10" fmla="*/ 26 w 46"/>
                  <a:gd name="T11" fmla="*/ 55 h 63"/>
                  <a:gd name="T12" fmla="*/ 2 w 46"/>
                  <a:gd name="T13" fmla="*/ 17 h 63"/>
                  <a:gd name="T14" fmla="*/ 0 w 46"/>
                  <a:gd name="T15" fmla="*/ 1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63">
                    <a:moveTo>
                      <a:pt x="0" y="11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8" y="0"/>
                      <a:pt x="14" y="1"/>
                      <a:pt x="17" y="5"/>
                    </a:cubicBezTo>
                    <a:cubicBezTo>
                      <a:pt x="28" y="18"/>
                      <a:pt x="37" y="32"/>
                      <a:pt x="44" y="47"/>
                    </a:cubicBezTo>
                    <a:cubicBezTo>
                      <a:pt x="46" y="52"/>
                      <a:pt x="44" y="58"/>
                      <a:pt x="39" y="60"/>
                    </a:cubicBezTo>
                    <a:cubicBezTo>
                      <a:pt x="34" y="63"/>
                      <a:pt x="28" y="60"/>
                      <a:pt x="26" y="55"/>
                    </a:cubicBezTo>
                    <a:cubicBezTo>
                      <a:pt x="19" y="42"/>
                      <a:pt x="11" y="29"/>
                      <a:pt x="2" y="17"/>
                    </a:cubicBezTo>
                    <a:cubicBezTo>
                      <a:pt x="0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8" name="Freeform 67"/>
              <p:cNvSpPr>
                <a:spLocks/>
              </p:cNvSpPr>
              <p:nvPr/>
            </p:nvSpPr>
            <p:spPr bwMode="auto">
              <a:xfrm>
                <a:off x="12334" y="661"/>
                <a:ext cx="27" cy="28"/>
              </a:xfrm>
              <a:custGeom>
                <a:avLst/>
                <a:gdLst>
                  <a:gd name="T0" fmla="*/ 0 w 101"/>
                  <a:gd name="T1" fmla="*/ 11 h 107"/>
                  <a:gd name="T2" fmla="*/ 3 w 101"/>
                  <a:gd name="T3" fmla="*/ 4 h 107"/>
                  <a:gd name="T4" fmla="*/ 16 w 101"/>
                  <a:gd name="T5" fmla="*/ 4 h 107"/>
                  <a:gd name="T6" fmla="*/ 97 w 101"/>
                  <a:gd name="T7" fmla="*/ 89 h 107"/>
                  <a:gd name="T8" fmla="*/ 96 w 101"/>
                  <a:gd name="T9" fmla="*/ 103 h 107"/>
                  <a:gd name="T10" fmla="*/ 82 w 101"/>
                  <a:gd name="T11" fmla="*/ 102 h 107"/>
                  <a:gd name="T12" fmla="*/ 3 w 101"/>
                  <a:gd name="T13" fmla="*/ 18 h 107"/>
                  <a:gd name="T14" fmla="*/ 0 w 101"/>
                  <a:gd name="T15" fmla="*/ 1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7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6" y="0"/>
                      <a:pt x="12" y="0"/>
                      <a:pt x="16" y="4"/>
                    </a:cubicBezTo>
                    <a:cubicBezTo>
                      <a:pt x="45" y="30"/>
                      <a:pt x="72" y="58"/>
                      <a:pt x="97" y="89"/>
                    </a:cubicBezTo>
                    <a:cubicBezTo>
                      <a:pt x="101" y="94"/>
                      <a:pt x="100" y="100"/>
                      <a:pt x="96" y="103"/>
                    </a:cubicBezTo>
                    <a:cubicBezTo>
                      <a:pt x="91" y="107"/>
                      <a:pt x="85" y="106"/>
                      <a:pt x="82" y="102"/>
                    </a:cubicBezTo>
                    <a:cubicBezTo>
                      <a:pt x="58" y="72"/>
                      <a:pt x="31" y="44"/>
                      <a:pt x="3" y="18"/>
                    </a:cubicBez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9" name="Freeform 68"/>
              <p:cNvSpPr>
                <a:spLocks/>
              </p:cNvSpPr>
              <p:nvPr/>
            </p:nvSpPr>
            <p:spPr bwMode="auto">
              <a:xfrm>
                <a:off x="12355" y="683"/>
                <a:ext cx="9" cy="10"/>
              </a:xfrm>
              <a:custGeom>
                <a:avLst/>
                <a:gdLst>
                  <a:gd name="T0" fmla="*/ 0 w 33"/>
                  <a:gd name="T1" fmla="*/ 12 h 38"/>
                  <a:gd name="T2" fmla="*/ 3 w 33"/>
                  <a:gd name="T3" fmla="*/ 4 h 38"/>
                  <a:gd name="T4" fmla="*/ 17 w 33"/>
                  <a:gd name="T5" fmla="*/ 6 h 38"/>
                  <a:gd name="T6" fmla="*/ 29 w 33"/>
                  <a:gd name="T7" fmla="*/ 21 h 38"/>
                  <a:gd name="T8" fmla="*/ 28 w 33"/>
                  <a:gd name="T9" fmla="*/ 35 h 38"/>
                  <a:gd name="T10" fmla="*/ 14 w 33"/>
                  <a:gd name="T11" fmla="*/ 33 h 38"/>
                  <a:gd name="T12" fmla="*/ 2 w 33"/>
                  <a:gd name="T13" fmla="*/ 18 h 38"/>
                  <a:gd name="T14" fmla="*/ 0 w 33"/>
                  <a:gd name="T15" fmla="*/ 1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38">
                    <a:moveTo>
                      <a:pt x="0" y="12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8" y="0"/>
                      <a:pt x="14" y="1"/>
                      <a:pt x="17" y="6"/>
                    </a:cubicBezTo>
                    <a:lnTo>
                      <a:pt x="29" y="21"/>
                    </a:lnTo>
                    <a:cubicBezTo>
                      <a:pt x="33" y="25"/>
                      <a:pt x="32" y="32"/>
                      <a:pt x="28" y="35"/>
                    </a:cubicBezTo>
                    <a:cubicBezTo>
                      <a:pt x="23" y="38"/>
                      <a:pt x="17" y="37"/>
                      <a:pt x="14" y="33"/>
                    </a:cubicBezTo>
                    <a:lnTo>
                      <a:pt x="2" y="18"/>
                    </a:lnTo>
                    <a:cubicBezTo>
                      <a:pt x="0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0" name="Freeform 69"/>
              <p:cNvSpPr>
                <a:spLocks/>
              </p:cNvSpPr>
              <p:nvPr/>
            </p:nvSpPr>
            <p:spPr bwMode="auto">
              <a:xfrm>
                <a:off x="12290" y="625"/>
                <a:ext cx="40" cy="33"/>
              </a:xfrm>
              <a:custGeom>
                <a:avLst/>
                <a:gdLst>
                  <a:gd name="T0" fmla="*/ 0 w 153"/>
                  <a:gd name="T1" fmla="*/ 11 h 124"/>
                  <a:gd name="T2" fmla="*/ 2 w 153"/>
                  <a:gd name="T3" fmla="*/ 5 h 124"/>
                  <a:gd name="T4" fmla="*/ 16 w 153"/>
                  <a:gd name="T5" fmla="*/ 3 h 124"/>
                  <a:gd name="T6" fmla="*/ 148 w 153"/>
                  <a:gd name="T7" fmla="*/ 105 h 124"/>
                  <a:gd name="T8" fmla="*/ 149 w 153"/>
                  <a:gd name="T9" fmla="*/ 118 h 124"/>
                  <a:gd name="T10" fmla="*/ 136 w 153"/>
                  <a:gd name="T11" fmla="*/ 120 h 124"/>
                  <a:gd name="T12" fmla="*/ 4 w 153"/>
                  <a:gd name="T13" fmla="*/ 19 h 124"/>
                  <a:gd name="T14" fmla="*/ 0 w 153"/>
                  <a:gd name="T15" fmla="*/ 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3" h="124">
                    <a:moveTo>
                      <a:pt x="0" y="11"/>
                    </a:moveTo>
                    <a:cubicBezTo>
                      <a:pt x="0" y="9"/>
                      <a:pt x="0" y="7"/>
                      <a:pt x="2" y="5"/>
                    </a:cubicBezTo>
                    <a:cubicBezTo>
                      <a:pt x="5" y="1"/>
                      <a:pt x="11" y="0"/>
                      <a:pt x="16" y="3"/>
                    </a:cubicBezTo>
                    <a:lnTo>
                      <a:pt x="148" y="105"/>
                    </a:lnTo>
                    <a:cubicBezTo>
                      <a:pt x="152" y="108"/>
                      <a:pt x="153" y="114"/>
                      <a:pt x="149" y="118"/>
                    </a:cubicBezTo>
                    <a:cubicBezTo>
                      <a:pt x="146" y="123"/>
                      <a:pt x="140" y="124"/>
                      <a:pt x="136" y="120"/>
                    </a:cubicBezTo>
                    <a:lnTo>
                      <a:pt x="4" y="19"/>
                    </a:lnTo>
                    <a:cubicBezTo>
                      <a:pt x="1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1" name="Freeform 70"/>
              <p:cNvSpPr>
                <a:spLocks/>
              </p:cNvSpPr>
              <p:nvPr/>
            </p:nvSpPr>
            <p:spPr bwMode="auto">
              <a:xfrm>
                <a:off x="12325" y="652"/>
                <a:ext cx="15" cy="14"/>
              </a:xfrm>
              <a:custGeom>
                <a:avLst/>
                <a:gdLst>
                  <a:gd name="T0" fmla="*/ 0 w 56"/>
                  <a:gd name="T1" fmla="*/ 11 h 54"/>
                  <a:gd name="T2" fmla="*/ 3 w 56"/>
                  <a:gd name="T3" fmla="*/ 4 h 54"/>
                  <a:gd name="T4" fmla="*/ 17 w 56"/>
                  <a:gd name="T5" fmla="*/ 4 h 54"/>
                  <a:gd name="T6" fmla="*/ 52 w 56"/>
                  <a:gd name="T7" fmla="*/ 36 h 54"/>
                  <a:gd name="T8" fmla="*/ 52 w 56"/>
                  <a:gd name="T9" fmla="*/ 50 h 54"/>
                  <a:gd name="T10" fmla="*/ 38 w 56"/>
                  <a:gd name="T11" fmla="*/ 50 h 54"/>
                  <a:gd name="T12" fmla="*/ 4 w 56"/>
                  <a:gd name="T13" fmla="*/ 18 h 54"/>
                  <a:gd name="T14" fmla="*/ 0 w 56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54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52" y="36"/>
                    </a:lnTo>
                    <a:cubicBezTo>
                      <a:pt x="56" y="39"/>
                      <a:pt x="56" y="46"/>
                      <a:pt x="52" y="50"/>
                    </a:cubicBezTo>
                    <a:cubicBezTo>
                      <a:pt x="48" y="54"/>
                      <a:pt x="42" y="54"/>
                      <a:pt x="38" y="50"/>
                    </a:cubicBezTo>
                    <a:lnTo>
                      <a:pt x="4" y="18"/>
                    </a:ln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2" name="Freeform 71"/>
              <p:cNvSpPr>
                <a:spLocks/>
              </p:cNvSpPr>
              <p:nvPr/>
            </p:nvSpPr>
            <p:spPr bwMode="auto">
              <a:xfrm>
                <a:off x="12246" y="594"/>
                <a:ext cx="49" cy="37"/>
              </a:xfrm>
              <a:custGeom>
                <a:avLst/>
                <a:gdLst>
                  <a:gd name="T0" fmla="*/ 0 w 183"/>
                  <a:gd name="T1" fmla="*/ 11 h 141"/>
                  <a:gd name="T2" fmla="*/ 2 w 183"/>
                  <a:gd name="T3" fmla="*/ 5 h 141"/>
                  <a:gd name="T4" fmla="*/ 15 w 183"/>
                  <a:gd name="T5" fmla="*/ 3 h 141"/>
                  <a:gd name="T6" fmla="*/ 178 w 183"/>
                  <a:gd name="T7" fmla="*/ 121 h 141"/>
                  <a:gd name="T8" fmla="*/ 180 w 183"/>
                  <a:gd name="T9" fmla="*/ 135 h 141"/>
                  <a:gd name="T10" fmla="*/ 166 w 183"/>
                  <a:gd name="T11" fmla="*/ 137 h 141"/>
                  <a:gd name="T12" fmla="*/ 4 w 183"/>
                  <a:gd name="T13" fmla="*/ 19 h 141"/>
                  <a:gd name="T14" fmla="*/ 0 w 183"/>
                  <a:gd name="T15" fmla="*/ 1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" h="141">
                    <a:moveTo>
                      <a:pt x="0" y="11"/>
                    </a:moveTo>
                    <a:cubicBezTo>
                      <a:pt x="0" y="9"/>
                      <a:pt x="0" y="7"/>
                      <a:pt x="2" y="5"/>
                    </a:cubicBezTo>
                    <a:cubicBezTo>
                      <a:pt x="5" y="1"/>
                      <a:pt x="11" y="0"/>
                      <a:pt x="15" y="3"/>
                    </a:cubicBezTo>
                    <a:lnTo>
                      <a:pt x="178" y="121"/>
                    </a:lnTo>
                    <a:cubicBezTo>
                      <a:pt x="182" y="125"/>
                      <a:pt x="183" y="131"/>
                      <a:pt x="180" y="135"/>
                    </a:cubicBezTo>
                    <a:cubicBezTo>
                      <a:pt x="177" y="140"/>
                      <a:pt x="171" y="141"/>
                      <a:pt x="166" y="137"/>
                    </a:cubicBezTo>
                    <a:lnTo>
                      <a:pt x="4" y="19"/>
                    </a:lnTo>
                    <a:cubicBezTo>
                      <a:pt x="1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3" name="Freeform 72"/>
              <p:cNvSpPr>
                <a:spLocks/>
              </p:cNvSpPr>
              <p:nvPr/>
            </p:nvSpPr>
            <p:spPr bwMode="auto">
              <a:xfrm>
                <a:off x="12276" y="678"/>
                <a:ext cx="6" cy="5"/>
              </a:xfrm>
              <a:custGeom>
                <a:avLst/>
                <a:gdLst>
                  <a:gd name="T0" fmla="*/ 0 w 21"/>
                  <a:gd name="T1" fmla="*/ 11 h 22"/>
                  <a:gd name="T2" fmla="*/ 3 w 21"/>
                  <a:gd name="T3" fmla="*/ 5 h 22"/>
                  <a:gd name="T4" fmla="*/ 3 w 21"/>
                  <a:gd name="T5" fmla="*/ 4 h 22"/>
                  <a:gd name="T6" fmla="*/ 17 w 21"/>
                  <a:gd name="T7" fmla="*/ 4 h 22"/>
                  <a:gd name="T8" fmla="*/ 17 w 21"/>
                  <a:gd name="T9" fmla="*/ 18 h 22"/>
                  <a:gd name="T10" fmla="*/ 3 w 21"/>
                  <a:gd name="T11" fmla="*/ 18 h 22"/>
                  <a:gd name="T12" fmla="*/ 0 w 21"/>
                  <a:gd name="T1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2">
                    <a:moveTo>
                      <a:pt x="0" y="11"/>
                    </a:moveTo>
                    <a:cubicBezTo>
                      <a:pt x="0" y="9"/>
                      <a:pt x="1" y="6"/>
                      <a:pt x="3" y="5"/>
                    </a:cubicBezTo>
                    <a:lnTo>
                      <a:pt x="3" y="4"/>
                    </a:lnTo>
                    <a:cubicBezTo>
                      <a:pt x="7" y="0"/>
                      <a:pt x="13" y="0"/>
                      <a:pt x="17" y="4"/>
                    </a:cubicBezTo>
                    <a:cubicBezTo>
                      <a:pt x="21" y="8"/>
                      <a:pt x="21" y="14"/>
                      <a:pt x="17" y="18"/>
                    </a:cubicBezTo>
                    <a:cubicBezTo>
                      <a:pt x="13" y="22"/>
                      <a:pt x="7" y="22"/>
                      <a:pt x="3" y="18"/>
                    </a:cubicBez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4" name="Freeform 73"/>
              <p:cNvSpPr>
                <a:spLocks/>
              </p:cNvSpPr>
              <p:nvPr/>
            </p:nvSpPr>
            <p:spPr bwMode="auto">
              <a:xfrm>
                <a:off x="11993" y="972"/>
                <a:ext cx="54" cy="54"/>
              </a:xfrm>
              <a:custGeom>
                <a:avLst/>
                <a:gdLst>
                  <a:gd name="T0" fmla="*/ 0 w 203"/>
                  <a:gd name="T1" fmla="*/ 10 h 204"/>
                  <a:gd name="T2" fmla="*/ 3 w 203"/>
                  <a:gd name="T3" fmla="*/ 4 h 204"/>
                  <a:gd name="T4" fmla="*/ 17 w 203"/>
                  <a:gd name="T5" fmla="*/ 4 h 204"/>
                  <a:gd name="T6" fmla="*/ 199 w 203"/>
                  <a:gd name="T7" fmla="*/ 186 h 204"/>
                  <a:gd name="T8" fmla="*/ 199 w 203"/>
                  <a:gd name="T9" fmla="*/ 200 h 204"/>
                  <a:gd name="T10" fmla="*/ 185 w 203"/>
                  <a:gd name="T11" fmla="*/ 200 h 204"/>
                  <a:gd name="T12" fmla="*/ 3 w 203"/>
                  <a:gd name="T13" fmla="*/ 17 h 204"/>
                  <a:gd name="T14" fmla="*/ 0 w 203"/>
                  <a:gd name="T15" fmla="*/ 1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4">
                    <a:moveTo>
                      <a:pt x="0" y="10"/>
                    </a:moveTo>
                    <a:cubicBezTo>
                      <a:pt x="0" y="8"/>
                      <a:pt x="1" y="5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6"/>
                    </a:lnTo>
                    <a:cubicBezTo>
                      <a:pt x="203" y="190"/>
                      <a:pt x="203" y="196"/>
                      <a:pt x="199" y="200"/>
                    </a:cubicBezTo>
                    <a:cubicBezTo>
                      <a:pt x="195" y="204"/>
                      <a:pt x="189" y="204"/>
                      <a:pt x="185" y="200"/>
                    </a:cubicBezTo>
                    <a:lnTo>
                      <a:pt x="3" y="17"/>
                    </a:lnTo>
                    <a:cubicBezTo>
                      <a:pt x="1" y="16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5" name="Freeform 74"/>
              <p:cNvSpPr>
                <a:spLocks/>
              </p:cNvSpPr>
              <p:nvPr/>
            </p:nvSpPr>
            <p:spPr bwMode="auto">
              <a:xfrm>
                <a:off x="11959" y="1031"/>
                <a:ext cx="47" cy="47"/>
              </a:xfrm>
              <a:custGeom>
                <a:avLst/>
                <a:gdLst>
                  <a:gd name="T0" fmla="*/ 0 w 176"/>
                  <a:gd name="T1" fmla="*/ 11 h 177"/>
                  <a:gd name="T2" fmla="*/ 2 w 176"/>
                  <a:gd name="T3" fmla="*/ 4 h 177"/>
                  <a:gd name="T4" fmla="*/ 16 w 176"/>
                  <a:gd name="T5" fmla="*/ 4 h 177"/>
                  <a:gd name="T6" fmla="*/ 172 w 176"/>
                  <a:gd name="T7" fmla="*/ 159 h 177"/>
                  <a:gd name="T8" fmla="*/ 172 w 176"/>
                  <a:gd name="T9" fmla="*/ 173 h 177"/>
                  <a:gd name="T10" fmla="*/ 158 w 176"/>
                  <a:gd name="T11" fmla="*/ 173 h 177"/>
                  <a:gd name="T12" fmla="*/ 2 w 176"/>
                  <a:gd name="T13" fmla="*/ 18 h 177"/>
                  <a:gd name="T14" fmla="*/ 0 w 176"/>
                  <a:gd name="T15" fmla="*/ 11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7">
                    <a:moveTo>
                      <a:pt x="0" y="11"/>
                    </a:moveTo>
                    <a:cubicBezTo>
                      <a:pt x="0" y="8"/>
                      <a:pt x="0" y="6"/>
                      <a:pt x="2" y="4"/>
                    </a:cubicBezTo>
                    <a:cubicBezTo>
                      <a:pt x="6" y="0"/>
                      <a:pt x="12" y="0"/>
                      <a:pt x="16" y="4"/>
                    </a:cubicBezTo>
                    <a:lnTo>
                      <a:pt x="172" y="159"/>
                    </a:lnTo>
                    <a:cubicBezTo>
                      <a:pt x="176" y="163"/>
                      <a:pt x="176" y="169"/>
                      <a:pt x="172" y="173"/>
                    </a:cubicBezTo>
                    <a:cubicBezTo>
                      <a:pt x="168" y="177"/>
                      <a:pt x="162" y="177"/>
                      <a:pt x="158" y="173"/>
                    </a:cubicBezTo>
                    <a:lnTo>
                      <a:pt x="2" y="18"/>
                    </a:lnTo>
                    <a:cubicBezTo>
                      <a:pt x="0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6" name="Freeform 75"/>
              <p:cNvSpPr>
                <a:spLocks/>
              </p:cNvSpPr>
              <p:nvPr/>
            </p:nvSpPr>
            <p:spPr bwMode="auto">
              <a:xfrm>
                <a:off x="11779" y="1057"/>
                <a:ext cx="6" cy="7"/>
              </a:xfrm>
              <a:custGeom>
                <a:avLst/>
                <a:gdLst>
                  <a:gd name="T0" fmla="*/ 0 w 22"/>
                  <a:gd name="T1" fmla="*/ 12 h 23"/>
                  <a:gd name="T2" fmla="*/ 3 w 22"/>
                  <a:gd name="T3" fmla="*/ 6 h 23"/>
                  <a:gd name="T4" fmla="*/ 4 w 22"/>
                  <a:gd name="T5" fmla="*/ 4 h 23"/>
                  <a:gd name="T6" fmla="*/ 18 w 22"/>
                  <a:gd name="T7" fmla="*/ 4 h 23"/>
                  <a:gd name="T8" fmla="*/ 18 w 22"/>
                  <a:gd name="T9" fmla="*/ 18 h 23"/>
                  <a:gd name="T10" fmla="*/ 3 w 22"/>
                  <a:gd name="T11" fmla="*/ 19 h 23"/>
                  <a:gd name="T12" fmla="*/ 0 w 22"/>
                  <a:gd name="T13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23">
                    <a:moveTo>
                      <a:pt x="0" y="12"/>
                    </a:moveTo>
                    <a:cubicBezTo>
                      <a:pt x="0" y="9"/>
                      <a:pt x="1" y="7"/>
                      <a:pt x="3" y="6"/>
                    </a:cubicBezTo>
                    <a:lnTo>
                      <a:pt x="4" y="4"/>
                    </a:lnTo>
                    <a:cubicBezTo>
                      <a:pt x="8" y="1"/>
                      <a:pt x="14" y="0"/>
                      <a:pt x="18" y="4"/>
                    </a:cubicBezTo>
                    <a:cubicBezTo>
                      <a:pt x="22" y="8"/>
                      <a:pt x="22" y="14"/>
                      <a:pt x="18" y="18"/>
                    </a:cubicBezTo>
                    <a:cubicBezTo>
                      <a:pt x="14" y="22"/>
                      <a:pt x="7" y="23"/>
                      <a:pt x="3" y="19"/>
                    </a:cubicBezTo>
                    <a:cubicBezTo>
                      <a:pt x="1" y="17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7" name="Freeform 76"/>
              <p:cNvSpPr>
                <a:spLocks/>
              </p:cNvSpPr>
              <p:nvPr/>
            </p:nvSpPr>
            <p:spPr bwMode="auto">
              <a:xfrm>
                <a:off x="9098" y="2980"/>
                <a:ext cx="19" cy="18"/>
              </a:xfrm>
              <a:custGeom>
                <a:avLst/>
                <a:gdLst>
                  <a:gd name="T0" fmla="*/ 0 w 74"/>
                  <a:gd name="T1" fmla="*/ 57 h 68"/>
                  <a:gd name="T2" fmla="*/ 3 w 74"/>
                  <a:gd name="T3" fmla="*/ 49 h 68"/>
                  <a:gd name="T4" fmla="*/ 56 w 74"/>
                  <a:gd name="T5" fmla="*/ 3 h 68"/>
                  <a:gd name="T6" fmla="*/ 70 w 74"/>
                  <a:gd name="T7" fmla="*/ 4 h 68"/>
                  <a:gd name="T8" fmla="*/ 69 w 74"/>
                  <a:gd name="T9" fmla="*/ 18 h 68"/>
                  <a:gd name="T10" fmla="*/ 16 w 74"/>
                  <a:gd name="T11" fmla="*/ 64 h 68"/>
                  <a:gd name="T12" fmla="*/ 2 w 74"/>
                  <a:gd name="T13" fmla="*/ 63 h 68"/>
                  <a:gd name="T14" fmla="*/ 0 w 74"/>
                  <a:gd name="T15" fmla="*/ 5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68">
                    <a:moveTo>
                      <a:pt x="0" y="57"/>
                    </a:moveTo>
                    <a:cubicBezTo>
                      <a:pt x="0" y="54"/>
                      <a:pt x="1" y="51"/>
                      <a:pt x="3" y="49"/>
                    </a:cubicBezTo>
                    <a:lnTo>
                      <a:pt x="56" y="3"/>
                    </a:lnTo>
                    <a:cubicBezTo>
                      <a:pt x="60" y="0"/>
                      <a:pt x="67" y="0"/>
                      <a:pt x="70" y="4"/>
                    </a:cubicBezTo>
                    <a:cubicBezTo>
                      <a:pt x="74" y="8"/>
                      <a:pt x="73" y="15"/>
                      <a:pt x="69" y="18"/>
                    </a:cubicBezTo>
                    <a:lnTo>
                      <a:pt x="16" y="64"/>
                    </a:lnTo>
                    <a:cubicBezTo>
                      <a:pt x="12" y="68"/>
                      <a:pt x="6" y="67"/>
                      <a:pt x="2" y="63"/>
                    </a:cubicBezTo>
                    <a:cubicBezTo>
                      <a:pt x="0" y="61"/>
                      <a:pt x="0" y="59"/>
                      <a:pt x="0" y="5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8" name="Freeform 77"/>
              <p:cNvSpPr>
                <a:spLocks noEditPoints="1"/>
              </p:cNvSpPr>
              <p:nvPr/>
            </p:nvSpPr>
            <p:spPr bwMode="auto">
              <a:xfrm>
                <a:off x="11952" y="965"/>
                <a:ext cx="108" cy="108"/>
              </a:xfrm>
              <a:custGeom>
                <a:avLst/>
                <a:gdLst>
                  <a:gd name="T0" fmla="*/ 192 w 406"/>
                  <a:gd name="T1" fmla="*/ 24 h 405"/>
                  <a:gd name="T2" fmla="*/ 24 w 406"/>
                  <a:gd name="T3" fmla="*/ 192 h 405"/>
                  <a:gd name="T4" fmla="*/ 49 w 406"/>
                  <a:gd name="T5" fmla="*/ 217 h 405"/>
                  <a:gd name="T6" fmla="*/ 52 w 406"/>
                  <a:gd name="T7" fmla="*/ 224 h 405"/>
                  <a:gd name="T8" fmla="*/ 49 w 406"/>
                  <a:gd name="T9" fmla="*/ 231 h 405"/>
                  <a:gd name="T10" fmla="*/ 34 w 406"/>
                  <a:gd name="T11" fmla="*/ 245 h 405"/>
                  <a:gd name="T12" fmla="*/ 170 w 406"/>
                  <a:gd name="T13" fmla="*/ 381 h 405"/>
                  <a:gd name="T14" fmla="*/ 381 w 406"/>
                  <a:gd name="T15" fmla="*/ 171 h 405"/>
                  <a:gd name="T16" fmla="*/ 245 w 406"/>
                  <a:gd name="T17" fmla="*/ 35 h 405"/>
                  <a:gd name="T18" fmla="*/ 231 w 406"/>
                  <a:gd name="T19" fmla="*/ 49 h 405"/>
                  <a:gd name="T20" fmla="*/ 217 w 406"/>
                  <a:gd name="T21" fmla="*/ 49 h 405"/>
                  <a:gd name="T22" fmla="*/ 192 w 406"/>
                  <a:gd name="T23" fmla="*/ 24 h 405"/>
                  <a:gd name="T24" fmla="*/ 0 w 406"/>
                  <a:gd name="T25" fmla="*/ 192 h 405"/>
                  <a:gd name="T26" fmla="*/ 3 w 406"/>
                  <a:gd name="T27" fmla="*/ 185 h 405"/>
                  <a:gd name="T28" fmla="*/ 185 w 406"/>
                  <a:gd name="T29" fmla="*/ 3 h 405"/>
                  <a:gd name="T30" fmla="*/ 192 w 406"/>
                  <a:gd name="T31" fmla="*/ 0 h 405"/>
                  <a:gd name="T32" fmla="*/ 199 w 406"/>
                  <a:gd name="T33" fmla="*/ 3 h 405"/>
                  <a:gd name="T34" fmla="*/ 224 w 406"/>
                  <a:gd name="T35" fmla="*/ 28 h 405"/>
                  <a:gd name="T36" fmla="*/ 238 w 406"/>
                  <a:gd name="T37" fmla="*/ 14 h 405"/>
                  <a:gd name="T38" fmla="*/ 245 w 406"/>
                  <a:gd name="T39" fmla="*/ 11 h 405"/>
                  <a:gd name="T40" fmla="*/ 252 w 406"/>
                  <a:gd name="T41" fmla="*/ 14 h 405"/>
                  <a:gd name="T42" fmla="*/ 402 w 406"/>
                  <a:gd name="T43" fmla="*/ 164 h 405"/>
                  <a:gd name="T44" fmla="*/ 402 w 406"/>
                  <a:gd name="T45" fmla="*/ 178 h 405"/>
                  <a:gd name="T46" fmla="*/ 177 w 406"/>
                  <a:gd name="T47" fmla="*/ 402 h 405"/>
                  <a:gd name="T48" fmla="*/ 170 w 406"/>
                  <a:gd name="T49" fmla="*/ 405 h 405"/>
                  <a:gd name="T50" fmla="*/ 163 w 406"/>
                  <a:gd name="T51" fmla="*/ 402 h 405"/>
                  <a:gd name="T52" fmla="*/ 13 w 406"/>
                  <a:gd name="T53" fmla="*/ 252 h 405"/>
                  <a:gd name="T54" fmla="*/ 13 w 406"/>
                  <a:gd name="T55" fmla="*/ 238 h 405"/>
                  <a:gd name="T56" fmla="*/ 28 w 406"/>
                  <a:gd name="T57" fmla="*/ 224 h 405"/>
                  <a:gd name="T58" fmla="*/ 3 w 406"/>
                  <a:gd name="T59" fmla="*/ 199 h 405"/>
                  <a:gd name="T60" fmla="*/ 0 w 406"/>
                  <a:gd name="T61" fmla="*/ 192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6" h="405">
                    <a:moveTo>
                      <a:pt x="192" y="24"/>
                    </a:moveTo>
                    <a:lnTo>
                      <a:pt x="24" y="192"/>
                    </a:lnTo>
                    <a:lnTo>
                      <a:pt x="49" y="217"/>
                    </a:lnTo>
                    <a:cubicBezTo>
                      <a:pt x="50" y="219"/>
                      <a:pt x="52" y="221"/>
                      <a:pt x="52" y="224"/>
                    </a:cubicBezTo>
                    <a:cubicBezTo>
                      <a:pt x="52" y="226"/>
                      <a:pt x="50" y="229"/>
                      <a:pt x="49" y="231"/>
                    </a:cubicBezTo>
                    <a:lnTo>
                      <a:pt x="34" y="245"/>
                    </a:lnTo>
                    <a:lnTo>
                      <a:pt x="170" y="381"/>
                    </a:lnTo>
                    <a:lnTo>
                      <a:pt x="381" y="171"/>
                    </a:lnTo>
                    <a:lnTo>
                      <a:pt x="245" y="35"/>
                    </a:lnTo>
                    <a:lnTo>
                      <a:pt x="231" y="49"/>
                    </a:lnTo>
                    <a:cubicBezTo>
                      <a:pt x="227" y="53"/>
                      <a:pt x="221" y="53"/>
                      <a:pt x="217" y="49"/>
                    </a:cubicBezTo>
                    <a:lnTo>
                      <a:pt x="192" y="24"/>
                    </a:lnTo>
                    <a:close/>
                    <a:moveTo>
                      <a:pt x="0" y="192"/>
                    </a:moveTo>
                    <a:cubicBezTo>
                      <a:pt x="0" y="189"/>
                      <a:pt x="1" y="187"/>
                      <a:pt x="3" y="185"/>
                    </a:cubicBezTo>
                    <a:lnTo>
                      <a:pt x="185" y="3"/>
                    </a:lnTo>
                    <a:cubicBezTo>
                      <a:pt x="187" y="1"/>
                      <a:pt x="189" y="0"/>
                      <a:pt x="192" y="0"/>
                    </a:cubicBezTo>
                    <a:cubicBezTo>
                      <a:pt x="194" y="0"/>
                      <a:pt x="197" y="1"/>
                      <a:pt x="199" y="3"/>
                    </a:cubicBezTo>
                    <a:lnTo>
                      <a:pt x="224" y="28"/>
                    </a:lnTo>
                    <a:lnTo>
                      <a:pt x="238" y="14"/>
                    </a:lnTo>
                    <a:cubicBezTo>
                      <a:pt x="240" y="12"/>
                      <a:pt x="243" y="11"/>
                      <a:pt x="245" y="11"/>
                    </a:cubicBezTo>
                    <a:cubicBezTo>
                      <a:pt x="248" y="11"/>
                      <a:pt x="250" y="12"/>
                      <a:pt x="252" y="14"/>
                    </a:cubicBezTo>
                    <a:lnTo>
                      <a:pt x="402" y="164"/>
                    </a:lnTo>
                    <a:cubicBezTo>
                      <a:pt x="406" y="168"/>
                      <a:pt x="406" y="174"/>
                      <a:pt x="402" y="178"/>
                    </a:cubicBezTo>
                    <a:lnTo>
                      <a:pt x="177" y="402"/>
                    </a:lnTo>
                    <a:cubicBezTo>
                      <a:pt x="175" y="404"/>
                      <a:pt x="173" y="405"/>
                      <a:pt x="170" y="405"/>
                    </a:cubicBezTo>
                    <a:cubicBezTo>
                      <a:pt x="167" y="405"/>
                      <a:pt x="165" y="404"/>
                      <a:pt x="163" y="402"/>
                    </a:cubicBezTo>
                    <a:lnTo>
                      <a:pt x="13" y="252"/>
                    </a:lnTo>
                    <a:cubicBezTo>
                      <a:pt x="10" y="248"/>
                      <a:pt x="9" y="242"/>
                      <a:pt x="13" y="238"/>
                    </a:cubicBezTo>
                    <a:lnTo>
                      <a:pt x="28" y="224"/>
                    </a:lnTo>
                    <a:lnTo>
                      <a:pt x="3" y="199"/>
                    </a:lnTo>
                    <a:cubicBezTo>
                      <a:pt x="1" y="197"/>
                      <a:pt x="0" y="194"/>
                      <a:pt x="0" y="1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9" name="Freeform 78"/>
              <p:cNvSpPr>
                <a:spLocks noEditPoints="1"/>
              </p:cNvSpPr>
              <p:nvPr/>
            </p:nvSpPr>
            <p:spPr bwMode="auto">
              <a:xfrm>
                <a:off x="11950" y="1182"/>
                <a:ext cx="134" cy="133"/>
              </a:xfrm>
              <a:custGeom>
                <a:avLst/>
                <a:gdLst>
                  <a:gd name="T0" fmla="*/ 181 w 502"/>
                  <a:gd name="T1" fmla="*/ 24 h 502"/>
                  <a:gd name="T2" fmla="*/ 24 w 502"/>
                  <a:gd name="T3" fmla="*/ 182 h 502"/>
                  <a:gd name="T4" fmla="*/ 321 w 502"/>
                  <a:gd name="T5" fmla="*/ 478 h 502"/>
                  <a:gd name="T6" fmla="*/ 477 w 502"/>
                  <a:gd name="T7" fmla="*/ 320 h 502"/>
                  <a:gd name="T8" fmla="*/ 181 w 502"/>
                  <a:gd name="T9" fmla="*/ 24 h 502"/>
                  <a:gd name="T10" fmla="*/ 0 w 502"/>
                  <a:gd name="T11" fmla="*/ 182 h 502"/>
                  <a:gd name="T12" fmla="*/ 3 w 502"/>
                  <a:gd name="T13" fmla="*/ 175 h 502"/>
                  <a:gd name="T14" fmla="*/ 174 w 502"/>
                  <a:gd name="T15" fmla="*/ 3 h 502"/>
                  <a:gd name="T16" fmla="*/ 181 w 502"/>
                  <a:gd name="T17" fmla="*/ 0 h 502"/>
                  <a:gd name="T18" fmla="*/ 188 w 502"/>
                  <a:gd name="T19" fmla="*/ 3 h 502"/>
                  <a:gd name="T20" fmla="*/ 498 w 502"/>
                  <a:gd name="T21" fmla="*/ 313 h 502"/>
                  <a:gd name="T22" fmla="*/ 498 w 502"/>
                  <a:gd name="T23" fmla="*/ 327 h 502"/>
                  <a:gd name="T24" fmla="*/ 328 w 502"/>
                  <a:gd name="T25" fmla="*/ 499 h 502"/>
                  <a:gd name="T26" fmla="*/ 321 w 502"/>
                  <a:gd name="T27" fmla="*/ 502 h 502"/>
                  <a:gd name="T28" fmla="*/ 314 w 502"/>
                  <a:gd name="T29" fmla="*/ 499 h 502"/>
                  <a:gd name="T30" fmla="*/ 3 w 502"/>
                  <a:gd name="T31" fmla="*/ 189 h 502"/>
                  <a:gd name="T32" fmla="*/ 0 w 502"/>
                  <a:gd name="T33" fmla="*/ 182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2" h="502">
                    <a:moveTo>
                      <a:pt x="181" y="24"/>
                    </a:moveTo>
                    <a:lnTo>
                      <a:pt x="24" y="182"/>
                    </a:lnTo>
                    <a:lnTo>
                      <a:pt x="321" y="478"/>
                    </a:lnTo>
                    <a:lnTo>
                      <a:pt x="477" y="320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498" y="313"/>
                    </a:lnTo>
                    <a:cubicBezTo>
                      <a:pt x="502" y="317"/>
                      <a:pt x="502" y="323"/>
                      <a:pt x="498" y="327"/>
                    </a:cubicBezTo>
                    <a:lnTo>
                      <a:pt x="328" y="499"/>
                    </a:lnTo>
                    <a:cubicBezTo>
                      <a:pt x="326" y="501"/>
                      <a:pt x="323" y="502"/>
                      <a:pt x="321" y="502"/>
                    </a:cubicBezTo>
                    <a:cubicBezTo>
                      <a:pt x="318" y="502"/>
                      <a:pt x="315" y="501"/>
                      <a:pt x="314" y="499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0" name="Freeform 79"/>
              <p:cNvSpPr>
                <a:spLocks noEditPoints="1"/>
              </p:cNvSpPr>
              <p:nvPr/>
            </p:nvSpPr>
            <p:spPr bwMode="auto">
              <a:xfrm>
                <a:off x="11885" y="898"/>
                <a:ext cx="109" cy="109"/>
              </a:xfrm>
              <a:custGeom>
                <a:avLst/>
                <a:gdLst>
                  <a:gd name="T0" fmla="*/ 235 w 411"/>
                  <a:gd name="T1" fmla="*/ 25 h 411"/>
                  <a:gd name="T2" fmla="*/ 24 w 411"/>
                  <a:gd name="T3" fmla="*/ 236 h 411"/>
                  <a:gd name="T4" fmla="*/ 164 w 411"/>
                  <a:gd name="T5" fmla="*/ 375 h 411"/>
                  <a:gd name="T6" fmla="*/ 179 w 411"/>
                  <a:gd name="T7" fmla="*/ 361 h 411"/>
                  <a:gd name="T8" fmla="*/ 193 w 411"/>
                  <a:gd name="T9" fmla="*/ 361 h 411"/>
                  <a:gd name="T10" fmla="*/ 219 w 411"/>
                  <a:gd name="T11" fmla="*/ 387 h 411"/>
                  <a:gd name="T12" fmla="*/ 387 w 411"/>
                  <a:gd name="T13" fmla="*/ 219 h 411"/>
                  <a:gd name="T14" fmla="*/ 360 w 411"/>
                  <a:gd name="T15" fmla="*/ 192 h 411"/>
                  <a:gd name="T16" fmla="*/ 360 w 411"/>
                  <a:gd name="T17" fmla="*/ 179 h 411"/>
                  <a:gd name="T18" fmla="*/ 375 w 411"/>
                  <a:gd name="T19" fmla="*/ 164 h 411"/>
                  <a:gd name="T20" fmla="*/ 235 w 411"/>
                  <a:gd name="T21" fmla="*/ 25 h 411"/>
                  <a:gd name="T22" fmla="*/ 0 w 411"/>
                  <a:gd name="T23" fmla="*/ 236 h 411"/>
                  <a:gd name="T24" fmla="*/ 3 w 411"/>
                  <a:gd name="T25" fmla="*/ 229 h 411"/>
                  <a:gd name="T26" fmla="*/ 228 w 411"/>
                  <a:gd name="T27" fmla="*/ 4 h 411"/>
                  <a:gd name="T28" fmla="*/ 242 w 411"/>
                  <a:gd name="T29" fmla="*/ 4 h 411"/>
                  <a:gd name="T30" fmla="*/ 396 w 411"/>
                  <a:gd name="T31" fmla="*/ 157 h 411"/>
                  <a:gd name="T32" fmla="*/ 399 w 411"/>
                  <a:gd name="T33" fmla="*/ 164 h 411"/>
                  <a:gd name="T34" fmla="*/ 396 w 411"/>
                  <a:gd name="T35" fmla="*/ 171 h 411"/>
                  <a:gd name="T36" fmla="*/ 381 w 411"/>
                  <a:gd name="T37" fmla="*/ 186 h 411"/>
                  <a:gd name="T38" fmla="*/ 407 w 411"/>
                  <a:gd name="T39" fmla="*/ 212 h 411"/>
                  <a:gd name="T40" fmla="*/ 407 w 411"/>
                  <a:gd name="T41" fmla="*/ 226 h 411"/>
                  <a:gd name="T42" fmla="*/ 226 w 411"/>
                  <a:gd name="T43" fmla="*/ 408 h 411"/>
                  <a:gd name="T44" fmla="*/ 219 w 411"/>
                  <a:gd name="T45" fmla="*/ 411 h 411"/>
                  <a:gd name="T46" fmla="*/ 212 w 411"/>
                  <a:gd name="T47" fmla="*/ 408 h 411"/>
                  <a:gd name="T48" fmla="*/ 186 w 411"/>
                  <a:gd name="T49" fmla="*/ 382 h 411"/>
                  <a:gd name="T50" fmla="*/ 171 w 411"/>
                  <a:gd name="T51" fmla="*/ 396 h 411"/>
                  <a:gd name="T52" fmla="*/ 157 w 411"/>
                  <a:gd name="T53" fmla="*/ 396 h 411"/>
                  <a:gd name="T54" fmla="*/ 3 w 411"/>
                  <a:gd name="T55" fmla="*/ 243 h 411"/>
                  <a:gd name="T56" fmla="*/ 0 w 411"/>
                  <a:gd name="T57" fmla="*/ 236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1" h="411">
                    <a:moveTo>
                      <a:pt x="235" y="25"/>
                    </a:moveTo>
                    <a:lnTo>
                      <a:pt x="24" y="236"/>
                    </a:lnTo>
                    <a:lnTo>
                      <a:pt x="164" y="375"/>
                    </a:lnTo>
                    <a:lnTo>
                      <a:pt x="179" y="361"/>
                    </a:lnTo>
                    <a:cubicBezTo>
                      <a:pt x="183" y="357"/>
                      <a:pt x="189" y="357"/>
                      <a:pt x="193" y="361"/>
                    </a:cubicBezTo>
                    <a:lnTo>
                      <a:pt x="219" y="387"/>
                    </a:lnTo>
                    <a:lnTo>
                      <a:pt x="387" y="219"/>
                    </a:lnTo>
                    <a:lnTo>
                      <a:pt x="360" y="192"/>
                    </a:lnTo>
                    <a:cubicBezTo>
                      <a:pt x="357" y="189"/>
                      <a:pt x="357" y="182"/>
                      <a:pt x="360" y="179"/>
                    </a:cubicBezTo>
                    <a:lnTo>
                      <a:pt x="375" y="164"/>
                    </a:lnTo>
                    <a:lnTo>
                      <a:pt x="235" y="25"/>
                    </a:lnTo>
                    <a:close/>
                    <a:moveTo>
                      <a:pt x="0" y="236"/>
                    </a:moveTo>
                    <a:cubicBezTo>
                      <a:pt x="0" y="233"/>
                      <a:pt x="1" y="230"/>
                      <a:pt x="3" y="229"/>
                    </a:cubicBezTo>
                    <a:lnTo>
                      <a:pt x="228" y="4"/>
                    </a:lnTo>
                    <a:cubicBezTo>
                      <a:pt x="232" y="0"/>
                      <a:pt x="238" y="0"/>
                      <a:pt x="242" y="4"/>
                    </a:cubicBezTo>
                    <a:lnTo>
                      <a:pt x="396" y="157"/>
                    </a:lnTo>
                    <a:cubicBezTo>
                      <a:pt x="398" y="159"/>
                      <a:pt x="399" y="162"/>
                      <a:pt x="399" y="164"/>
                    </a:cubicBezTo>
                    <a:cubicBezTo>
                      <a:pt x="399" y="167"/>
                      <a:pt x="398" y="169"/>
                      <a:pt x="396" y="171"/>
                    </a:cubicBezTo>
                    <a:lnTo>
                      <a:pt x="381" y="186"/>
                    </a:lnTo>
                    <a:lnTo>
                      <a:pt x="407" y="212"/>
                    </a:lnTo>
                    <a:cubicBezTo>
                      <a:pt x="411" y="215"/>
                      <a:pt x="411" y="222"/>
                      <a:pt x="407" y="226"/>
                    </a:cubicBezTo>
                    <a:lnTo>
                      <a:pt x="226" y="408"/>
                    </a:lnTo>
                    <a:cubicBezTo>
                      <a:pt x="224" y="410"/>
                      <a:pt x="221" y="411"/>
                      <a:pt x="219" y="411"/>
                    </a:cubicBezTo>
                    <a:cubicBezTo>
                      <a:pt x="216" y="411"/>
                      <a:pt x="214" y="410"/>
                      <a:pt x="212" y="408"/>
                    </a:cubicBezTo>
                    <a:lnTo>
                      <a:pt x="186" y="382"/>
                    </a:lnTo>
                    <a:lnTo>
                      <a:pt x="171" y="396"/>
                    </a:lnTo>
                    <a:cubicBezTo>
                      <a:pt x="167" y="400"/>
                      <a:pt x="161" y="400"/>
                      <a:pt x="157" y="396"/>
                    </a:cubicBezTo>
                    <a:lnTo>
                      <a:pt x="3" y="243"/>
                    </a:lnTo>
                    <a:cubicBezTo>
                      <a:pt x="2" y="241"/>
                      <a:pt x="0" y="238"/>
                      <a:pt x="0" y="2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1" name="Freeform 80"/>
              <p:cNvSpPr>
                <a:spLocks noEditPoints="1"/>
              </p:cNvSpPr>
              <p:nvPr/>
            </p:nvSpPr>
            <p:spPr bwMode="auto">
              <a:xfrm>
                <a:off x="11400" y="1064"/>
                <a:ext cx="104" cy="103"/>
              </a:xfrm>
              <a:custGeom>
                <a:avLst/>
                <a:gdLst>
                  <a:gd name="T0" fmla="*/ 197 w 394"/>
                  <a:gd name="T1" fmla="*/ 24 h 390"/>
                  <a:gd name="T2" fmla="*/ 23 w 394"/>
                  <a:gd name="T3" fmla="*/ 198 h 390"/>
                  <a:gd name="T4" fmla="*/ 192 w 394"/>
                  <a:gd name="T5" fmla="*/ 366 h 390"/>
                  <a:gd name="T6" fmla="*/ 340 w 394"/>
                  <a:gd name="T7" fmla="*/ 218 h 390"/>
                  <a:gd name="T8" fmla="*/ 340 w 394"/>
                  <a:gd name="T9" fmla="*/ 217 h 390"/>
                  <a:gd name="T10" fmla="*/ 347 w 394"/>
                  <a:gd name="T11" fmla="*/ 215 h 390"/>
                  <a:gd name="T12" fmla="*/ 352 w 394"/>
                  <a:gd name="T13" fmla="*/ 216 h 390"/>
                  <a:gd name="T14" fmla="*/ 370 w 394"/>
                  <a:gd name="T15" fmla="*/ 197 h 390"/>
                  <a:gd name="T16" fmla="*/ 197 w 394"/>
                  <a:gd name="T17" fmla="*/ 24 h 390"/>
                  <a:gd name="T18" fmla="*/ 0 w 394"/>
                  <a:gd name="T19" fmla="*/ 198 h 390"/>
                  <a:gd name="T20" fmla="*/ 3 w 394"/>
                  <a:gd name="T21" fmla="*/ 191 h 390"/>
                  <a:gd name="T22" fmla="*/ 190 w 394"/>
                  <a:gd name="T23" fmla="*/ 3 h 390"/>
                  <a:gd name="T24" fmla="*/ 197 w 394"/>
                  <a:gd name="T25" fmla="*/ 0 h 390"/>
                  <a:gd name="T26" fmla="*/ 203 w 394"/>
                  <a:gd name="T27" fmla="*/ 3 h 390"/>
                  <a:gd name="T28" fmla="*/ 391 w 394"/>
                  <a:gd name="T29" fmla="*/ 191 h 390"/>
                  <a:gd name="T30" fmla="*/ 394 w 394"/>
                  <a:gd name="T31" fmla="*/ 197 h 390"/>
                  <a:gd name="T32" fmla="*/ 391 w 394"/>
                  <a:gd name="T33" fmla="*/ 204 h 390"/>
                  <a:gd name="T34" fmla="*/ 359 w 394"/>
                  <a:gd name="T35" fmla="*/ 237 h 390"/>
                  <a:gd name="T36" fmla="*/ 359 w 394"/>
                  <a:gd name="T37" fmla="*/ 237 h 390"/>
                  <a:gd name="T38" fmla="*/ 200 w 394"/>
                  <a:gd name="T39" fmla="*/ 385 h 390"/>
                  <a:gd name="T40" fmla="*/ 192 w 394"/>
                  <a:gd name="T41" fmla="*/ 390 h 390"/>
                  <a:gd name="T42" fmla="*/ 183 w 394"/>
                  <a:gd name="T43" fmla="*/ 385 h 390"/>
                  <a:gd name="T44" fmla="*/ 3 w 394"/>
                  <a:gd name="T45" fmla="*/ 205 h 390"/>
                  <a:gd name="T46" fmla="*/ 0 w 394"/>
                  <a:gd name="T47" fmla="*/ 19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4" h="390">
                    <a:moveTo>
                      <a:pt x="197" y="24"/>
                    </a:moveTo>
                    <a:lnTo>
                      <a:pt x="23" y="198"/>
                    </a:lnTo>
                    <a:lnTo>
                      <a:pt x="192" y="366"/>
                    </a:lnTo>
                    <a:lnTo>
                      <a:pt x="340" y="218"/>
                    </a:lnTo>
                    <a:lnTo>
                      <a:pt x="340" y="217"/>
                    </a:lnTo>
                    <a:cubicBezTo>
                      <a:pt x="342" y="216"/>
                      <a:pt x="344" y="215"/>
                      <a:pt x="347" y="215"/>
                    </a:cubicBezTo>
                    <a:cubicBezTo>
                      <a:pt x="349" y="215"/>
                      <a:pt x="350" y="215"/>
                      <a:pt x="352" y="216"/>
                    </a:cubicBezTo>
                    <a:lnTo>
                      <a:pt x="370" y="197"/>
                    </a:lnTo>
                    <a:lnTo>
                      <a:pt x="197" y="24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3"/>
                    </a:lnTo>
                    <a:cubicBezTo>
                      <a:pt x="191" y="1"/>
                      <a:pt x="194" y="0"/>
                      <a:pt x="197" y="0"/>
                    </a:cubicBezTo>
                    <a:cubicBezTo>
                      <a:pt x="199" y="0"/>
                      <a:pt x="202" y="1"/>
                      <a:pt x="203" y="3"/>
                    </a:cubicBezTo>
                    <a:lnTo>
                      <a:pt x="391" y="191"/>
                    </a:lnTo>
                    <a:cubicBezTo>
                      <a:pt x="393" y="192"/>
                      <a:pt x="394" y="195"/>
                      <a:pt x="394" y="197"/>
                    </a:cubicBezTo>
                    <a:cubicBezTo>
                      <a:pt x="394" y="200"/>
                      <a:pt x="393" y="203"/>
                      <a:pt x="391" y="204"/>
                    </a:cubicBezTo>
                    <a:lnTo>
                      <a:pt x="359" y="237"/>
                    </a:lnTo>
                    <a:cubicBezTo>
                      <a:pt x="359" y="237"/>
                      <a:pt x="359" y="237"/>
                      <a:pt x="359" y="237"/>
                    </a:cubicBezTo>
                    <a:lnTo>
                      <a:pt x="200" y="385"/>
                    </a:lnTo>
                    <a:cubicBezTo>
                      <a:pt x="198" y="388"/>
                      <a:pt x="195" y="390"/>
                      <a:pt x="192" y="390"/>
                    </a:cubicBezTo>
                    <a:cubicBezTo>
                      <a:pt x="188" y="390"/>
                      <a:pt x="185" y="388"/>
                      <a:pt x="183" y="385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2" name="Freeform 81"/>
              <p:cNvSpPr>
                <a:spLocks noEditPoints="1"/>
              </p:cNvSpPr>
              <p:nvPr/>
            </p:nvSpPr>
            <p:spPr bwMode="auto">
              <a:xfrm>
                <a:off x="11552" y="1216"/>
                <a:ext cx="105" cy="105"/>
              </a:xfrm>
              <a:custGeom>
                <a:avLst/>
                <a:gdLst>
                  <a:gd name="T0" fmla="*/ 197 w 394"/>
                  <a:gd name="T1" fmla="*/ 25 h 395"/>
                  <a:gd name="T2" fmla="*/ 24 w 394"/>
                  <a:gd name="T3" fmla="*/ 198 h 395"/>
                  <a:gd name="T4" fmla="*/ 197 w 394"/>
                  <a:gd name="T5" fmla="*/ 371 h 395"/>
                  <a:gd name="T6" fmla="*/ 370 w 394"/>
                  <a:gd name="T7" fmla="*/ 197 h 395"/>
                  <a:gd name="T8" fmla="*/ 197 w 394"/>
                  <a:gd name="T9" fmla="*/ 25 h 395"/>
                  <a:gd name="T10" fmla="*/ 0 w 394"/>
                  <a:gd name="T11" fmla="*/ 198 h 395"/>
                  <a:gd name="T12" fmla="*/ 3 w 394"/>
                  <a:gd name="T13" fmla="*/ 191 h 395"/>
                  <a:gd name="T14" fmla="*/ 190 w 394"/>
                  <a:gd name="T15" fmla="*/ 4 h 395"/>
                  <a:gd name="T16" fmla="*/ 204 w 394"/>
                  <a:gd name="T17" fmla="*/ 4 h 395"/>
                  <a:gd name="T18" fmla="*/ 391 w 394"/>
                  <a:gd name="T19" fmla="*/ 190 h 395"/>
                  <a:gd name="T20" fmla="*/ 394 w 394"/>
                  <a:gd name="T21" fmla="*/ 197 h 395"/>
                  <a:gd name="T22" fmla="*/ 394 w 394"/>
                  <a:gd name="T23" fmla="*/ 197 h 395"/>
                  <a:gd name="T24" fmla="*/ 391 w 394"/>
                  <a:gd name="T25" fmla="*/ 204 h 395"/>
                  <a:gd name="T26" fmla="*/ 204 w 394"/>
                  <a:gd name="T27" fmla="*/ 392 h 395"/>
                  <a:gd name="T28" fmla="*/ 197 w 394"/>
                  <a:gd name="T29" fmla="*/ 395 h 395"/>
                  <a:gd name="T30" fmla="*/ 190 w 394"/>
                  <a:gd name="T31" fmla="*/ 392 h 395"/>
                  <a:gd name="T32" fmla="*/ 3 w 394"/>
                  <a:gd name="T33" fmla="*/ 205 h 395"/>
                  <a:gd name="T34" fmla="*/ 0 w 394"/>
                  <a:gd name="T35" fmla="*/ 198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4" h="395">
                    <a:moveTo>
                      <a:pt x="197" y="25"/>
                    </a:moveTo>
                    <a:lnTo>
                      <a:pt x="24" y="198"/>
                    </a:lnTo>
                    <a:lnTo>
                      <a:pt x="197" y="371"/>
                    </a:lnTo>
                    <a:lnTo>
                      <a:pt x="370" y="197"/>
                    </a:lnTo>
                    <a:lnTo>
                      <a:pt x="197" y="25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4"/>
                    </a:lnTo>
                    <a:cubicBezTo>
                      <a:pt x="194" y="0"/>
                      <a:pt x="200" y="0"/>
                      <a:pt x="204" y="4"/>
                    </a:cubicBezTo>
                    <a:lnTo>
                      <a:pt x="391" y="190"/>
                    </a:lnTo>
                    <a:cubicBezTo>
                      <a:pt x="393" y="192"/>
                      <a:pt x="394" y="195"/>
                      <a:pt x="394" y="197"/>
                    </a:cubicBezTo>
                    <a:lnTo>
                      <a:pt x="394" y="197"/>
                    </a:lnTo>
                    <a:cubicBezTo>
                      <a:pt x="394" y="200"/>
                      <a:pt x="393" y="203"/>
                      <a:pt x="391" y="204"/>
                    </a:cubicBezTo>
                    <a:lnTo>
                      <a:pt x="204" y="392"/>
                    </a:lnTo>
                    <a:cubicBezTo>
                      <a:pt x="202" y="394"/>
                      <a:pt x="199" y="395"/>
                      <a:pt x="197" y="395"/>
                    </a:cubicBezTo>
                    <a:cubicBezTo>
                      <a:pt x="194" y="395"/>
                      <a:pt x="192" y="394"/>
                      <a:pt x="190" y="392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3" name="Freeform 82"/>
              <p:cNvSpPr>
                <a:spLocks noEditPoints="1"/>
              </p:cNvSpPr>
              <p:nvPr/>
            </p:nvSpPr>
            <p:spPr bwMode="auto">
              <a:xfrm>
                <a:off x="11501" y="1165"/>
                <a:ext cx="108" cy="107"/>
              </a:xfrm>
              <a:custGeom>
                <a:avLst/>
                <a:gdLst>
                  <a:gd name="T0" fmla="*/ 197 w 406"/>
                  <a:gd name="T1" fmla="*/ 24 h 405"/>
                  <a:gd name="T2" fmla="*/ 24 w 406"/>
                  <a:gd name="T3" fmla="*/ 198 h 405"/>
                  <a:gd name="T4" fmla="*/ 208 w 406"/>
                  <a:gd name="T5" fmla="*/ 382 h 405"/>
                  <a:gd name="T6" fmla="*/ 381 w 406"/>
                  <a:gd name="T7" fmla="*/ 208 h 405"/>
                  <a:gd name="T8" fmla="*/ 197 w 406"/>
                  <a:gd name="T9" fmla="*/ 24 h 405"/>
                  <a:gd name="T10" fmla="*/ 0 w 406"/>
                  <a:gd name="T11" fmla="*/ 198 h 405"/>
                  <a:gd name="T12" fmla="*/ 3 w 406"/>
                  <a:gd name="T13" fmla="*/ 191 h 405"/>
                  <a:gd name="T14" fmla="*/ 190 w 406"/>
                  <a:gd name="T15" fmla="*/ 3 h 405"/>
                  <a:gd name="T16" fmla="*/ 197 w 406"/>
                  <a:gd name="T17" fmla="*/ 0 h 405"/>
                  <a:gd name="T18" fmla="*/ 204 w 406"/>
                  <a:gd name="T19" fmla="*/ 3 h 405"/>
                  <a:gd name="T20" fmla="*/ 402 w 406"/>
                  <a:gd name="T21" fmla="*/ 201 h 405"/>
                  <a:gd name="T22" fmla="*/ 402 w 406"/>
                  <a:gd name="T23" fmla="*/ 215 h 405"/>
                  <a:gd name="T24" fmla="*/ 215 w 406"/>
                  <a:gd name="T25" fmla="*/ 402 h 405"/>
                  <a:gd name="T26" fmla="*/ 208 w 406"/>
                  <a:gd name="T27" fmla="*/ 405 h 405"/>
                  <a:gd name="T28" fmla="*/ 201 w 406"/>
                  <a:gd name="T29" fmla="*/ 402 h 405"/>
                  <a:gd name="T30" fmla="*/ 3 w 406"/>
                  <a:gd name="T31" fmla="*/ 205 h 405"/>
                  <a:gd name="T32" fmla="*/ 0 w 406"/>
                  <a:gd name="T33" fmla="*/ 198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6" h="405">
                    <a:moveTo>
                      <a:pt x="197" y="24"/>
                    </a:moveTo>
                    <a:lnTo>
                      <a:pt x="24" y="198"/>
                    </a:lnTo>
                    <a:lnTo>
                      <a:pt x="208" y="382"/>
                    </a:lnTo>
                    <a:lnTo>
                      <a:pt x="381" y="208"/>
                    </a:lnTo>
                    <a:lnTo>
                      <a:pt x="197" y="24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3"/>
                    </a:lnTo>
                    <a:cubicBezTo>
                      <a:pt x="192" y="1"/>
                      <a:pt x="195" y="0"/>
                      <a:pt x="197" y="0"/>
                    </a:cubicBezTo>
                    <a:cubicBezTo>
                      <a:pt x="200" y="0"/>
                      <a:pt x="202" y="1"/>
                      <a:pt x="204" y="3"/>
                    </a:cubicBezTo>
                    <a:lnTo>
                      <a:pt x="402" y="201"/>
                    </a:lnTo>
                    <a:cubicBezTo>
                      <a:pt x="406" y="205"/>
                      <a:pt x="406" y="211"/>
                      <a:pt x="402" y="215"/>
                    </a:cubicBezTo>
                    <a:lnTo>
                      <a:pt x="215" y="402"/>
                    </a:lnTo>
                    <a:cubicBezTo>
                      <a:pt x="213" y="404"/>
                      <a:pt x="211" y="405"/>
                      <a:pt x="208" y="405"/>
                    </a:cubicBezTo>
                    <a:cubicBezTo>
                      <a:pt x="206" y="405"/>
                      <a:pt x="203" y="404"/>
                      <a:pt x="201" y="402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4" name="Freeform 83"/>
              <p:cNvSpPr>
                <a:spLocks noEditPoints="1"/>
              </p:cNvSpPr>
              <p:nvPr/>
            </p:nvSpPr>
            <p:spPr bwMode="auto">
              <a:xfrm>
                <a:off x="11448" y="1120"/>
                <a:ext cx="109" cy="101"/>
              </a:xfrm>
              <a:custGeom>
                <a:avLst/>
                <a:gdLst>
                  <a:gd name="T0" fmla="*/ 165 w 410"/>
                  <a:gd name="T1" fmla="*/ 24 h 379"/>
                  <a:gd name="T2" fmla="*/ 23 w 410"/>
                  <a:gd name="T3" fmla="*/ 166 h 379"/>
                  <a:gd name="T4" fmla="*/ 213 w 410"/>
                  <a:gd name="T5" fmla="*/ 355 h 379"/>
                  <a:gd name="T6" fmla="*/ 387 w 410"/>
                  <a:gd name="T7" fmla="*/ 181 h 379"/>
                  <a:gd name="T8" fmla="*/ 347 w 410"/>
                  <a:gd name="T9" fmla="*/ 142 h 379"/>
                  <a:gd name="T10" fmla="*/ 322 w 410"/>
                  <a:gd name="T11" fmla="*/ 167 h 379"/>
                  <a:gd name="T12" fmla="*/ 315 w 410"/>
                  <a:gd name="T13" fmla="*/ 170 h 379"/>
                  <a:gd name="T14" fmla="*/ 308 w 410"/>
                  <a:gd name="T15" fmla="*/ 167 h 379"/>
                  <a:gd name="T16" fmla="*/ 165 w 410"/>
                  <a:gd name="T17" fmla="*/ 24 h 379"/>
                  <a:gd name="T18" fmla="*/ 0 w 410"/>
                  <a:gd name="T19" fmla="*/ 166 h 379"/>
                  <a:gd name="T20" fmla="*/ 3 w 410"/>
                  <a:gd name="T21" fmla="*/ 159 h 379"/>
                  <a:gd name="T22" fmla="*/ 158 w 410"/>
                  <a:gd name="T23" fmla="*/ 3 h 379"/>
                  <a:gd name="T24" fmla="*/ 172 w 410"/>
                  <a:gd name="T25" fmla="*/ 3 h 379"/>
                  <a:gd name="T26" fmla="*/ 315 w 410"/>
                  <a:gd name="T27" fmla="*/ 146 h 379"/>
                  <a:gd name="T28" fmla="*/ 340 w 410"/>
                  <a:gd name="T29" fmla="*/ 121 h 379"/>
                  <a:gd name="T30" fmla="*/ 347 w 410"/>
                  <a:gd name="T31" fmla="*/ 118 h 379"/>
                  <a:gd name="T32" fmla="*/ 354 w 410"/>
                  <a:gd name="T33" fmla="*/ 121 h 379"/>
                  <a:gd name="T34" fmla="*/ 407 w 410"/>
                  <a:gd name="T35" fmla="*/ 174 h 379"/>
                  <a:gd name="T36" fmla="*/ 410 w 410"/>
                  <a:gd name="T37" fmla="*/ 181 h 379"/>
                  <a:gd name="T38" fmla="*/ 410 w 410"/>
                  <a:gd name="T39" fmla="*/ 181 h 379"/>
                  <a:gd name="T40" fmla="*/ 407 w 410"/>
                  <a:gd name="T41" fmla="*/ 188 h 379"/>
                  <a:gd name="T42" fmla="*/ 220 w 410"/>
                  <a:gd name="T43" fmla="*/ 376 h 379"/>
                  <a:gd name="T44" fmla="*/ 213 w 410"/>
                  <a:gd name="T45" fmla="*/ 379 h 379"/>
                  <a:gd name="T46" fmla="*/ 206 w 410"/>
                  <a:gd name="T47" fmla="*/ 376 h 379"/>
                  <a:gd name="T48" fmla="*/ 3 w 410"/>
                  <a:gd name="T49" fmla="*/ 173 h 379"/>
                  <a:gd name="T50" fmla="*/ 0 w 410"/>
                  <a:gd name="T51" fmla="*/ 166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0" h="379">
                    <a:moveTo>
                      <a:pt x="165" y="24"/>
                    </a:moveTo>
                    <a:lnTo>
                      <a:pt x="23" y="166"/>
                    </a:lnTo>
                    <a:lnTo>
                      <a:pt x="213" y="355"/>
                    </a:lnTo>
                    <a:lnTo>
                      <a:pt x="387" y="181"/>
                    </a:lnTo>
                    <a:lnTo>
                      <a:pt x="347" y="142"/>
                    </a:lnTo>
                    <a:lnTo>
                      <a:pt x="322" y="167"/>
                    </a:lnTo>
                    <a:cubicBezTo>
                      <a:pt x="320" y="169"/>
                      <a:pt x="318" y="170"/>
                      <a:pt x="315" y="170"/>
                    </a:cubicBezTo>
                    <a:cubicBezTo>
                      <a:pt x="312" y="170"/>
                      <a:pt x="310" y="169"/>
                      <a:pt x="308" y="167"/>
                    </a:cubicBezTo>
                    <a:lnTo>
                      <a:pt x="165" y="24"/>
                    </a:lnTo>
                    <a:close/>
                    <a:moveTo>
                      <a:pt x="0" y="166"/>
                    </a:moveTo>
                    <a:cubicBezTo>
                      <a:pt x="0" y="163"/>
                      <a:pt x="1" y="161"/>
                      <a:pt x="3" y="159"/>
                    </a:cubicBezTo>
                    <a:lnTo>
                      <a:pt x="158" y="3"/>
                    </a:lnTo>
                    <a:cubicBezTo>
                      <a:pt x="162" y="0"/>
                      <a:pt x="168" y="0"/>
                      <a:pt x="172" y="3"/>
                    </a:cubicBezTo>
                    <a:lnTo>
                      <a:pt x="315" y="146"/>
                    </a:lnTo>
                    <a:lnTo>
                      <a:pt x="340" y="121"/>
                    </a:lnTo>
                    <a:cubicBezTo>
                      <a:pt x="341" y="119"/>
                      <a:pt x="344" y="118"/>
                      <a:pt x="347" y="118"/>
                    </a:cubicBezTo>
                    <a:cubicBezTo>
                      <a:pt x="349" y="118"/>
                      <a:pt x="352" y="119"/>
                      <a:pt x="354" y="121"/>
                    </a:cubicBezTo>
                    <a:lnTo>
                      <a:pt x="407" y="174"/>
                    </a:lnTo>
                    <a:cubicBezTo>
                      <a:pt x="409" y="176"/>
                      <a:pt x="410" y="179"/>
                      <a:pt x="410" y="181"/>
                    </a:cubicBezTo>
                    <a:lnTo>
                      <a:pt x="410" y="181"/>
                    </a:lnTo>
                    <a:cubicBezTo>
                      <a:pt x="410" y="184"/>
                      <a:pt x="409" y="186"/>
                      <a:pt x="407" y="188"/>
                    </a:cubicBezTo>
                    <a:lnTo>
                      <a:pt x="220" y="376"/>
                    </a:lnTo>
                    <a:cubicBezTo>
                      <a:pt x="218" y="378"/>
                      <a:pt x="216" y="379"/>
                      <a:pt x="213" y="379"/>
                    </a:cubicBezTo>
                    <a:cubicBezTo>
                      <a:pt x="211" y="379"/>
                      <a:pt x="208" y="378"/>
                      <a:pt x="206" y="376"/>
                    </a:cubicBezTo>
                    <a:lnTo>
                      <a:pt x="3" y="173"/>
                    </a:lnTo>
                    <a:cubicBezTo>
                      <a:pt x="1" y="171"/>
                      <a:pt x="0" y="168"/>
                      <a:pt x="0" y="16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5" name="Freeform 84"/>
              <p:cNvSpPr>
                <a:spLocks noEditPoints="1"/>
              </p:cNvSpPr>
              <p:nvPr/>
            </p:nvSpPr>
            <p:spPr bwMode="auto">
              <a:xfrm>
                <a:off x="11272" y="1670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6" name="Freeform 85"/>
              <p:cNvSpPr>
                <a:spLocks noEditPoints="1"/>
              </p:cNvSpPr>
              <p:nvPr/>
            </p:nvSpPr>
            <p:spPr bwMode="auto">
              <a:xfrm>
                <a:off x="11379" y="1662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7" name="Freeform 86"/>
              <p:cNvSpPr>
                <a:spLocks noEditPoints="1"/>
              </p:cNvSpPr>
              <p:nvPr/>
            </p:nvSpPr>
            <p:spPr bwMode="auto">
              <a:xfrm>
                <a:off x="11321" y="1720"/>
                <a:ext cx="93" cy="93"/>
              </a:xfrm>
              <a:custGeom>
                <a:avLst/>
                <a:gdLst>
                  <a:gd name="T0" fmla="*/ 181 w 349"/>
                  <a:gd name="T1" fmla="*/ 24 h 349"/>
                  <a:gd name="T2" fmla="*/ 24 w 349"/>
                  <a:gd name="T3" fmla="*/ 182 h 349"/>
                  <a:gd name="T4" fmla="*/ 168 w 349"/>
                  <a:gd name="T5" fmla="*/ 326 h 349"/>
                  <a:gd name="T6" fmla="*/ 325 w 349"/>
                  <a:gd name="T7" fmla="*/ 168 h 349"/>
                  <a:gd name="T8" fmla="*/ 181 w 349"/>
                  <a:gd name="T9" fmla="*/ 24 h 349"/>
                  <a:gd name="T10" fmla="*/ 0 w 349"/>
                  <a:gd name="T11" fmla="*/ 182 h 349"/>
                  <a:gd name="T12" fmla="*/ 3 w 349"/>
                  <a:gd name="T13" fmla="*/ 175 h 349"/>
                  <a:gd name="T14" fmla="*/ 174 w 349"/>
                  <a:gd name="T15" fmla="*/ 3 h 349"/>
                  <a:gd name="T16" fmla="*/ 181 w 349"/>
                  <a:gd name="T17" fmla="*/ 0 h 349"/>
                  <a:gd name="T18" fmla="*/ 188 w 349"/>
                  <a:gd name="T19" fmla="*/ 3 h 349"/>
                  <a:gd name="T20" fmla="*/ 346 w 349"/>
                  <a:gd name="T21" fmla="*/ 161 h 349"/>
                  <a:gd name="T22" fmla="*/ 346 w 349"/>
                  <a:gd name="T23" fmla="*/ 175 h 349"/>
                  <a:gd name="T24" fmla="*/ 175 w 349"/>
                  <a:gd name="T25" fmla="*/ 346 h 349"/>
                  <a:gd name="T26" fmla="*/ 168 w 349"/>
                  <a:gd name="T27" fmla="*/ 349 h 349"/>
                  <a:gd name="T28" fmla="*/ 161 w 349"/>
                  <a:gd name="T29" fmla="*/ 347 h 349"/>
                  <a:gd name="T30" fmla="*/ 3 w 349"/>
                  <a:gd name="T31" fmla="*/ 189 h 349"/>
                  <a:gd name="T32" fmla="*/ 0 w 349"/>
                  <a:gd name="T33" fmla="*/ 182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9" h="349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49" y="165"/>
                      <a:pt x="349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2" y="348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8" name="Freeform 87"/>
              <p:cNvSpPr>
                <a:spLocks noEditPoints="1"/>
              </p:cNvSpPr>
              <p:nvPr/>
            </p:nvSpPr>
            <p:spPr bwMode="auto">
              <a:xfrm>
                <a:off x="11330" y="1613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2 h 350"/>
                  <a:gd name="T4" fmla="*/ 168 w 349"/>
                  <a:gd name="T5" fmla="*/ 325 h 350"/>
                  <a:gd name="T6" fmla="*/ 325 w 349"/>
                  <a:gd name="T7" fmla="*/ 168 h 350"/>
                  <a:gd name="T8" fmla="*/ 181 w 349"/>
                  <a:gd name="T9" fmla="*/ 24 h 350"/>
                  <a:gd name="T10" fmla="*/ 0 w 349"/>
                  <a:gd name="T11" fmla="*/ 182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6 w 349"/>
                  <a:gd name="T19" fmla="*/ 161 h 350"/>
                  <a:gd name="T20" fmla="*/ 349 w 349"/>
                  <a:gd name="T21" fmla="*/ 168 h 350"/>
                  <a:gd name="T22" fmla="*/ 346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9 h 350"/>
                  <a:gd name="T30" fmla="*/ 0 w 349"/>
                  <a:gd name="T31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6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6" y="175"/>
                    </a:cubicBezTo>
                    <a:lnTo>
                      <a:pt x="175" y="346"/>
                    </a:lnTo>
                    <a:cubicBezTo>
                      <a:pt x="171" y="350"/>
                      <a:pt x="165" y="350"/>
                      <a:pt x="161" y="346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9" name="Freeform 88"/>
              <p:cNvSpPr>
                <a:spLocks noEditPoints="1"/>
              </p:cNvSpPr>
              <p:nvPr/>
            </p:nvSpPr>
            <p:spPr bwMode="auto">
              <a:xfrm>
                <a:off x="11212" y="1718"/>
                <a:ext cx="105" cy="106"/>
              </a:xfrm>
              <a:custGeom>
                <a:avLst/>
                <a:gdLst>
                  <a:gd name="T0" fmla="*/ 229 w 397"/>
                  <a:gd name="T1" fmla="*/ 23 h 396"/>
                  <a:gd name="T2" fmla="*/ 24 w 397"/>
                  <a:gd name="T3" fmla="*/ 228 h 396"/>
                  <a:gd name="T4" fmla="*/ 168 w 397"/>
                  <a:gd name="T5" fmla="*/ 373 h 396"/>
                  <a:gd name="T6" fmla="*/ 373 w 397"/>
                  <a:gd name="T7" fmla="*/ 168 h 396"/>
                  <a:gd name="T8" fmla="*/ 229 w 397"/>
                  <a:gd name="T9" fmla="*/ 23 h 396"/>
                  <a:gd name="T10" fmla="*/ 0 w 397"/>
                  <a:gd name="T11" fmla="*/ 228 h 396"/>
                  <a:gd name="T12" fmla="*/ 3 w 397"/>
                  <a:gd name="T13" fmla="*/ 221 h 396"/>
                  <a:gd name="T14" fmla="*/ 222 w 397"/>
                  <a:gd name="T15" fmla="*/ 3 h 396"/>
                  <a:gd name="T16" fmla="*/ 229 w 397"/>
                  <a:gd name="T17" fmla="*/ 0 h 396"/>
                  <a:gd name="T18" fmla="*/ 236 w 397"/>
                  <a:gd name="T19" fmla="*/ 3 h 396"/>
                  <a:gd name="T20" fmla="*/ 394 w 397"/>
                  <a:gd name="T21" fmla="*/ 161 h 396"/>
                  <a:gd name="T22" fmla="*/ 394 w 397"/>
                  <a:gd name="T23" fmla="*/ 174 h 396"/>
                  <a:gd name="T24" fmla="*/ 175 w 397"/>
                  <a:gd name="T25" fmla="*/ 393 h 396"/>
                  <a:gd name="T26" fmla="*/ 168 w 397"/>
                  <a:gd name="T27" fmla="*/ 396 h 396"/>
                  <a:gd name="T28" fmla="*/ 161 w 397"/>
                  <a:gd name="T29" fmla="*/ 393 h 396"/>
                  <a:gd name="T30" fmla="*/ 3 w 397"/>
                  <a:gd name="T31" fmla="*/ 235 h 396"/>
                  <a:gd name="T32" fmla="*/ 0 w 397"/>
                  <a:gd name="T33" fmla="*/ 22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6">
                    <a:moveTo>
                      <a:pt x="229" y="23"/>
                    </a:moveTo>
                    <a:lnTo>
                      <a:pt x="24" y="228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9" y="23"/>
                    </a:lnTo>
                    <a:close/>
                    <a:moveTo>
                      <a:pt x="0" y="228"/>
                    </a:moveTo>
                    <a:cubicBezTo>
                      <a:pt x="0" y="226"/>
                      <a:pt x="1" y="223"/>
                      <a:pt x="3" y="221"/>
                    </a:cubicBezTo>
                    <a:lnTo>
                      <a:pt x="222" y="3"/>
                    </a:lnTo>
                    <a:cubicBezTo>
                      <a:pt x="223" y="1"/>
                      <a:pt x="226" y="0"/>
                      <a:pt x="229" y="0"/>
                    </a:cubicBezTo>
                    <a:cubicBezTo>
                      <a:pt x="231" y="0"/>
                      <a:pt x="234" y="1"/>
                      <a:pt x="236" y="3"/>
                    </a:cubicBezTo>
                    <a:lnTo>
                      <a:pt x="394" y="161"/>
                    </a:lnTo>
                    <a:cubicBezTo>
                      <a:pt x="397" y="164"/>
                      <a:pt x="397" y="171"/>
                      <a:pt x="394" y="174"/>
                    </a:cubicBezTo>
                    <a:lnTo>
                      <a:pt x="175" y="393"/>
                    </a:lnTo>
                    <a:cubicBezTo>
                      <a:pt x="173" y="395"/>
                      <a:pt x="170" y="396"/>
                      <a:pt x="168" y="396"/>
                    </a:cubicBezTo>
                    <a:cubicBezTo>
                      <a:pt x="165" y="396"/>
                      <a:pt x="163" y="395"/>
                      <a:pt x="161" y="393"/>
                    </a:cubicBezTo>
                    <a:lnTo>
                      <a:pt x="3" y="235"/>
                    </a:lnTo>
                    <a:cubicBezTo>
                      <a:pt x="1" y="233"/>
                      <a:pt x="0" y="231"/>
                      <a:pt x="0" y="22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0" name="Freeform 89"/>
              <p:cNvSpPr>
                <a:spLocks noEditPoints="1"/>
              </p:cNvSpPr>
              <p:nvPr/>
            </p:nvSpPr>
            <p:spPr bwMode="auto">
              <a:xfrm>
                <a:off x="11213" y="1828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1" name="Freeform 90"/>
              <p:cNvSpPr>
                <a:spLocks noEditPoints="1"/>
              </p:cNvSpPr>
              <p:nvPr/>
            </p:nvSpPr>
            <p:spPr bwMode="auto">
              <a:xfrm>
                <a:off x="11164" y="1778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2" name="Freeform 91"/>
              <p:cNvSpPr>
                <a:spLocks noEditPoints="1"/>
              </p:cNvSpPr>
              <p:nvPr/>
            </p:nvSpPr>
            <p:spPr bwMode="auto">
              <a:xfrm>
                <a:off x="11110" y="1831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3" name="Freeform 92"/>
              <p:cNvSpPr>
                <a:spLocks noEditPoints="1"/>
              </p:cNvSpPr>
              <p:nvPr/>
            </p:nvSpPr>
            <p:spPr bwMode="auto">
              <a:xfrm>
                <a:off x="11377" y="1553"/>
                <a:ext cx="106" cy="105"/>
              </a:xfrm>
              <a:custGeom>
                <a:avLst/>
                <a:gdLst>
                  <a:gd name="T0" fmla="*/ 228 w 397"/>
                  <a:gd name="T1" fmla="*/ 24 h 397"/>
                  <a:gd name="T2" fmla="*/ 23 w 397"/>
                  <a:gd name="T3" fmla="*/ 229 h 397"/>
                  <a:gd name="T4" fmla="*/ 168 w 397"/>
                  <a:gd name="T5" fmla="*/ 373 h 397"/>
                  <a:gd name="T6" fmla="*/ 373 w 397"/>
                  <a:gd name="T7" fmla="*/ 168 h 397"/>
                  <a:gd name="T8" fmla="*/ 228 w 397"/>
                  <a:gd name="T9" fmla="*/ 24 h 397"/>
                  <a:gd name="T10" fmla="*/ 0 w 397"/>
                  <a:gd name="T11" fmla="*/ 229 h 397"/>
                  <a:gd name="T12" fmla="*/ 3 w 397"/>
                  <a:gd name="T13" fmla="*/ 222 h 397"/>
                  <a:gd name="T14" fmla="*/ 221 w 397"/>
                  <a:gd name="T15" fmla="*/ 3 h 397"/>
                  <a:gd name="T16" fmla="*/ 228 w 397"/>
                  <a:gd name="T17" fmla="*/ 0 h 397"/>
                  <a:gd name="T18" fmla="*/ 235 w 397"/>
                  <a:gd name="T19" fmla="*/ 3 h 397"/>
                  <a:gd name="T20" fmla="*/ 393 w 397"/>
                  <a:gd name="T21" fmla="*/ 161 h 397"/>
                  <a:gd name="T22" fmla="*/ 393 w 397"/>
                  <a:gd name="T23" fmla="*/ 175 h 397"/>
                  <a:gd name="T24" fmla="*/ 174 w 397"/>
                  <a:gd name="T25" fmla="*/ 394 h 397"/>
                  <a:gd name="T26" fmla="*/ 168 w 397"/>
                  <a:gd name="T27" fmla="*/ 397 h 397"/>
                  <a:gd name="T28" fmla="*/ 161 w 397"/>
                  <a:gd name="T29" fmla="*/ 394 h 397"/>
                  <a:gd name="T30" fmla="*/ 3 w 397"/>
                  <a:gd name="T31" fmla="*/ 236 h 397"/>
                  <a:gd name="T32" fmla="*/ 0 w 397"/>
                  <a:gd name="T33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7">
                    <a:moveTo>
                      <a:pt x="228" y="24"/>
                    </a:moveTo>
                    <a:lnTo>
                      <a:pt x="23" y="229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8" y="24"/>
                    </a:lnTo>
                    <a:close/>
                    <a:moveTo>
                      <a:pt x="0" y="229"/>
                    </a:moveTo>
                    <a:cubicBezTo>
                      <a:pt x="0" y="226"/>
                      <a:pt x="1" y="224"/>
                      <a:pt x="3" y="222"/>
                    </a:cubicBezTo>
                    <a:lnTo>
                      <a:pt x="221" y="3"/>
                    </a:lnTo>
                    <a:cubicBezTo>
                      <a:pt x="223" y="1"/>
                      <a:pt x="226" y="0"/>
                      <a:pt x="228" y="0"/>
                    </a:cubicBezTo>
                    <a:cubicBezTo>
                      <a:pt x="231" y="0"/>
                      <a:pt x="234" y="1"/>
                      <a:pt x="235" y="3"/>
                    </a:cubicBezTo>
                    <a:lnTo>
                      <a:pt x="393" y="161"/>
                    </a:lnTo>
                    <a:cubicBezTo>
                      <a:pt x="397" y="165"/>
                      <a:pt x="397" y="171"/>
                      <a:pt x="393" y="175"/>
                    </a:cubicBezTo>
                    <a:lnTo>
                      <a:pt x="174" y="394"/>
                    </a:lnTo>
                    <a:cubicBezTo>
                      <a:pt x="173" y="396"/>
                      <a:pt x="170" y="397"/>
                      <a:pt x="168" y="397"/>
                    </a:cubicBezTo>
                    <a:cubicBezTo>
                      <a:pt x="165" y="397"/>
                      <a:pt x="162" y="396"/>
                      <a:pt x="161" y="394"/>
                    </a:cubicBezTo>
                    <a:lnTo>
                      <a:pt x="3" y="236"/>
                    </a:lnTo>
                    <a:cubicBezTo>
                      <a:pt x="1" y="234"/>
                      <a:pt x="0" y="232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4" name="Freeform 93"/>
              <p:cNvSpPr>
                <a:spLocks noEditPoints="1"/>
              </p:cNvSpPr>
              <p:nvPr/>
            </p:nvSpPr>
            <p:spPr bwMode="auto">
              <a:xfrm>
                <a:off x="10804" y="2120"/>
                <a:ext cx="101" cy="115"/>
              </a:xfrm>
              <a:custGeom>
                <a:avLst/>
                <a:gdLst>
                  <a:gd name="T0" fmla="*/ 187 w 382"/>
                  <a:gd name="T1" fmla="*/ 90 h 433"/>
                  <a:gd name="T2" fmla="*/ 184 w 382"/>
                  <a:gd name="T3" fmla="*/ 97 h 433"/>
                  <a:gd name="T4" fmla="*/ 24 w 382"/>
                  <a:gd name="T5" fmla="*/ 256 h 433"/>
                  <a:gd name="T6" fmla="*/ 177 w 382"/>
                  <a:gd name="T7" fmla="*/ 409 h 433"/>
                  <a:gd name="T8" fmla="*/ 330 w 382"/>
                  <a:gd name="T9" fmla="*/ 256 h 433"/>
                  <a:gd name="T10" fmla="*/ 325 w 382"/>
                  <a:gd name="T11" fmla="*/ 251 h 433"/>
                  <a:gd name="T12" fmla="*/ 322 w 382"/>
                  <a:gd name="T13" fmla="*/ 244 h 433"/>
                  <a:gd name="T14" fmla="*/ 325 w 382"/>
                  <a:gd name="T15" fmla="*/ 237 h 433"/>
                  <a:gd name="T16" fmla="*/ 358 w 382"/>
                  <a:gd name="T17" fmla="*/ 204 h 433"/>
                  <a:gd name="T18" fmla="*/ 177 w 382"/>
                  <a:gd name="T19" fmla="*/ 24 h 433"/>
                  <a:gd name="T20" fmla="*/ 151 w 382"/>
                  <a:gd name="T21" fmla="*/ 50 h 433"/>
                  <a:gd name="T22" fmla="*/ 184 w 382"/>
                  <a:gd name="T23" fmla="*/ 83 h 433"/>
                  <a:gd name="T24" fmla="*/ 187 w 382"/>
                  <a:gd name="T25" fmla="*/ 90 h 433"/>
                  <a:gd name="T26" fmla="*/ 0 w 382"/>
                  <a:gd name="T27" fmla="*/ 256 h 433"/>
                  <a:gd name="T28" fmla="*/ 3 w 382"/>
                  <a:gd name="T29" fmla="*/ 249 h 433"/>
                  <a:gd name="T30" fmla="*/ 163 w 382"/>
                  <a:gd name="T31" fmla="*/ 90 h 433"/>
                  <a:gd name="T32" fmla="*/ 130 w 382"/>
                  <a:gd name="T33" fmla="*/ 57 h 433"/>
                  <a:gd name="T34" fmla="*/ 130 w 382"/>
                  <a:gd name="T35" fmla="*/ 43 h 433"/>
                  <a:gd name="T36" fmla="*/ 171 w 382"/>
                  <a:gd name="T37" fmla="*/ 3 h 433"/>
                  <a:gd name="T38" fmla="*/ 177 w 382"/>
                  <a:gd name="T39" fmla="*/ 0 h 433"/>
                  <a:gd name="T40" fmla="*/ 184 w 382"/>
                  <a:gd name="T41" fmla="*/ 3 h 433"/>
                  <a:gd name="T42" fmla="*/ 379 w 382"/>
                  <a:gd name="T43" fmla="*/ 197 h 433"/>
                  <a:gd name="T44" fmla="*/ 382 w 382"/>
                  <a:gd name="T45" fmla="*/ 204 h 433"/>
                  <a:gd name="T46" fmla="*/ 379 w 382"/>
                  <a:gd name="T47" fmla="*/ 211 h 433"/>
                  <a:gd name="T48" fmla="*/ 346 w 382"/>
                  <a:gd name="T49" fmla="*/ 244 h 433"/>
                  <a:gd name="T50" fmla="*/ 351 w 382"/>
                  <a:gd name="T51" fmla="*/ 249 h 433"/>
                  <a:gd name="T52" fmla="*/ 351 w 382"/>
                  <a:gd name="T53" fmla="*/ 263 h 433"/>
                  <a:gd name="T54" fmla="*/ 184 w 382"/>
                  <a:gd name="T55" fmla="*/ 430 h 433"/>
                  <a:gd name="T56" fmla="*/ 177 w 382"/>
                  <a:gd name="T57" fmla="*/ 433 h 433"/>
                  <a:gd name="T58" fmla="*/ 170 w 382"/>
                  <a:gd name="T59" fmla="*/ 430 h 433"/>
                  <a:gd name="T60" fmla="*/ 3 w 382"/>
                  <a:gd name="T61" fmla="*/ 263 h 433"/>
                  <a:gd name="T62" fmla="*/ 0 w 382"/>
                  <a:gd name="T63" fmla="*/ 256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82" h="433">
                    <a:moveTo>
                      <a:pt x="187" y="90"/>
                    </a:moveTo>
                    <a:cubicBezTo>
                      <a:pt x="187" y="92"/>
                      <a:pt x="186" y="95"/>
                      <a:pt x="184" y="97"/>
                    </a:cubicBezTo>
                    <a:lnTo>
                      <a:pt x="24" y="256"/>
                    </a:lnTo>
                    <a:lnTo>
                      <a:pt x="177" y="409"/>
                    </a:lnTo>
                    <a:lnTo>
                      <a:pt x="330" y="256"/>
                    </a:lnTo>
                    <a:lnTo>
                      <a:pt x="325" y="251"/>
                    </a:lnTo>
                    <a:cubicBezTo>
                      <a:pt x="323" y="249"/>
                      <a:pt x="322" y="247"/>
                      <a:pt x="322" y="244"/>
                    </a:cubicBezTo>
                    <a:cubicBezTo>
                      <a:pt x="322" y="242"/>
                      <a:pt x="323" y="239"/>
                      <a:pt x="325" y="237"/>
                    </a:cubicBezTo>
                    <a:lnTo>
                      <a:pt x="358" y="204"/>
                    </a:lnTo>
                    <a:lnTo>
                      <a:pt x="177" y="24"/>
                    </a:lnTo>
                    <a:lnTo>
                      <a:pt x="151" y="50"/>
                    </a:lnTo>
                    <a:lnTo>
                      <a:pt x="184" y="83"/>
                    </a:lnTo>
                    <a:cubicBezTo>
                      <a:pt x="186" y="84"/>
                      <a:pt x="187" y="87"/>
                      <a:pt x="187" y="90"/>
                    </a:cubicBezTo>
                    <a:close/>
                    <a:moveTo>
                      <a:pt x="0" y="256"/>
                    </a:moveTo>
                    <a:cubicBezTo>
                      <a:pt x="0" y="254"/>
                      <a:pt x="1" y="251"/>
                      <a:pt x="3" y="249"/>
                    </a:cubicBezTo>
                    <a:lnTo>
                      <a:pt x="163" y="90"/>
                    </a:lnTo>
                    <a:lnTo>
                      <a:pt x="130" y="57"/>
                    </a:lnTo>
                    <a:cubicBezTo>
                      <a:pt x="127" y="53"/>
                      <a:pt x="127" y="47"/>
                      <a:pt x="130" y="43"/>
                    </a:cubicBezTo>
                    <a:lnTo>
                      <a:pt x="171" y="3"/>
                    </a:lnTo>
                    <a:cubicBezTo>
                      <a:pt x="172" y="1"/>
                      <a:pt x="175" y="0"/>
                      <a:pt x="177" y="0"/>
                    </a:cubicBezTo>
                    <a:cubicBezTo>
                      <a:pt x="180" y="0"/>
                      <a:pt x="183" y="1"/>
                      <a:pt x="184" y="3"/>
                    </a:cubicBezTo>
                    <a:lnTo>
                      <a:pt x="379" y="197"/>
                    </a:lnTo>
                    <a:cubicBezTo>
                      <a:pt x="381" y="199"/>
                      <a:pt x="382" y="202"/>
                      <a:pt x="382" y="204"/>
                    </a:cubicBezTo>
                    <a:cubicBezTo>
                      <a:pt x="382" y="207"/>
                      <a:pt x="381" y="209"/>
                      <a:pt x="379" y="211"/>
                    </a:cubicBezTo>
                    <a:lnTo>
                      <a:pt x="346" y="244"/>
                    </a:lnTo>
                    <a:lnTo>
                      <a:pt x="351" y="249"/>
                    </a:lnTo>
                    <a:cubicBezTo>
                      <a:pt x="355" y="253"/>
                      <a:pt x="355" y="259"/>
                      <a:pt x="351" y="263"/>
                    </a:cubicBezTo>
                    <a:lnTo>
                      <a:pt x="184" y="430"/>
                    </a:lnTo>
                    <a:cubicBezTo>
                      <a:pt x="182" y="432"/>
                      <a:pt x="180" y="433"/>
                      <a:pt x="177" y="433"/>
                    </a:cubicBezTo>
                    <a:cubicBezTo>
                      <a:pt x="175" y="433"/>
                      <a:pt x="172" y="432"/>
                      <a:pt x="170" y="430"/>
                    </a:cubicBezTo>
                    <a:lnTo>
                      <a:pt x="3" y="263"/>
                    </a:lnTo>
                    <a:cubicBezTo>
                      <a:pt x="1" y="261"/>
                      <a:pt x="0" y="259"/>
                      <a:pt x="0" y="2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5" name="Freeform 94"/>
              <p:cNvSpPr>
                <a:spLocks noEditPoints="1"/>
              </p:cNvSpPr>
              <p:nvPr/>
            </p:nvSpPr>
            <p:spPr bwMode="auto">
              <a:xfrm>
                <a:off x="10730" y="2196"/>
                <a:ext cx="115" cy="101"/>
              </a:xfrm>
              <a:custGeom>
                <a:avLst/>
                <a:gdLst>
                  <a:gd name="T0" fmla="*/ 50 w 433"/>
                  <a:gd name="T1" fmla="*/ 152 h 383"/>
                  <a:gd name="T2" fmla="*/ 24 w 433"/>
                  <a:gd name="T3" fmla="*/ 178 h 383"/>
                  <a:gd name="T4" fmla="*/ 204 w 433"/>
                  <a:gd name="T5" fmla="*/ 358 h 383"/>
                  <a:gd name="T6" fmla="*/ 237 w 433"/>
                  <a:gd name="T7" fmla="*/ 325 h 383"/>
                  <a:gd name="T8" fmla="*/ 244 w 433"/>
                  <a:gd name="T9" fmla="*/ 323 h 383"/>
                  <a:gd name="T10" fmla="*/ 251 w 433"/>
                  <a:gd name="T11" fmla="*/ 325 h 383"/>
                  <a:gd name="T12" fmla="*/ 256 w 433"/>
                  <a:gd name="T13" fmla="*/ 330 h 383"/>
                  <a:gd name="T14" fmla="*/ 409 w 433"/>
                  <a:gd name="T15" fmla="*/ 177 h 383"/>
                  <a:gd name="T16" fmla="*/ 256 w 433"/>
                  <a:gd name="T17" fmla="*/ 24 h 383"/>
                  <a:gd name="T18" fmla="*/ 96 w 433"/>
                  <a:gd name="T19" fmla="*/ 184 h 383"/>
                  <a:gd name="T20" fmla="*/ 89 w 433"/>
                  <a:gd name="T21" fmla="*/ 187 h 383"/>
                  <a:gd name="T22" fmla="*/ 82 w 433"/>
                  <a:gd name="T23" fmla="*/ 184 h 383"/>
                  <a:gd name="T24" fmla="*/ 50 w 433"/>
                  <a:gd name="T25" fmla="*/ 152 h 383"/>
                  <a:gd name="T26" fmla="*/ 0 w 433"/>
                  <a:gd name="T27" fmla="*/ 178 h 383"/>
                  <a:gd name="T28" fmla="*/ 3 w 433"/>
                  <a:gd name="T29" fmla="*/ 171 h 383"/>
                  <a:gd name="T30" fmla="*/ 43 w 433"/>
                  <a:gd name="T31" fmla="*/ 131 h 383"/>
                  <a:gd name="T32" fmla="*/ 56 w 433"/>
                  <a:gd name="T33" fmla="*/ 131 h 383"/>
                  <a:gd name="T34" fmla="*/ 89 w 433"/>
                  <a:gd name="T35" fmla="*/ 163 h 383"/>
                  <a:gd name="T36" fmla="*/ 249 w 433"/>
                  <a:gd name="T37" fmla="*/ 4 h 383"/>
                  <a:gd name="T38" fmla="*/ 263 w 433"/>
                  <a:gd name="T39" fmla="*/ 4 h 383"/>
                  <a:gd name="T40" fmla="*/ 430 w 433"/>
                  <a:gd name="T41" fmla="*/ 170 h 383"/>
                  <a:gd name="T42" fmla="*/ 433 w 433"/>
                  <a:gd name="T43" fmla="*/ 177 h 383"/>
                  <a:gd name="T44" fmla="*/ 430 w 433"/>
                  <a:gd name="T45" fmla="*/ 184 h 383"/>
                  <a:gd name="T46" fmla="*/ 263 w 433"/>
                  <a:gd name="T47" fmla="*/ 351 h 383"/>
                  <a:gd name="T48" fmla="*/ 256 w 433"/>
                  <a:gd name="T49" fmla="*/ 354 h 383"/>
                  <a:gd name="T50" fmla="*/ 249 w 433"/>
                  <a:gd name="T51" fmla="*/ 351 h 383"/>
                  <a:gd name="T52" fmla="*/ 244 w 433"/>
                  <a:gd name="T53" fmla="*/ 346 h 383"/>
                  <a:gd name="T54" fmla="*/ 211 w 433"/>
                  <a:gd name="T55" fmla="*/ 379 h 383"/>
                  <a:gd name="T56" fmla="*/ 197 w 433"/>
                  <a:gd name="T57" fmla="*/ 379 h 383"/>
                  <a:gd name="T58" fmla="*/ 3 w 433"/>
                  <a:gd name="T59" fmla="*/ 185 h 383"/>
                  <a:gd name="T60" fmla="*/ 0 w 433"/>
                  <a:gd name="T61" fmla="*/ 178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3" h="383">
                    <a:moveTo>
                      <a:pt x="50" y="152"/>
                    </a:moveTo>
                    <a:lnTo>
                      <a:pt x="24" y="178"/>
                    </a:lnTo>
                    <a:lnTo>
                      <a:pt x="204" y="358"/>
                    </a:lnTo>
                    <a:lnTo>
                      <a:pt x="237" y="325"/>
                    </a:lnTo>
                    <a:cubicBezTo>
                      <a:pt x="239" y="324"/>
                      <a:pt x="241" y="323"/>
                      <a:pt x="244" y="323"/>
                    </a:cubicBezTo>
                    <a:cubicBezTo>
                      <a:pt x="247" y="323"/>
                      <a:pt x="249" y="324"/>
                      <a:pt x="251" y="325"/>
                    </a:cubicBezTo>
                    <a:lnTo>
                      <a:pt x="256" y="330"/>
                    </a:lnTo>
                    <a:lnTo>
                      <a:pt x="409" y="177"/>
                    </a:lnTo>
                    <a:lnTo>
                      <a:pt x="256" y="24"/>
                    </a:lnTo>
                    <a:lnTo>
                      <a:pt x="96" y="184"/>
                    </a:lnTo>
                    <a:cubicBezTo>
                      <a:pt x="94" y="186"/>
                      <a:pt x="92" y="187"/>
                      <a:pt x="89" y="187"/>
                    </a:cubicBezTo>
                    <a:cubicBezTo>
                      <a:pt x="86" y="187"/>
                      <a:pt x="84" y="186"/>
                      <a:pt x="82" y="184"/>
                    </a:cubicBezTo>
                    <a:lnTo>
                      <a:pt x="50" y="152"/>
                    </a:lnTo>
                    <a:close/>
                    <a:moveTo>
                      <a:pt x="0" y="178"/>
                    </a:moveTo>
                    <a:cubicBezTo>
                      <a:pt x="0" y="176"/>
                      <a:pt x="1" y="173"/>
                      <a:pt x="3" y="171"/>
                    </a:cubicBezTo>
                    <a:lnTo>
                      <a:pt x="43" y="131"/>
                    </a:lnTo>
                    <a:cubicBezTo>
                      <a:pt x="46" y="128"/>
                      <a:pt x="53" y="127"/>
                      <a:pt x="56" y="131"/>
                    </a:cubicBezTo>
                    <a:lnTo>
                      <a:pt x="89" y="163"/>
                    </a:lnTo>
                    <a:lnTo>
                      <a:pt x="249" y="4"/>
                    </a:lnTo>
                    <a:cubicBezTo>
                      <a:pt x="253" y="0"/>
                      <a:pt x="259" y="0"/>
                      <a:pt x="263" y="4"/>
                    </a:cubicBezTo>
                    <a:lnTo>
                      <a:pt x="430" y="170"/>
                    </a:lnTo>
                    <a:cubicBezTo>
                      <a:pt x="432" y="172"/>
                      <a:pt x="433" y="175"/>
                      <a:pt x="433" y="177"/>
                    </a:cubicBezTo>
                    <a:cubicBezTo>
                      <a:pt x="433" y="180"/>
                      <a:pt x="432" y="182"/>
                      <a:pt x="430" y="184"/>
                    </a:cubicBezTo>
                    <a:lnTo>
                      <a:pt x="263" y="351"/>
                    </a:lnTo>
                    <a:cubicBezTo>
                      <a:pt x="261" y="353"/>
                      <a:pt x="258" y="354"/>
                      <a:pt x="256" y="354"/>
                    </a:cubicBezTo>
                    <a:cubicBezTo>
                      <a:pt x="253" y="354"/>
                      <a:pt x="251" y="353"/>
                      <a:pt x="249" y="351"/>
                    </a:cubicBezTo>
                    <a:lnTo>
                      <a:pt x="244" y="346"/>
                    </a:lnTo>
                    <a:lnTo>
                      <a:pt x="211" y="379"/>
                    </a:lnTo>
                    <a:cubicBezTo>
                      <a:pt x="207" y="383"/>
                      <a:pt x="201" y="383"/>
                      <a:pt x="197" y="379"/>
                    </a:cubicBezTo>
                    <a:lnTo>
                      <a:pt x="3" y="185"/>
                    </a:lnTo>
                    <a:cubicBezTo>
                      <a:pt x="1" y="183"/>
                      <a:pt x="0" y="181"/>
                      <a:pt x="0" y="1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6" name="Freeform 95"/>
              <p:cNvSpPr>
                <a:spLocks noEditPoints="1"/>
              </p:cNvSpPr>
              <p:nvPr/>
            </p:nvSpPr>
            <p:spPr bwMode="auto">
              <a:xfrm>
                <a:off x="10996" y="1946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7" name="Freeform 96"/>
              <p:cNvSpPr>
                <a:spLocks noEditPoints="1"/>
              </p:cNvSpPr>
              <p:nvPr/>
            </p:nvSpPr>
            <p:spPr bwMode="auto">
              <a:xfrm>
                <a:off x="10948" y="1998"/>
                <a:ext cx="89" cy="88"/>
              </a:xfrm>
              <a:custGeom>
                <a:avLst/>
                <a:gdLst>
                  <a:gd name="T0" fmla="*/ 203 w 331"/>
                  <a:gd name="T1" fmla="*/ 24 h 332"/>
                  <a:gd name="T2" fmla="*/ 24 w 331"/>
                  <a:gd name="T3" fmla="*/ 204 h 332"/>
                  <a:gd name="T4" fmla="*/ 128 w 331"/>
                  <a:gd name="T5" fmla="*/ 307 h 332"/>
                  <a:gd name="T6" fmla="*/ 307 w 331"/>
                  <a:gd name="T7" fmla="*/ 128 h 332"/>
                  <a:gd name="T8" fmla="*/ 203 w 331"/>
                  <a:gd name="T9" fmla="*/ 24 h 332"/>
                  <a:gd name="T10" fmla="*/ 0 w 331"/>
                  <a:gd name="T11" fmla="*/ 204 h 332"/>
                  <a:gd name="T12" fmla="*/ 3 w 331"/>
                  <a:gd name="T13" fmla="*/ 197 h 332"/>
                  <a:gd name="T14" fmla="*/ 196 w 331"/>
                  <a:gd name="T15" fmla="*/ 4 h 332"/>
                  <a:gd name="T16" fmla="*/ 210 w 331"/>
                  <a:gd name="T17" fmla="*/ 4 h 332"/>
                  <a:gd name="T18" fmla="*/ 328 w 331"/>
                  <a:gd name="T19" fmla="*/ 121 h 332"/>
                  <a:gd name="T20" fmla="*/ 328 w 331"/>
                  <a:gd name="T21" fmla="*/ 135 h 332"/>
                  <a:gd name="T22" fmla="*/ 134 w 331"/>
                  <a:gd name="T23" fmla="*/ 328 h 332"/>
                  <a:gd name="T24" fmla="*/ 121 w 331"/>
                  <a:gd name="T25" fmla="*/ 328 h 332"/>
                  <a:gd name="T26" fmla="*/ 3 w 331"/>
                  <a:gd name="T27" fmla="*/ 211 h 332"/>
                  <a:gd name="T28" fmla="*/ 0 w 331"/>
                  <a:gd name="T29" fmla="*/ 204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1" h="332">
                    <a:moveTo>
                      <a:pt x="203" y="24"/>
                    </a:moveTo>
                    <a:lnTo>
                      <a:pt x="24" y="204"/>
                    </a:lnTo>
                    <a:lnTo>
                      <a:pt x="128" y="307"/>
                    </a:lnTo>
                    <a:lnTo>
                      <a:pt x="307" y="128"/>
                    </a:lnTo>
                    <a:lnTo>
                      <a:pt x="203" y="24"/>
                    </a:lnTo>
                    <a:close/>
                    <a:moveTo>
                      <a:pt x="0" y="204"/>
                    </a:moveTo>
                    <a:cubicBezTo>
                      <a:pt x="0" y="201"/>
                      <a:pt x="1" y="199"/>
                      <a:pt x="3" y="197"/>
                    </a:cubicBezTo>
                    <a:lnTo>
                      <a:pt x="196" y="4"/>
                    </a:lnTo>
                    <a:cubicBezTo>
                      <a:pt x="200" y="0"/>
                      <a:pt x="206" y="0"/>
                      <a:pt x="210" y="4"/>
                    </a:cubicBezTo>
                    <a:lnTo>
                      <a:pt x="328" y="121"/>
                    </a:lnTo>
                    <a:cubicBezTo>
                      <a:pt x="331" y="125"/>
                      <a:pt x="331" y="131"/>
                      <a:pt x="328" y="135"/>
                    </a:cubicBezTo>
                    <a:lnTo>
                      <a:pt x="134" y="328"/>
                    </a:lnTo>
                    <a:cubicBezTo>
                      <a:pt x="131" y="332"/>
                      <a:pt x="124" y="332"/>
                      <a:pt x="121" y="328"/>
                    </a:cubicBezTo>
                    <a:lnTo>
                      <a:pt x="3" y="211"/>
                    </a:lnTo>
                    <a:cubicBezTo>
                      <a:pt x="1" y="209"/>
                      <a:pt x="0" y="206"/>
                      <a:pt x="0" y="20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8" name="Freeform 97"/>
              <p:cNvSpPr>
                <a:spLocks noEditPoints="1"/>
              </p:cNvSpPr>
              <p:nvPr/>
            </p:nvSpPr>
            <p:spPr bwMode="auto">
              <a:xfrm>
                <a:off x="10646" y="2280"/>
                <a:ext cx="101" cy="115"/>
              </a:xfrm>
              <a:custGeom>
                <a:avLst/>
                <a:gdLst>
                  <a:gd name="T0" fmla="*/ 186 w 382"/>
                  <a:gd name="T1" fmla="*/ 89 h 434"/>
                  <a:gd name="T2" fmla="*/ 183 w 382"/>
                  <a:gd name="T3" fmla="*/ 96 h 434"/>
                  <a:gd name="T4" fmla="*/ 23 w 382"/>
                  <a:gd name="T5" fmla="*/ 256 h 434"/>
                  <a:gd name="T6" fmla="*/ 176 w 382"/>
                  <a:gd name="T7" fmla="*/ 409 h 434"/>
                  <a:gd name="T8" fmla="*/ 329 w 382"/>
                  <a:gd name="T9" fmla="*/ 256 h 434"/>
                  <a:gd name="T10" fmla="*/ 325 w 382"/>
                  <a:gd name="T11" fmla="*/ 252 h 434"/>
                  <a:gd name="T12" fmla="*/ 325 w 382"/>
                  <a:gd name="T13" fmla="*/ 238 h 434"/>
                  <a:gd name="T14" fmla="*/ 358 w 382"/>
                  <a:gd name="T15" fmla="*/ 205 h 434"/>
                  <a:gd name="T16" fmla="*/ 177 w 382"/>
                  <a:gd name="T17" fmla="*/ 24 h 434"/>
                  <a:gd name="T18" fmla="*/ 151 w 382"/>
                  <a:gd name="T19" fmla="*/ 50 h 434"/>
                  <a:gd name="T20" fmla="*/ 183 w 382"/>
                  <a:gd name="T21" fmla="*/ 82 h 434"/>
                  <a:gd name="T22" fmla="*/ 186 w 382"/>
                  <a:gd name="T23" fmla="*/ 89 h 434"/>
                  <a:gd name="T24" fmla="*/ 0 w 382"/>
                  <a:gd name="T25" fmla="*/ 256 h 434"/>
                  <a:gd name="T26" fmla="*/ 2 w 382"/>
                  <a:gd name="T27" fmla="*/ 249 h 434"/>
                  <a:gd name="T28" fmla="*/ 162 w 382"/>
                  <a:gd name="T29" fmla="*/ 89 h 434"/>
                  <a:gd name="T30" fmla="*/ 130 w 382"/>
                  <a:gd name="T31" fmla="*/ 57 h 434"/>
                  <a:gd name="T32" fmla="*/ 130 w 382"/>
                  <a:gd name="T33" fmla="*/ 43 h 434"/>
                  <a:gd name="T34" fmla="*/ 170 w 382"/>
                  <a:gd name="T35" fmla="*/ 3 h 434"/>
                  <a:gd name="T36" fmla="*/ 177 w 382"/>
                  <a:gd name="T37" fmla="*/ 0 h 434"/>
                  <a:gd name="T38" fmla="*/ 184 w 382"/>
                  <a:gd name="T39" fmla="*/ 3 h 434"/>
                  <a:gd name="T40" fmla="*/ 379 w 382"/>
                  <a:gd name="T41" fmla="*/ 198 h 434"/>
                  <a:gd name="T42" fmla="*/ 379 w 382"/>
                  <a:gd name="T43" fmla="*/ 211 h 434"/>
                  <a:gd name="T44" fmla="*/ 345 w 382"/>
                  <a:gd name="T45" fmla="*/ 245 h 434"/>
                  <a:gd name="T46" fmla="*/ 350 w 382"/>
                  <a:gd name="T47" fmla="*/ 249 h 434"/>
                  <a:gd name="T48" fmla="*/ 350 w 382"/>
                  <a:gd name="T49" fmla="*/ 263 h 434"/>
                  <a:gd name="T50" fmla="*/ 183 w 382"/>
                  <a:gd name="T51" fmla="*/ 430 h 434"/>
                  <a:gd name="T52" fmla="*/ 170 w 382"/>
                  <a:gd name="T53" fmla="*/ 430 h 434"/>
                  <a:gd name="T54" fmla="*/ 2 w 382"/>
                  <a:gd name="T55" fmla="*/ 263 h 434"/>
                  <a:gd name="T56" fmla="*/ 0 w 382"/>
                  <a:gd name="T57" fmla="*/ 256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82" h="434">
                    <a:moveTo>
                      <a:pt x="186" y="89"/>
                    </a:moveTo>
                    <a:cubicBezTo>
                      <a:pt x="186" y="92"/>
                      <a:pt x="185" y="94"/>
                      <a:pt x="183" y="96"/>
                    </a:cubicBezTo>
                    <a:lnTo>
                      <a:pt x="23" y="256"/>
                    </a:lnTo>
                    <a:lnTo>
                      <a:pt x="176" y="409"/>
                    </a:lnTo>
                    <a:lnTo>
                      <a:pt x="329" y="256"/>
                    </a:lnTo>
                    <a:lnTo>
                      <a:pt x="325" y="252"/>
                    </a:lnTo>
                    <a:cubicBezTo>
                      <a:pt x="321" y="248"/>
                      <a:pt x="321" y="241"/>
                      <a:pt x="325" y="238"/>
                    </a:cubicBezTo>
                    <a:lnTo>
                      <a:pt x="358" y="205"/>
                    </a:lnTo>
                    <a:lnTo>
                      <a:pt x="177" y="24"/>
                    </a:lnTo>
                    <a:lnTo>
                      <a:pt x="151" y="50"/>
                    </a:lnTo>
                    <a:lnTo>
                      <a:pt x="183" y="82"/>
                    </a:lnTo>
                    <a:cubicBezTo>
                      <a:pt x="185" y="84"/>
                      <a:pt x="186" y="87"/>
                      <a:pt x="186" y="89"/>
                    </a:cubicBezTo>
                    <a:close/>
                    <a:moveTo>
                      <a:pt x="0" y="256"/>
                    </a:moveTo>
                    <a:cubicBezTo>
                      <a:pt x="0" y="254"/>
                      <a:pt x="1" y="251"/>
                      <a:pt x="2" y="249"/>
                    </a:cubicBezTo>
                    <a:lnTo>
                      <a:pt x="162" y="89"/>
                    </a:lnTo>
                    <a:lnTo>
                      <a:pt x="130" y="57"/>
                    </a:lnTo>
                    <a:cubicBezTo>
                      <a:pt x="126" y="53"/>
                      <a:pt x="126" y="47"/>
                      <a:pt x="130" y="43"/>
                    </a:cubicBezTo>
                    <a:lnTo>
                      <a:pt x="170" y="3"/>
                    </a:lnTo>
                    <a:cubicBezTo>
                      <a:pt x="172" y="1"/>
                      <a:pt x="174" y="0"/>
                      <a:pt x="177" y="0"/>
                    </a:cubicBezTo>
                    <a:cubicBezTo>
                      <a:pt x="180" y="0"/>
                      <a:pt x="182" y="1"/>
                      <a:pt x="184" y="3"/>
                    </a:cubicBezTo>
                    <a:lnTo>
                      <a:pt x="379" y="198"/>
                    </a:lnTo>
                    <a:cubicBezTo>
                      <a:pt x="382" y="201"/>
                      <a:pt x="382" y="208"/>
                      <a:pt x="379" y="211"/>
                    </a:cubicBezTo>
                    <a:lnTo>
                      <a:pt x="345" y="245"/>
                    </a:lnTo>
                    <a:lnTo>
                      <a:pt x="350" y="249"/>
                    </a:lnTo>
                    <a:cubicBezTo>
                      <a:pt x="354" y="253"/>
                      <a:pt x="354" y="259"/>
                      <a:pt x="350" y="263"/>
                    </a:cubicBezTo>
                    <a:lnTo>
                      <a:pt x="183" y="430"/>
                    </a:lnTo>
                    <a:cubicBezTo>
                      <a:pt x="180" y="434"/>
                      <a:pt x="173" y="434"/>
                      <a:pt x="170" y="430"/>
                    </a:cubicBezTo>
                    <a:lnTo>
                      <a:pt x="2" y="263"/>
                    </a:lnTo>
                    <a:cubicBezTo>
                      <a:pt x="1" y="262"/>
                      <a:pt x="0" y="259"/>
                      <a:pt x="0" y="2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9" name="Freeform 98"/>
              <p:cNvSpPr>
                <a:spLocks noEditPoints="1"/>
              </p:cNvSpPr>
              <p:nvPr/>
            </p:nvSpPr>
            <p:spPr bwMode="auto">
              <a:xfrm>
                <a:off x="10687" y="2237"/>
                <a:ext cx="99" cy="100"/>
              </a:xfrm>
              <a:custGeom>
                <a:avLst/>
                <a:gdLst>
                  <a:gd name="T0" fmla="*/ 158 w 374"/>
                  <a:gd name="T1" fmla="*/ 24 h 375"/>
                  <a:gd name="T2" fmla="*/ 24 w 374"/>
                  <a:gd name="T3" fmla="*/ 159 h 375"/>
                  <a:gd name="T4" fmla="*/ 216 w 374"/>
                  <a:gd name="T5" fmla="*/ 351 h 375"/>
                  <a:gd name="T6" fmla="*/ 350 w 374"/>
                  <a:gd name="T7" fmla="*/ 216 h 375"/>
                  <a:gd name="T8" fmla="*/ 158 w 374"/>
                  <a:gd name="T9" fmla="*/ 24 h 375"/>
                  <a:gd name="T10" fmla="*/ 0 w 374"/>
                  <a:gd name="T11" fmla="*/ 159 h 375"/>
                  <a:gd name="T12" fmla="*/ 3 w 374"/>
                  <a:gd name="T13" fmla="*/ 152 h 375"/>
                  <a:gd name="T14" fmla="*/ 151 w 374"/>
                  <a:gd name="T15" fmla="*/ 3 h 375"/>
                  <a:gd name="T16" fmla="*/ 165 w 374"/>
                  <a:gd name="T17" fmla="*/ 3 h 375"/>
                  <a:gd name="T18" fmla="*/ 371 w 374"/>
                  <a:gd name="T19" fmla="*/ 209 h 375"/>
                  <a:gd name="T20" fmla="*/ 374 w 374"/>
                  <a:gd name="T21" fmla="*/ 216 h 375"/>
                  <a:gd name="T22" fmla="*/ 371 w 374"/>
                  <a:gd name="T23" fmla="*/ 223 h 375"/>
                  <a:gd name="T24" fmla="*/ 223 w 374"/>
                  <a:gd name="T25" fmla="*/ 372 h 375"/>
                  <a:gd name="T26" fmla="*/ 216 w 374"/>
                  <a:gd name="T27" fmla="*/ 375 h 375"/>
                  <a:gd name="T28" fmla="*/ 209 w 374"/>
                  <a:gd name="T29" fmla="*/ 372 h 375"/>
                  <a:gd name="T30" fmla="*/ 3 w 374"/>
                  <a:gd name="T31" fmla="*/ 166 h 375"/>
                  <a:gd name="T32" fmla="*/ 0 w 374"/>
                  <a:gd name="T33" fmla="*/ 159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4" h="375">
                    <a:moveTo>
                      <a:pt x="158" y="24"/>
                    </a:moveTo>
                    <a:lnTo>
                      <a:pt x="24" y="159"/>
                    </a:lnTo>
                    <a:lnTo>
                      <a:pt x="216" y="351"/>
                    </a:lnTo>
                    <a:lnTo>
                      <a:pt x="350" y="216"/>
                    </a:lnTo>
                    <a:lnTo>
                      <a:pt x="158" y="24"/>
                    </a:lnTo>
                    <a:close/>
                    <a:moveTo>
                      <a:pt x="0" y="159"/>
                    </a:moveTo>
                    <a:cubicBezTo>
                      <a:pt x="0" y="157"/>
                      <a:pt x="1" y="154"/>
                      <a:pt x="3" y="152"/>
                    </a:cubicBezTo>
                    <a:lnTo>
                      <a:pt x="151" y="3"/>
                    </a:lnTo>
                    <a:cubicBezTo>
                      <a:pt x="155" y="0"/>
                      <a:pt x="161" y="0"/>
                      <a:pt x="165" y="3"/>
                    </a:cubicBezTo>
                    <a:lnTo>
                      <a:pt x="371" y="209"/>
                    </a:lnTo>
                    <a:cubicBezTo>
                      <a:pt x="373" y="211"/>
                      <a:pt x="374" y="214"/>
                      <a:pt x="374" y="216"/>
                    </a:cubicBezTo>
                    <a:cubicBezTo>
                      <a:pt x="374" y="219"/>
                      <a:pt x="373" y="221"/>
                      <a:pt x="371" y="223"/>
                    </a:cubicBezTo>
                    <a:lnTo>
                      <a:pt x="223" y="372"/>
                    </a:lnTo>
                    <a:cubicBezTo>
                      <a:pt x="221" y="374"/>
                      <a:pt x="218" y="375"/>
                      <a:pt x="216" y="375"/>
                    </a:cubicBezTo>
                    <a:cubicBezTo>
                      <a:pt x="213" y="375"/>
                      <a:pt x="211" y="374"/>
                      <a:pt x="209" y="372"/>
                    </a:cubicBezTo>
                    <a:lnTo>
                      <a:pt x="3" y="166"/>
                    </a:lnTo>
                    <a:cubicBezTo>
                      <a:pt x="1" y="164"/>
                      <a:pt x="0" y="162"/>
                      <a:pt x="0" y="15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0" name="Freeform 99"/>
              <p:cNvSpPr>
                <a:spLocks noEditPoints="1"/>
              </p:cNvSpPr>
              <p:nvPr/>
            </p:nvSpPr>
            <p:spPr bwMode="auto">
              <a:xfrm>
                <a:off x="10574" y="2351"/>
                <a:ext cx="115" cy="102"/>
              </a:xfrm>
              <a:custGeom>
                <a:avLst/>
                <a:gdLst>
                  <a:gd name="T0" fmla="*/ 50 w 434"/>
                  <a:gd name="T1" fmla="*/ 152 h 384"/>
                  <a:gd name="T2" fmla="*/ 24 w 434"/>
                  <a:gd name="T3" fmla="*/ 178 h 384"/>
                  <a:gd name="T4" fmla="*/ 205 w 434"/>
                  <a:gd name="T5" fmla="*/ 359 h 384"/>
                  <a:gd name="T6" fmla="*/ 238 w 434"/>
                  <a:gd name="T7" fmla="*/ 326 h 384"/>
                  <a:gd name="T8" fmla="*/ 244 w 434"/>
                  <a:gd name="T9" fmla="*/ 323 h 384"/>
                  <a:gd name="T10" fmla="*/ 251 w 434"/>
                  <a:gd name="T11" fmla="*/ 326 h 384"/>
                  <a:gd name="T12" fmla="*/ 256 w 434"/>
                  <a:gd name="T13" fmla="*/ 330 h 384"/>
                  <a:gd name="T14" fmla="*/ 409 w 434"/>
                  <a:gd name="T15" fmla="*/ 177 h 384"/>
                  <a:gd name="T16" fmla="*/ 256 w 434"/>
                  <a:gd name="T17" fmla="*/ 25 h 384"/>
                  <a:gd name="T18" fmla="*/ 96 w 434"/>
                  <a:gd name="T19" fmla="*/ 185 h 384"/>
                  <a:gd name="T20" fmla="*/ 89 w 434"/>
                  <a:gd name="T21" fmla="*/ 187 h 384"/>
                  <a:gd name="T22" fmla="*/ 82 w 434"/>
                  <a:gd name="T23" fmla="*/ 185 h 384"/>
                  <a:gd name="T24" fmla="*/ 50 w 434"/>
                  <a:gd name="T25" fmla="*/ 152 h 384"/>
                  <a:gd name="T26" fmla="*/ 0 w 434"/>
                  <a:gd name="T27" fmla="*/ 178 h 384"/>
                  <a:gd name="T28" fmla="*/ 3 w 434"/>
                  <a:gd name="T29" fmla="*/ 171 h 384"/>
                  <a:gd name="T30" fmla="*/ 43 w 434"/>
                  <a:gd name="T31" fmla="*/ 131 h 384"/>
                  <a:gd name="T32" fmla="*/ 57 w 434"/>
                  <a:gd name="T33" fmla="*/ 131 h 384"/>
                  <a:gd name="T34" fmla="*/ 89 w 434"/>
                  <a:gd name="T35" fmla="*/ 164 h 384"/>
                  <a:gd name="T36" fmla="*/ 249 w 434"/>
                  <a:gd name="T37" fmla="*/ 4 h 384"/>
                  <a:gd name="T38" fmla="*/ 263 w 434"/>
                  <a:gd name="T39" fmla="*/ 4 h 384"/>
                  <a:gd name="T40" fmla="*/ 430 w 434"/>
                  <a:gd name="T41" fmla="*/ 170 h 384"/>
                  <a:gd name="T42" fmla="*/ 430 w 434"/>
                  <a:gd name="T43" fmla="*/ 184 h 384"/>
                  <a:gd name="T44" fmla="*/ 263 w 434"/>
                  <a:gd name="T45" fmla="*/ 351 h 384"/>
                  <a:gd name="T46" fmla="*/ 256 w 434"/>
                  <a:gd name="T47" fmla="*/ 354 h 384"/>
                  <a:gd name="T48" fmla="*/ 249 w 434"/>
                  <a:gd name="T49" fmla="*/ 351 h 384"/>
                  <a:gd name="T50" fmla="*/ 244 w 434"/>
                  <a:gd name="T51" fmla="*/ 347 h 384"/>
                  <a:gd name="T52" fmla="*/ 211 w 434"/>
                  <a:gd name="T53" fmla="*/ 380 h 384"/>
                  <a:gd name="T54" fmla="*/ 198 w 434"/>
                  <a:gd name="T55" fmla="*/ 380 h 384"/>
                  <a:gd name="T56" fmla="*/ 3 w 434"/>
                  <a:gd name="T57" fmla="*/ 185 h 384"/>
                  <a:gd name="T58" fmla="*/ 0 w 434"/>
                  <a:gd name="T59" fmla="*/ 178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34" h="384">
                    <a:moveTo>
                      <a:pt x="50" y="152"/>
                    </a:moveTo>
                    <a:lnTo>
                      <a:pt x="24" y="178"/>
                    </a:lnTo>
                    <a:lnTo>
                      <a:pt x="205" y="359"/>
                    </a:lnTo>
                    <a:lnTo>
                      <a:pt x="238" y="326"/>
                    </a:lnTo>
                    <a:cubicBezTo>
                      <a:pt x="239" y="324"/>
                      <a:pt x="242" y="323"/>
                      <a:pt x="244" y="323"/>
                    </a:cubicBezTo>
                    <a:cubicBezTo>
                      <a:pt x="247" y="323"/>
                      <a:pt x="250" y="324"/>
                      <a:pt x="251" y="326"/>
                    </a:cubicBezTo>
                    <a:lnTo>
                      <a:pt x="256" y="330"/>
                    </a:lnTo>
                    <a:lnTo>
                      <a:pt x="409" y="177"/>
                    </a:lnTo>
                    <a:lnTo>
                      <a:pt x="256" y="25"/>
                    </a:lnTo>
                    <a:lnTo>
                      <a:pt x="96" y="185"/>
                    </a:lnTo>
                    <a:cubicBezTo>
                      <a:pt x="94" y="186"/>
                      <a:pt x="92" y="187"/>
                      <a:pt x="89" y="187"/>
                    </a:cubicBezTo>
                    <a:cubicBezTo>
                      <a:pt x="87" y="187"/>
                      <a:pt x="84" y="186"/>
                      <a:pt x="82" y="185"/>
                    </a:cubicBezTo>
                    <a:lnTo>
                      <a:pt x="50" y="152"/>
                    </a:lnTo>
                    <a:close/>
                    <a:moveTo>
                      <a:pt x="0" y="178"/>
                    </a:moveTo>
                    <a:cubicBezTo>
                      <a:pt x="0" y="176"/>
                      <a:pt x="1" y="173"/>
                      <a:pt x="3" y="171"/>
                    </a:cubicBezTo>
                    <a:lnTo>
                      <a:pt x="43" y="131"/>
                    </a:lnTo>
                    <a:cubicBezTo>
                      <a:pt x="47" y="128"/>
                      <a:pt x="53" y="128"/>
                      <a:pt x="57" y="131"/>
                    </a:cubicBezTo>
                    <a:lnTo>
                      <a:pt x="89" y="164"/>
                    </a:lnTo>
                    <a:lnTo>
                      <a:pt x="249" y="4"/>
                    </a:lnTo>
                    <a:cubicBezTo>
                      <a:pt x="253" y="0"/>
                      <a:pt x="259" y="0"/>
                      <a:pt x="263" y="4"/>
                    </a:cubicBezTo>
                    <a:lnTo>
                      <a:pt x="430" y="170"/>
                    </a:lnTo>
                    <a:cubicBezTo>
                      <a:pt x="434" y="174"/>
                      <a:pt x="434" y="180"/>
                      <a:pt x="430" y="184"/>
                    </a:cubicBezTo>
                    <a:lnTo>
                      <a:pt x="263" y="351"/>
                    </a:lnTo>
                    <a:cubicBezTo>
                      <a:pt x="261" y="353"/>
                      <a:pt x="259" y="354"/>
                      <a:pt x="256" y="354"/>
                    </a:cubicBezTo>
                    <a:cubicBezTo>
                      <a:pt x="254" y="354"/>
                      <a:pt x="251" y="353"/>
                      <a:pt x="249" y="351"/>
                    </a:cubicBezTo>
                    <a:lnTo>
                      <a:pt x="244" y="347"/>
                    </a:lnTo>
                    <a:lnTo>
                      <a:pt x="211" y="380"/>
                    </a:lnTo>
                    <a:cubicBezTo>
                      <a:pt x="208" y="384"/>
                      <a:pt x="201" y="384"/>
                      <a:pt x="198" y="380"/>
                    </a:cubicBezTo>
                    <a:lnTo>
                      <a:pt x="3" y="185"/>
                    </a:lnTo>
                    <a:cubicBezTo>
                      <a:pt x="1" y="183"/>
                      <a:pt x="0" y="181"/>
                      <a:pt x="0" y="1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1" name="Freeform 100"/>
              <p:cNvSpPr>
                <a:spLocks noEditPoints="1"/>
              </p:cNvSpPr>
              <p:nvPr/>
            </p:nvSpPr>
            <p:spPr bwMode="auto">
              <a:xfrm>
                <a:off x="10448" y="2314"/>
                <a:ext cx="112" cy="112"/>
              </a:xfrm>
              <a:custGeom>
                <a:avLst/>
                <a:gdLst>
                  <a:gd name="T0" fmla="*/ 253 w 424"/>
                  <a:gd name="T1" fmla="*/ 24 h 422"/>
                  <a:gd name="T2" fmla="*/ 24 w 424"/>
                  <a:gd name="T3" fmla="*/ 253 h 422"/>
                  <a:gd name="T4" fmla="*/ 170 w 424"/>
                  <a:gd name="T5" fmla="*/ 399 h 422"/>
                  <a:gd name="T6" fmla="*/ 399 w 424"/>
                  <a:gd name="T7" fmla="*/ 170 h 422"/>
                  <a:gd name="T8" fmla="*/ 253 w 424"/>
                  <a:gd name="T9" fmla="*/ 24 h 422"/>
                  <a:gd name="T10" fmla="*/ 0 w 424"/>
                  <a:gd name="T11" fmla="*/ 253 h 422"/>
                  <a:gd name="T12" fmla="*/ 3 w 424"/>
                  <a:gd name="T13" fmla="*/ 246 h 422"/>
                  <a:gd name="T14" fmla="*/ 246 w 424"/>
                  <a:gd name="T15" fmla="*/ 3 h 422"/>
                  <a:gd name="T16" fmla="*/ 253 w 424"/>
                  <a:gd name="T17" fmla="*/ 0 h 422"/>
                  <a:gd name="T18" fmla="*/ 260 w 424"/>
                  <a:gd name="T19" fmla="*/ 3 h 422"/>
                  <a:gd name="T20" fmla="*/ 420 w 424"/>
                  <a:gd name="T21" fmla="*/ 163 h 422"/>
                  <a:gd name="T22" fmla="*/ 420 w 424"/>
                  <a:gd name="T23" fmla="*/ 177 h 422"/>
                  <a:gd name="T24" fmla="*/ 177 w 424"/>
                  <a:gd name="T25" fmla="*/ 419 h 422"/>
                  <a:gd name="T26" fmla="*/ 170 w 424"/>
                  <a:gd name="T27" fmla="*/ 422 h 422"/>
                  <a:gd name="T28" fmla="*/ 163 w 424"/>
                  <a:gd name="T29" fmla="*/ 419 h 422"/>
                  <a:gd name="T30" fmla="*/ 3 w 424"/>
                  <a:gd name="T31" fmla="*/ 260 h 422"/>
                  <a:gd name="T32" fmla="*/ 0 w 424"/>
                  <a:gd name="T33" fmla="*/ 253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24" h="422">
                    <a:moveTo>
                      <a:pt x="253" y="24"/>
                    </a:moveTo>
                    <a:lnTo>
                      <a:pt x="24" y="253"/>
                    </a:lnTo>
                    <a:lnTo>
                      <a:pt x="170" y="399"/>
                    </a:lnTo>
                    <a:lnTo>
                      <a:pt x="399" y="170"/>
                    </a:lnTo>
                    <a:lnTo>
                      <a:pt x="253" y="24"/>
                    </a:lnTo>
                    <a:close/>
                    <a:moveTo>
                      <a:pt x="0" y="253"/>
                    </a:moveTo>
                    <a:cubicBezTo>
                      <a:pt x="0" y="250"/>
                      <a:pt x="1" y="248"/>
                      <a:pt x="3" y="246"/>
                    </a:cubicBezTo>
                    <a:lnTo>
                      <a:pt x="246" y="3"/>
                    </a:lnTo>
                    <a:cubicBezTo>
                      <a:pt x="248" y="1"/>
                      <a:pt x="250" y="0"/>
                      <a:pt x="253" y="0"/>
                    </a:cubicBezTo>
                    <a:cubicBezTo>
                      <a:pt x="255" y="0"/>
                      <a:pt x="258" y="1"/>
                      <a:pt x="260" y="3"/>
                    </a:cubicBezTo>
                    <a:lnTo>
                      <a:pt x="420" y="163"/>
                    </a:lnTo>
                    <a:cubicBezTo>
                      <a:pt x="424" y="167"/>
                      <a:pt x="424" y="173"/>
                      <a:pt x="420" y="177"/>
                    </a:cubicBezTo>
                    <a:lnTo>
                      <a:pt x="177" y="419"/>
                    </a:lnTo>
                    <a:cubicBezTo>
                      <a:pt x="175" y="421"/>
                      <a:pt x="173" y="422"/>
                      <a:pt x="170" y="422"/>
                    </a:cubicBezTo>
                    <a:cubicBezTo>
                      <a:pt x="167" y="422"/>
                      <a:pt x="165" y="421"/>
                      <a:pt x="163" y="419"/>
                    </a:cubicBezTo>
                    <a:lnTo>
                      <a:pt x="3" y="260"/>
                    </a:lnTo>
                    <a:cubicBezTo>
                      <a:pt x="1" y="258"/>
                      <a:pt x="0" y="255"/>
                      <a:pt x="0" y="25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2" name="Freeform 101"/>
              <p:cNvSpPr>
                <a:spLocks noEditPoints="1"/>
              </p:cNvSpPr>
              <p:nvPr/>
            </p:nvSpPr>
            <p:spPr bwMode="auto">
              <a:xfrm>
                <a:off x="9842" y="2028"/>
                <a:ext cx="85" cy="102"/>
              </a:xfrm>
              <a:custGeom>
                <a:avLst/>
                <a:gdLst>
                  <a:gd name="T0" fmla="*/ 105 w 316"/>
                  <a:gd name="T1" fmla="*/ 25 h 382"/>
                  <a:gd name="T2" fmla="*/ 24 w 316"/>
                  <a:gd name="T3" fmla="*/ 80 h 382"/>
                  <a:gd name="T4" fmla="*/ 66 w 316"/>
                  <a:gd name="T5" fmla="*/ 141 h 382"/>
                  <a:gd name="T6" fmla="*/ 64 w 316"/>
                  <a:gd name="T7" fmla="*/ 155 h 382"/>
                  <a:gd name="T8" fmla="*/ 49 w 316"/>
                  <a:gd name="T9" fmla="*/ 166 h 382"/>
                  <a:gd name="T10" fmla="*/ 62 w 316"/>
                  <a:gd name="T11" fmla="*/ 183 h 382"/>
                  <a:gd name="T12" fmla="*/ 114 w 316"/>
                  <a:gd name="T13" fmla="*/ 145 h 382"/>
                  <a:gd name="T14" fmla="*/ 121 w 316"/>
                  <a:gd name="T15" fmla="*/ 143 h 382"/>
                  <a:gd name="T16" fmla="*/ 128 w 316"/>
                  <a:gd name="T17" fmla="*/ 147 h 382"/>
                  <a:gd name="T18" fmla="*/ 185 w 316"/>
                  <a:gd name="T19" fmla="*/ 231 h 382"/>
                  <a:gd name="T20" fmla="*/ 183 w 316"/>
                  <a:gd name="T21" fmla="*/ 244 h 382"/>
                  <a:gd name="T22" fmla="*/ 129 w 316"/>
                  <a:gd name="T23" fmla="*/ 284 h 382"/>
                  <a:gd name="T24" fmla="*/ 142 w 316"/>
                  <a:gd name="T25" fmla="*/ 302 h 382"/>
                  <a:gd name="T26" fmla="*/ 153 w 316"/>
                  <a:gd name="T27" fmla="*/ 293 h 382"/>
                  <a:gd name="T28" fmla="*/ 161 w 316"/>
                  <a:gd name="T29" fmla="*/ 291 h 382"/>
                  <a:gd name="T30" fmla="*/ 167 w 316"/>
                  <a:gd name="T31" fmla="*/ 295 h 382"/>
                  <a:gd name="T32" fmla="*/ 210 w 316"/>
                  <a:gd name="T33" fmla="*/ 358 h 382"/>
                  <a:gd name="T34" fmla="*/ 291 w 316"/>
                  <a:gd name="T35" fmla="*/ 302 h 382"/>
                  <a:gd name="T36" fmla="*/ 247 w 316"/>
                  <a:gd name="T37" fmla="*/ 238 h 382"/>
                  <a:gd name="T38" fmla="*/ 245 w 316"/>
                  <a:gd name="T39" fmla="*/ 230 h 382"/>
                  <a:gd name="T40" fmla="*/ 249 w 316"/>
                  <a:gd name="T41" fmla="*/ 224 h 382"/>
                  <a:gd name="T42" fmla="*/ 284 w 316"/>
                  <a:gd name="T43" fmla="*/ 201 h 382"/>
                  <a:gd name="T44" fmla="*/ 193 w 316"/>
                  <a:gd name="T45" fmla="*/ 69 h 382"/>
                  <a:gd name="T46" fmla="*/ 163 w 316"/>
                  <a:gd name="T47" fmla="*/ 91 h 382"/>
                  <a:gd name="T48" fmla="*/ 156 w 316"/>
                  <a:gd name="T49" fmla="*/ 93 h 382"/>
                  <a:gd name="T50" fmla="*/ 149 w 316"/>
                  <a:gd name="T51" fmla="*/ 89 h 382"/>
                  <a:gd name="T52" fmla="*/ 105 w 316"/>
                  <a:gd name="T53" fmla="*/ 25 h 382"/>
                  <a:gd name="T54" fmla="*/ 0 w 316"/>
                  <a:gd name="T55" fmla="*/ 78 h 382"/>
                  <a:gd name="T56" fmla="*/ 1 w 316"/>
                  <a:gd name="T57" fmla="*/ 76 h 382"/>
                  <a:gd name="T58" fmla="*/ 5 w 316"/>
                  <a:gd name="T59" fmla="*/ 69 h 382"/>
                  <a:gd name="T60" fmla="*/ 102 w 316"/>
                  <a:gd name="T61" fmla="*/ 3 h 382"/>
                  <a:gd name="T62" fmla="*/ 115 w 316"/>
                  <a:gd name="T63" fmla="*/ 5 h 382"/>
                  <a:gd name="T64" fmla="*/ 160 w 316"/>
                  <a:gd name="T65" fmla="*/ 69 h 382"/>
                  <a:gd name="T66" fmla="*/ 190 w 316"/>
                  <a:gd name="T67" fmla="*/ 47 h 382"/>
                  <a:gd name="T68" fmla="*/ 197 w 316"/>
                  <a:gd name="T69" fmla="*/ 46 h 382"/>
                  <a:gd name="T70" fmla="*/ 204 w 316"/>
                  <a:gd name="T71" fmla="*/ 50 h 382"/>
                  <a:gd name="T72" fmla="*/ 305 w 316"/>
                  <a:gd name="T73" fmla="*/ 198 h 382"/>
                  <a:gd name="T74" fmla="*/ 307 w 316"/>
                  <a:gd name="T75" fmla="*/ 205 h 382"/>
                  <a:gd name="T76" fmla="*/ 303 w 316"/>
                  <a:gd name="T77" fmla="*/ 211 h 382"/>
                  <a:gd name="T78" fmla="*/ 269 w 316"/>
                  <a:gd name="T79" fmla="*/ 235 h 382"/>
                  <a:gd name="T80" fmla="*/ 313 w 316"/>
                  <a:gd name="T81" fmla="*/ 299 h 382"/>
                  <a:gd name="T82" fmla="*/ 310 w 316"/>
                  <a:gd name="T83" fmla="*/ 313 h 382"/>
                  <a:gd name="T84" fmla="*/ 213 w 316"/>
                  <a:gd name="T85" fmla="*/ 379 h 382"/>
                  <a:gd name="T86" fmla="*/ 206 w 316"/>
                  <a:gd name="T87" fmla="*/ 381 h 382"/>
                  <a:gd name="T88" fmla="*/ 200 w 316"/>
                  <a:gd name="T89" fmla="*/ 377 h 382"/>
                  <a:gd name="T90" fmla="*/ 157 w 316"/>
                  <a:gd name="T91" fmla="*/ 315 h 382"/>
                  <a:gd name="T92" fmla="*/ 145 w 316"/>
                  <a:gd name="T93" fmla="*/ 323 h 382"/>
                  <a:gd name="T94" fmla="*/ 138 w 316"/>
                  <a:gd name="T95" fmla="*/ 325 h 382"/>
                  <a:gd name="T96" fmla="*/ 132 w 316"/>
                  <a:gd name="T97" fmla="*/ 321 h 382"/>
                  <a:gd name="T98" fmla="*/ 107 w 316"/>
                  <a:gd name="T99" fmla="*/ 288 h 382"/>
                  <a:gd name="T100" fmla="*/ 105 w 316"/>
                  <a:gd name="T101" fmla="*/ 281 h 382"/>
                  <a:gd name="T102" fmla="*/ 109 w 316"/>
                  <a:gd name="T103" fmla="*/ 274 h 382"/>
                  <a:gd name="T104" fmla="*/ 164 w 316"/>
                  <a:gd name="T105" fmla="*/ 234 h 382"/>
                  <a:gd name="T106" fmla="*/ 117 w 316"/>
                  <a:gd name="T107" fmla="*/ 167 h 382"/>
                  <a:gd name="T108" fmla="*/ 66 w 316"/>
                  <a:gd name="T109" fmla="*/ 205 h 382"/>
                  <a:gd name="T110" fmla="*/ 52 w 316"/>
                  <a:gd name="T111" fmla="*/ 203 h 382"/>
                  <a:gd name="T112" fmla="*/ 27 w 316"/>
                  <a:gd name="T113" fmla="*/ 170 h 382"/>
                  <a:gd name="T114" fmla="*/ 26 w 316"/>
                  <a:gd name="T115" fmla="*/ 162 h 382"/>
                  <a:gd name="T116" fmla="*/ 29 w 316"/>
                  <a:gd name="T117" fmla="*/ 156 h 382"/>
                  <a:gd name="T118" fmla="*/ 45 w 316"/>
                  <a:gd name="T119" fmla="*/ 145 h 382"/>
                  <a:gd name="T120" fmla="*/ 2 w 316"/>
                  <a:gd name="T121" fmla="*/ 83 h 382"/>
                  <a:gd name="T122" fmla="*/ 0 w 316"/>
                  <a:gd name="T123" fmla="*/ 78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6" h="382">
                    <a:moveTo>
                      <a:pt x="105" y="25"/>
                    </a:moveTo>
                    <a:lnTo>
                      <a:pt x="24" y="80"/>
                    </a:lnTo>
                    <a:lnTo>
                      <a:pt x="66" y="141"/>
                    </a:lnTo>
                    <a:cubicBezTo>
                      <a:pt x="69" y="146"/>
                      <a:pt x="68" y="152"/>
                      <a:pt x="64" y="155"/>
                    </a:cubicBezTo>
                    <a:lnTo>
                      <a:pt x="49" y="166"/>
                    </a:lnTo>
                    <a:lnTo>
                      <a:pt x="62" y="183"/>
                    </a:lnTo>
                    <a:lnTo>
                      <a:pt x="114" y="145"/>
                    </a:lnTo>
                    <a:cubicBezTo>
                      <a:pt x="116" y="144"/>
                      <a:pt x="119" y="143"/>
                      <a:pt x="121" y="143"/>
                    </a:cubicBezTo>
                    <a:cubicBezTo>
                      <a:pt x="124" y="144"/>
                      <a:pt x="126" y="145"/>
                      <a:pt x="128" y="147"/>
                    </a:cubicBezTo>
                    <a:lnTo>
                      <a:pt x="185" y="231"/>
                    </a:lnTo>
                    <a:cubicBezTo>
                      <a:pt x="188" y="235"/>
                      <a:pt x="187" y="241"/>
                      <a:pt x="183" y="244"/>
                    </a:cubicBezTo>
                    <a:lnTo>
                      <a:pt x="129" y="284"/>
                    </a:lnTo>
                    <a:lnTo>
                      <a:pt x="142" y="302"/>
                    </a:lnTo>
                    <a:lnTo>
                      <a:pt x="153" y="293"/>
                    </a:lnTo>
                    <a:cubicBezTo>
                      <a:pt x="156" y="291"/>
                      <a:pt x="158" y="291"/>
                      <a:pt x="161" y="291"/>
                    </a:cubicBezTo>
                    <a:cubicBezTo>
                      <a:pt x="164" y="291"/>
                      <a:pt x="166" y="293"/>
                      <a:pt x="167" y="295"/>
                    </a:cubicBezTo>
                    <a:lnTo>
                      <a:pt x="210" y="358"/>
                    </a:lnTo>
                    <a:lnTo>
                      <a:pt x="291" y="302"/>
                    </a:lnTo>
                    <a:lnTo>
                      <a:pt x="247" y="238"/>
                    </a:lnTo>
                    <a:cubicBezTo>
                      <a:pt x="245" y="236"/>
                      <a:pt x="245" y="233"/>
                      <a:pt x="245" y="230"/>
                    </a:cubicBezTo>
                    <a:cubicBezTo>
                      <a:pt x="246" y="228"/>
                      <a:pt x="247" y="226"/>
                      <a:pt x="249" y="224"/>
                    </a:cubicBezTo>
                    <a:lnTo>
                      <a:pt x="284" y="201"/>
                    </a:lnTo>
                    <a:lnTo>
                      <a:pt x="193" y="69"/>
                    </a:lnTo>
                    <a:lnTo>
                      <a:pt x="163" y="91"/>
                    </a:lnTo>
                    <a:cubicBezTo>
                      <a:pt x="161" y="93"/>
                      <a:pt x="158" y="93"/>
                      <a:pt x="156" y="93"/>
                    </a:cubicBezTo>
                    <a:cubicBezTo>
                      <a:pt x="153" y="93"/>
                      <a:pt x="151" y="91"/>
                      <a:pt x="149" y="89"/>
                    </a:cubicBezTo>
                    <a:lnTo>
                      <a:pt x="105" y="25"/>
                    </a:lnTo>
                    <a:close/>
                    <a:moveTo>
                      <a:pt x="0" y="78"/>
                    </a:moveTo>
                    <a:cubicBezTo>
                      <a:pt x="0" y="77"/>
                      <a:pt x="1" y="76"/>
                      <a:pt x="1" y="76"/>
                    </a:cubicBezTo>
                    <a:cubicBezTo>
                      <a:pt x="1" y="73"/>
                      <a:pt x="3" y="71"/>
                      <a:pt x="5" y="69"/>
                    </a:cubicBezTo>
                    <a:lnTo>
                      <a:pt x="102" y="3"/>
                    </a:lnTo>
                    <a:cubicBezTo>
                      <a:pt x="106" y="0"/>
                      <a:pt x="112" y="1"/>
                      <a:pt x="115" y="5"/>
                    </a:cubicBezTo>
                    <a:lnTo>
                      <a:pt x="160" y="69"/>
                    </a:lnTo>
                    <a:lnTo>
                      <a:pt x="190" y="47"/>
                    </a:lnTo>
                    <a:cubicBezTo>
                      <a:pt x="192" y="46"/>
                      <a:pt x="194" y="45"/>
                      <a:pt x="197" y="46"/>
                    </a:cubicBezTo>
                    <a:cubicBezTo>
                      <a:pt x="200" y="46"/>
                      <a:pt x="202" y="48"/>
                      <a:pt x="204" y="50"/>
                    </a:cubicBezTo>
                    <a:lnTo>
                      <a:pt x="305" y="198"/>
                    </a:lnTo>
                    <a:cubicBezTo>
                      <a:pt x="307" y="200"/>
                      <a:pt x="307" y="202"/>
                      <a:pt x="307" y="205"/>
                    </a:cubicBezTo>
                    <a:cubicBezTo>
                      <a:pt x="306" y="208"/>
                      <a:pt x="305" y="210"/>
                      <a:pt x="303" y="211"/>
                    </a:cubicBezTo>
                    <a:lnTo>
                      <a:pt x="269" y="235"/>
                    </a:lnTo>
                    <a:lnTo>
                      <a:pt x="313" y="299"/>
                    </a:lnTo>
                    <a:cubicBezTo>
                      <a:pt x="316" y="303"/>
                      <a:pt x="315" y="309"/>
                      <a:pt x="310" y="313"/>
                    </a:cubicBezTo>
                    <a:lnTo>
                      <a:pt x="213" y="379"/>
                    </a:lnTo>
                    <a:cubicBezTo>
                      <a:pt x="211" y="381"/>
                      <a:pt x="209" y="382"/>
                      <a:pt x="206" y="381"/>
                    </a:cubicBezTo>
                    <a:cubicBezTo>
                      <a:pt x="203" y="381"/>
                      <a:pt x="201" y="379"/>
                      <a:pt x="200" y="377"/>
                    </a:cubicBezTo>
                    <a:lnTo>
                      <a:pt x="157" y="315"/>
                    </a:lnTo>
                    <a:lnTo>
                      <a:pt x="145" y="323"/>
                    </a:lnTo>
                    <a:cubicBezTo>
                      <a:pt x="143" y="325"/>
                      <a:pt x="141" y="326"/>
                      <a:pt x="138" y="325"/>
                    </a:cubicBezTo>
                    <a:cubicBezTo>
                      <a:pt x="135" y="325"/>
                      <a:pt x="133" y="323"/>
                      <a:pt x="132" y="321"/>
                    </a:cubicBezTo>
                    <a:lnTo>
                      <a:pt x="107" y="288"/>
                    </a:lnTo>
                    <a:cubicBezTo>
                      <a:pt x="105" y="286"/>
                      <a:pt x="105" y="283"/>
                      <a:pt x="105" y="281"/>
                    </a:cubicBezTo>
                    <a:cubicBezTo>
                      <a:pt x="106" y="278"/>
                      <a:pt x="107" y="276"/>
                      <a:pt x="109" y="274"/>
                    </a:cubicBezTo>
                    <a:lnTo>
                      <a:pt x="164" y="234"/>
                    </a:lnTo>
                    <a:lnTo>
                      <a:pt x="117" y="167"/>
                    </a:lnTo>
                    <a:lnTo>
                      <a:pt x="66" y="205"/>
                    </a:lnTo>
                    <a:cubicBezTo>
                      <a:pt x="61" y="208"/>
                      <a:pt x="55" y="207"/>
                      <a:pt x="52" y="203"/>
                    </a:cubicBezTo>
                    <a:lnTo>
                      <a:pt x="27" y="170"/>
                    </a:lnTo>
                    <a:cubicBezTo>
                      <a:pt x="26" y="168"/>
                      <a:pt x="25" y="165"/>
                      <a:pt x="26" y="162"/>
                    </a:cubicBezTo>
                    <a:cubicBezTo>
                      <a:pt x="26" y="160"/>
                      <a:pt x="27" y="158"/>
                      <a:pt x="29" y="156"/>
                    </a:cubicBezTo>
                    <a:lnTo>
                      <a:pt x="45" y="145"/>
                    </a:lnTo>
                    <a:lnTo>
                      <a:pt x="2" y="83"/>
                    </a:lnTo>
                    <a:cubicBezTo>
                      <a:pt x="1" y="82"/>
                      <a:pt x="0" y="80"/>
                      <a:pt x="0" y="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3" name="Freeform 102"/>
              <p:cNvSpPr>
                <a:spLocks noEditPoints="1"/>
              </p:cNvSpPr>
              <p:nvPr/>
            </p:nvSpPr>
            <p:spPr bwMode="auto">
              <a:xfrm>
                <a:off x="9914" y="2137"/>
                <a:ext cx="84" cy="101"/>
              </a:xfrm>
              <a:custGeom>
                <a:avLst/>
                <a:gdLst>
                  <a:gd name="T0" fmla="*/ 104 w 315"/>
                  <a:gd name="T1" fmla="*/ 23 h 380"/>
                  <a:gd name="T2" fmla="*/ 24 w 315"/>
                  <a:gd name="T3" fmla="*/ 79 h 380"/>
                  <a:gd name="T4" fmla="*/ 66 w 315"/>
                  <a:gd name="T5" fmla="*/ 140 h 380"/>
                  <a:gd name="T6" fmla="*/ 64 w 315"/>
                  <a:gd name="T7" fmla="*/ 154 h 380"/>
                  <a:gd name="T8" fmla="*/ 49 w 315"/>
                  <a:gd name="T9" fmla="*/ 165 h 380"/>
                  <a:gd name="T10" fmla="*/ 62 w 315"/>
                  <a:gd name="T11" fmla="*/ 182 h 380"/>
                  <a:gd name="T12" fmla="*/ 114 w 315"/>
                  <a:gd name="T13" fmla="*/ 144 h 380"/>
                  <a:gd name="T14" fmla="*/ 121 w 315"/>
                  <a:gd name="T15" fmla="*/ 142 h 380"/>
                  <a:gd name="T16" fmla="*/ 128 w 315"/>
                  <a:gd name="T17" fmla="*/ 146 h 380"/>
                  <a:gd name="T18" fmla="*/ 185 w 315"/>
                  <a:gd name="T19" fmla="*/ 229 h 380"/>
                  <a:gd name="T20" fmla="*/ 183 w 315"/>
                  <a:gd name="T21" fmla="*/ 243 h 380"/>
                  <a:gd name="T22" fmla="*/ 128 w 315"/>
                  <a:gd name="T23" fmla="*/ 283 h 380"/>
                  <a:gd name="T24" fmla="*/ 141 w 315"/>
                  <a:gd name="T25" fmla="*/ 301 h 380"/>
                  <a:gd name="T26" fmla="*/ 153 w 315"/>
                  <a:gd name="T27" fmla="*/ 292 h 380"/>
                  <a:gd name="T28" fmla="*/ 161 w 315"/>
                  <a:gd name="T29" fmla="*/ 290 h 380"/>
                  <a:gd name="T30" fmla="*/ 167 w 315"/>
                  <a:gd name="T31" fmla="*/ 294 h 380"/>
                  <a:gd name="T32" fmla="*/ 210 w 315"/>
                  <a:gd name="T33" fmla="*/ 356 h 380"/>
                  <a:gd name="T34" fmla="*/ 291 w 315"/>
                  <a:gd name="T35" fmla="*/ 301 h 380"/>
                  <a:gd name="T36" fmla="*/ 247 w 315"/>
                  <a:gd name="T37" fmla="*/ 237 h 380"/>
                  <a:gd name="T38" fmla="*/ 249 w 315"/>
                  <a:gd name="T39" fmla="*/ 223 h 380"/>
                  <a:gd name="T40" fmla="*/ 283 w 315"/>
                  <a:gd name="T41" fmla="*/ 199 h 380"/>
                  <a:gd name="T42" fmla="*/ 192 w 315"/>
                  <a:gd name="T43" fmla="*/ 68 h 380"/>
                  <a:gd name="T44" fmla="*/ 163 w 315"/>
                  <a:gd name="T45" fmla="*/ 90 h 380"/>
                  <a:gd name="T46" fmla="*/ 155 w 315"/>
                  <a:gd name="T47" fmla="*/ 92 h 380"/>
                  <a:gd name="T48" fmla="*/ 149 w 315"/>
                  <a:gd name="T49" fmla="*/ 88 h 380"/>
                  <a:gd name="T50" fmla="*/ 104 w 315"/>
                  <a:gd name="T51" fmla="*/ 23 h 380"/>
                  <a:gd name="T52" fmla="*/ 0 w 315"/>
                  <a:gd name="T53" fmla="*/ 77 h 380"/>
                  <a:gd name="T54" fmla="*/ 0 w 315"/>
                  <a:gd name="T55" fmla="*/ 75 h 380"/>
                  <a:gd name="T56" fmla="*/ 4 w 315"/>
                  <a:gd name="T57" fmla="*/ 69 h 380"/>
                  <a:gd name="T58" fmla="*/ 101 w 315"/>
                  <a:gd name="T59" fmla="*/ 2 h 380"/>
                  <a:gd name="T60" fmla="*/ 109 w 315"/>
                  <a:gd name="T61" fmla="*/ 0 h 380"/>
                  <a:gd name="T62" fmla="*/ 115 w 315"/>
                  <a:gd name="T63" fmla="*/ 4 h 380"/>
                  <a:gd name="T64" fmla="*/ 159 w 315"/>
                  <a:gd name="T65" fmla="*/ 68 h 380"/>
                  <a:gd name="T66" fmla="*/ 189 w 315"/>
                  <a:gd name="T67" fmla="*/ 46 h 380"/>
                  <a:gd name="T68" fmla="*/ 196 w 315"/>
                  <a:gd name="T69" fmla="*/ 45 h 380"/>
                  <a:gd name="T70" fmla="*/ 203 w 315"/>
                  <a:gd name="T71" fmla="*/ 49 h 380"/>
                  <a:gd name="T72" fmla="*/ 305 w 315"/>
                  <a:gd name="T73" fmla="*/ 196 h 380"/>
                  <a:gd name="T74" fmla="*/ 303 w 315"/>
                  <a:gd name="T75" fmla="*/ 210 h 380"/>
                  <a:gd name="T76" fmla="*/ 268 w 315"/>
                  <a:gd name="T77" fmla="*/ 234 h 380"/>
                  <a:gd name="T78" fmla="*/ 313 w 315"/>
                  <a:gd name="T79" fmla="*/ 298 h 380"/>
                  <a:gd name="T80" fmla="*/ 314 w 315"/>
                  <a:gd name="T81" fmla="*/ 305 h 380"/>
                  <a:gd name="T82" fmla="*/ 310 w 315"/>
                  <a:gd name="T83" fmla="*/ 311 h 380"/>
                  <a:gd name="T84" fmla="*/ 213 w 315"/>
                  <a:gd name="T85" fmla="*/ 378 h 380"/>
                  <a:gd name="T86" fmla="*/ 206 w 315"/>
                  <a:gd name="T87" fmla="*/ 380 h 380"/>
                  <a:gd name="T88" fmla="*/ 199 w 315"/>
                  <a:gd name="T89" fmla="*/ 375 h 380"/>
                  <a:gd name="T90" fmla="*/ 157 w 315"/>
                  <a:gd name="T91" fmla="*/ 314 h 380"/>
                  <a:gd name="T92" fmla="*/ 145 w 315"/>
                  <a:gd name="T93" fmla="*/ 322 h 380"/>
                  <a:gd name="T94" fmla="*/ 131 w 315"/>
                  <a:gd name="T95" fmla="*/ 320 h 380"/>
                  <a:gd name="T96" fmla="*/ 107 w 315"/>
                  <a:gd name="T97" fmla="*/ 287 h 380"/>
                  <a:gd name="T98" fmla="*/ 109 w 315"/>
                  <a:gd name="T99" fmla="*/ 273 h 380"/>
                  <a:gd name="T100" fmla="*/ 163 w 315"/>
                  <a:gd name="T101" fmla="*/ 233 h 380"/>
                  <a:gd name="T102" fmla="*/ 117 w 315"/>
                  <a:gd name="T103" fmla="*/ 166 h 380"/>
                  <a:gd name="T104" fmla="*/ 65 w 315"/>
                  <a:gd name="T105" fmla="*/ 204 h 380"/>
                  <a:gd name="T106" fmla="*/ 58 w 315"/>
                  <a:gd name="T107" fmla="*/ 206 h 380"/>
                  <a:gd name="T108" fmla="*/ 52 w 315"/>
                  <a:gd name="T109" fmla="*/ 202 h 380"/>
                  <a:gd name="T110" fmla="*/ 27 w 315"/>
                  <a:gd name="T111" fmla="*/ 168 h 380"/>
                  <a:gd name="T112" fmla="*/ 29 w 315"/>
                  <a:gd name="T113" fmla="*/ 155 h 380"/>
                  <a:gd name="T114" fmla="*/ 44 w 315"/>
                  <a:gd name="T115" fmla="*/ 143 h 380"/>
                  <a:gd name="T116" fmla="*/ 2 w 315"/>
                  <a:gd name="T117" fmla="*/ 82 h 380"/>
                  <a:gd name="T118" fmla="*/ 0 w 315"/>
                  <a:gd name="T119" fmla="*/ 77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15" h="380">
                    <a:moveTo>
                      <a:pt x="104" y="23"/>
                    </a:moveTo>
                    <a:lnTo>
                      <a:pt x="24" y="79"/>
                    </a:lnTo>
                    <a:lnTo>
                      <a:pt x="66" y="140"/>
                    </a:lnTo>
                    <a:cubicBezTo>
                      <a:pt x="69" y="144"/>
                      <a:pt x="68" y="150"/>
                      <a:pt x="64" y="154"/>
                    </a:cubicBezTo>
                    <a:lnTo>
                      <a:pt x="49" y="165"/>
                    </a:lnTo>
                    <a:lnTo>
                      <a:pt x="62" y="182"/>
                    </a:lnTo>
                    <a:lnTo>
                      <a:pt x="114" y="144"/>
                    </a:lnTo>
                    <a:cubicBezTo>
                      <a:pt x="116" y="142"/>
                      <a:pt x="118" y="141"/>
                      <a:pt x="121" y="142"/>
                    </a:cubicBezTo>
                    <a:cubicBezTo>
                      <a:pt x="124" y="142"/>
                      <a:pt x="126" y="144"/>
                      <a:pt x="128" y="146"/>
                    </a:cubicBezTo>
                    <a:lnTo>
                      <a:pt x="185" y="229"/>
                    </a:lnTo>
                    <a:cubicBezTo>
                      <a:pt x="188" y="234"/>
                      <a:pt x="187" y="240"/>
                      <a:pt x="183" y="243"/>
                    </a:cubicBezTo>
                    <a:lnTo>
                      <a:pt x="128" y="283"/>
                    </a:lnTo>
                    <a:lnTo>
                      <a:pt x="141" y="301"/>
                    </a:lnTo>
                    <a:lnTo>
                      <a:pt x="153" y="292"/>
                    </a:lnTo>
                    <a:cubicBezTo>
                      <a:pt x="156" y="290"/>
                      <a:pt x="158" y="289"/>
                      <a:pt x="161" y="290"/>
                    </a:cubicBezTo>
                    <a:cubicBezTo>
                      <a:pt x="164" y="290"/>
                      <a:pt x="166" y="292"/>
                      <a:pt x="167" y="294"/>
                    </a:cubicBezTo>
                    <a:lnTo>
                      <a:pt x="210" y="356"/>
                    </a:lnTo>
                    <a:lnTo>
                      <a:pt x="291" y="301"/>
                    </a:lnTo>
                    <a:lnTo>
                      <a:pt x="247" y="237"/>
                    </a:lnTo>
                    <a:cubicBezTo>
                      <a:pt x="244" y="232"/>
                      <a:pt x="245" y="226"/>
                      <a:pt x="249" y="223"/>
                    </a:cubicBezTo>
                    <a:lnTo>
                      <a:pt x="283" y="199"/>
                    </a:lnTo>
                    <a:lnTo>
                      <a:pt x="192" y="68"/>
                    </a:lnTo>
                    <a:lnTo>
                      <a:pt x="163" y="90"/>
                    </a:lnTo>
                    <a:cubicBezTo>
                      <a:pt x="161" y="92"/>
                      <a:pt x="158" y="93"/>
                      <a:pt x="155" y="92"/>
                    </a:cubicBezTo>
                    <a:cubicBezTo>
                      <a:pt x="153" y="92"/>
                      <a:pt x="150" y="90"/>
                      <a:pt x="149" y="88"/>
                    </a:cubicBezTo>
                    <a:lnTo>
                      <a:pt x="104" y="23"/>
                    </a:lnTo>
                    <a:close/>
                    <a:moveTo>
                      <a:pt x="0" y="77"/>
                    </a:moveTo>
                    <a:cubicBezTo>
                      <a:pt x="0" y="76"/>
                      <a:pt x="0" y="76"/>
                      <a:pt x="0" y="75"/>
                    </a:cubicBezTo>
                    <a:cubicBezTo>
                      <a:pt x="1" y="72"/>
                      <a:pt x="2" y="70"/>
                      <a:pt x="4" y="69"/>
                    </a:cubicBezTo>
                    <a:lnTo>
                      <a:pt x="101" y="2"/>
                    </a:lnTo>
                    <a:cubicBezTo>
                      <a:pt x="103" y="0"/>
                      <a:pt x="106" y="0"/>
                      <a:pt x="109" y="0"/>
                    </a:cubicBezTo>
                    <a:cubicBezTo>
                      <a:pt x="111" y="1"/>
                      <a:pt x="113" y="2"/>
                      <a:pt x="115" y="4"/>
                    </a:cubicBezTo>
                    <a:lnTo>
                      <a:pt x="159" y="68"/>
                    </a:lnTo>
                    <a:lnTo>
                      <a:pt x="189" y="46"/>
                    </a:lnTo>
                    <a:cubicBezTo>
                      <a:pt x="191" y="45"/>
                      <a:pt x="194" y="44"/>
                      <a:pt x="196" y="45"/>
                    </a:cubicBezTo>
                    <a:cubicBezTo>
                      <a:pt x="199" y="45"/>
                      <a:pt x="201" y="46"/>
                      <a:pt x="203" y="49"/>
                    </a:cubicBezTo>
                    <a:lnTo>
                      <a:pt x="305" y="196"/>
                    </a:lnTo>
                    <a:cubicBezTo>
                      <a:pt x="308" y="201"/>
                      <a:pt x="307" y="207"/>
                      <a:pt x="303" y="210"/>
                    </a:cubicBezTo>
                    <a:lnTo>
                      <a:pt x="268" y="234"/>
                    </a:lnTo>
                    <a:lnTo>
                      <a:pt x="313" y="298"/>
                    </a:lnTo>
                    <a:cubicBezTo>
                      <a:pt x="314" y="300"/>
                      <a:pt x="315" y="302"/>
                      <a:pt x="314" y="305"/>
                    </a:cubicBezTo>
                    <a:cubicBezTo>
                      <a:pt x="314" y="308"/>
                      <a:pt x="312" y="310"/>
                      <a:pt x="310" y="311"/>
                    </a:cubicBezTo>
                    <a:lnTo>
                      <a:pt x="213" y="378"/>
                    </a:lnTo>
                    <a:cubicBezTo>
                      <a:pt x="211" y="380"/>
                      <a:pt x="208" y="380"/>
                      <a:pt x="206" y="380"/>
                    </a:cubicBezTo>
                    <a:cubicBezTo>
                      <a:pt x="203" y="379"/>
                      <a:pt x="201" y="378"/>
                      <a:pt x="199" y="375"/>
                    </a:cubicBezTo>
                    <a:lnTo>
                      <a:pt x="157" y="314"/>
                    </a:lnTo>
                    <a:lnTo>
                      <a:pt x="145" y="322"/>
                    </a:lnTo>
                    <a:cubicBezTo>
                      <a:pt x="140" y="325"/>
                      <a:pt x="134" y="324"/>
                      <a:pt x="131" y="320"/>
                    </a:cubicBezTo>
                    <a:lnTo>
                      <a:pt x="107" y="287"/>
                    </a:lnTo>
                    <a:cubicBezTo>
                      <a:pt x="103" y="283"/>
                      <a:pt x="104" y="277"/>
                      <a:pt x="109" y="273"/>
                    </a:cubicBezTo>
                    <a:lnTo>
                      <a:pt x="163" y="233"/>
                    </a:lnTo>
                    <a:lnTo>
                      <a:pt x="117" y="166"/>
                    </a:lnTo>
                    <a:lnTo>
                      <a:pt x="65" y="204"/>
                    </a:lnTo>
                    <a:cubicBezTo>
                      <a:pt x="63" y="205"/>
                      <a:pt x="61" y="206"/>
                      <a:pt x="58" y="206"/>
                    </a:cubicBezTo>
                    <a:cubicBezTo>
                      <a:pt x="56" y="205"/>
                      <a:pt x="53" y="204"/>
                      <a:pt x="52" y="202"/>
                    </a:cubicBezTo>
                    <a:lnTo>
                      <a:pt x="27" y="168"/>
                    </a:lnTo>
                    <a:cubicBezTo>
                      <a:pt x="24" y="164"/>
                      <a:pt x="25" y="158"/>
                      <a:pt x="29" y="155"/>
                    </a:cubicBezTo>
                    <a:lnTo>
                      <a:pt x="44" y="143"/>
                    </a:lnTo>
                    <a:lnTo>
                      <a:pt x="2" y="82"/>
                    </a:lnTo>
                    <a:cubicBezTo>
                      <a:pt x="1" y="81"/>
                      <a:pt x="0" y="79"/>
                      <a:pt x="0" y="7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4" name="Freeform 103"/>
              <p:cNvSpPr>
                <a:spLocks noEditPoints="1"/>
              </p:cNvSpPr>
              <p:nvPr/>
            </p:nvSpPr>
            <p:spPr bwMode="auto">
              <a:xfrm>
                <a:off x="9920" y="1901"/>
                <a:ext cx="84" cy="101"/>
              </a:xfrm>
              <a:custGeom>
                <a:avLst/>
                <a:gdLst>
                  <a:gd name="T0" fmla="*/ 104 w 315"/>
                  <a:gd name="T1" fmla="*/ 25 h 381"/>
                  <a:gd name="T2" fmla="*/ 24 w 315"/>
                  <a:gd name="T3" fmla="*/ 80 h 381"/>
                  <a:gd name="T4" fmla="*/ 66 w 315"/>
                  <a:gd name="T5" fmla="*/ 142 h 381"/>
                  <a:gd name="T6" fmla="*/ 64 w 315"/>
                  <a:gd name="T7" fmla="*/ 155 h 381"/>
                  <a:gd name="T8" fmla="*/ 49 w 315"/>
                  <a:gd name="T9" fmla="*/ 166 h 381"/>
                  <a:gd name="T10" fmla="*/ 62 w 315"/>
                  <a:gd name="T11" fmla="*/ 183 h 381"/>
                  <a:gd name="T12" fmla="*/ 114 w 315"/>
                  <a:gd name="T13" fmla="*/ 145 h 381"/>
                  <a:gd name="T14" fmla="*/ 121 w 315"/>
                  <a:gd name="T15" fmla="*/ 143 h 381"/>
                  <a:gd name="T16" fmla="*/ 128 w 315"/>
                  <a:gd name="T17" fmla="*/ 147 h 381"/>
                  <a:gd name="T18" fmla="*/ 185 w 315"/>
                  <a:gd name="T19" fmla="*/ 231 h 381"/>
                  <a:gd name="T20" fmla="*/ 183 w 315"/>
                  <a:gd name="T21" fmla="*/ 244 h 381"/>
                  <a:gd name="T22" fmla="*/ 129 w 315"/>
                  <a:gd name="T23" fmla="*/ 285 h 381"/>
                  <a:gd name="T24" fmla="*/ 141 w 315"/>
                  <a:gd name="T25" fmla="*/ 302 h 381"/>
                  <a:gd name="T26" fmla="*/ 153 w 315"/>
                  <a:gd name="T27" fmla="*/ 293 h 381"/>
                  <a:gd name="T28" fmla="*/ 161 w 315"/>
                  <a:gd name="T29" fmla="*/ 291 h 381"/>
                  <a:gd name="T30" fmla="*/ 167 w 315"/>
                  <a:gd name="T31" fmla="*/ 295 h 381"/>
                  <a:gd name="T32" fmla="*/ 210 w 315"/>
                  <a:gd name="T33" fmla="*/ 358 h 381"/>
                  <a:gd name="T34" fmla="*/ 291 w 315"/>
                  <a:gd name="T35" fmla="*/ 302 h 381"/>
                  <a:gd name="T36" fmla="*/ 247 w 315"/>
                  <a:gd name="T37" fmla="*/ 238 h 381"/>
                  <a:gd name="T38" fmla="*/ 245 w 315"/>
                  <a:gd name="T39" fmla="*/ 230 h 381"/>
                  <a:gd name="T40" fmla="*/ 249 w 315"/>
                  <a:gd name="T41" fmla="*/ 224 h 381"/>
                  <a:gd name="T42" fmla="*/ 284 w 315"/>
                  <a:gd name="T43" fmla="*/ 201 h 381"/>
                  <a:gd name="T44" fmla="*/ 193 w 315"/>
                  <a:gd name="T45" fmla="*/ 69 h 381"/>
                  <a:gd name="T46" fmla="*/ 163 w 315"/>
                  <a:gd name="T47" fmla="*/ 91 h 381"/>
                  <a:gd name="T48" fmla="*/ 155 w 315"/>
                  <a:gd name="T49" fmla="*/ 93 h 381"/>
                  <a:gd name="T50" fmla="*/ 149 w 315"/>
                  <a:gd name="T51" fmla="*/ 89 h 381"/>
                  <a:gd name="T52" fmla="*/ 104 w 315"/>
                  <a:gd name="T53" fmla="*/ 25 h 381"/>
                  <a:gd name="T54" fmla="*/ 0 w 315"/>
                  <a:gd name="T55" fmla="*/ 78 h 381"/>
                  <a:gd name="T56" fmla="*/ 0 w 315"/>
                  <a:gd name="T57" fmla="*/ 76 h 381"/>
                  <a:gd name="T58" fmla="*/ 4 w 315"/>
                  <a:gd name="T59" fmla="*/ 70 h 381"/>
                  <a:gd name="T60" fmla="*/ 101 w 315"/>
                  <a:gd name="T61" fmla="*/ 3 h 381"/>
                  <a:gd name="T62" fmla="*/ 115 w 315"/>
                  <a:gd name="T63" fmla="*/ 6 h 381"/>
                  <a:gd name="T64" fmla="*/ 159 w 315"/>
                  <a:gd name="T65" fmla="*/ 70 h 381"/>
                  <a:gd name="T66" fmla="*/ 189 w 315"/>
                  <a:gd name="T67" fmla="*/ 48 h 381"/>
                  <a:gd name="T68" fmla="*/ 197 w 315"/>
                  <a:gd name="T69" fmla="*/ 46 h 381"/>
                  <a:gd name="T70" fmla="*/ 203 w 315"/>
                  <a:gd name="T71" fmla="*/ 50 h 381"/>
                  <a:gd name="T72" fmla="*/ 305 w 315"/>
                  <a:gd name="T73" fmla="*/ 198 h 381"/>
                  <a:gd name="T74" fmla="*/ 307 w 315"/>
                  <a:gd name="T75" fmla="*/ 205 h 381"/>
                  <a:gd name="T76" fmla="*/ 303 w 315"/>
                  <a:gd name="T77" fmla="*/ 211 h 381"/>
                  <a:gd name="T78" fmla="*/ 269 w 315"/>
                  <a:gd name="T79" fmla="*/ 235 h 381"/>
                  <a:gd name="T80" fmla="*/ 313 w 315"/>
                  <a:gd name="T81" fmla="*/ 299 h 381"/>
                  <a:gd name="T82" fmla="*/ 314 w 315"/>
                  <a:gd name="T83" fmla="*/ 306 h 381"/>
                  <a:gd name="T84" fmla="*/ 310 w 315"/>
                  <a:gd name="T85" fmla="*/ 313 h 381"/>
                  <a:gd name="T86" fmla="*/ 213 w 315"/>
                  <a:gd name="T87" fmla="*/ 379 h 381"/>
                  <a:gd name="T88" fmla="*/ 206 w 315"/>
                  <a:gd name="T89" fmla="*/ 381 h 381"/>
                  <a:gd name="T90" fmla="*/ 200 w 315"/>
                  <a:gd name="T91" fmla="*/ 377 h 381"/>
                  <a:gd name="T92" fmla="*/ 157 w 315"/>
                  <a:gd name="T93" fmla="*/ 315 h 381"/>
                  <a:gd name="T94" fmla="*/ 145 w 315"/>
                  <a:gd name="T95" fmla="*/ 324 h 381"/>
                  <a:gd name="T96" fmla="*/ 138 w 315"/>
                  <a:gd name="T97" fmla="*/ 325 h 381"/>
                  <a:gd name="T98" fmla="*/ 131 w 315"/>
                  <a:gd name="T99" fmla="*/ 321 h 381"/>
                  <a:gd name="T100" fmla="*/ 107 w 315"/>
                  <a:gd name="T101" fmla="*/ 288 h 381"/>
                  <a:gd name="T102" fmla="*/ 109 w 315"/>
                  <a:gd name="T103" fmla="*/ 275 h 381"/>
                  <a:gd name="T104" fmla="*/ 164 w 315"/>
                  <a:gd name="T105" fmla="*/ 234 h 381"/>
                  <a:gd name="T106" fmla="*/ 117 w 315"/>
                  <a:gd name="T107" fmla="*/ 167 h 381"/>
                  <a:gd name="T108" fmla="*/ 66 w 315"/>
                  <a:gd name="T109" fmla="*/ 205 h 381"/>
                  <a:gd name="T110" fmla="*/ 52 w 315"/>
                  <a:gd name="T111" fmla="*/ 203 h 381"/>
                  <a:gd name="T112" fmla="*/ 27 w 315"/>
                  <a:gd name="T113" fmla="*/ 170 h 381"/>
                  <a:gd name="T114" fmla="*/ 25 w 315"/>
                  <a:gd name="T115" fmla="*/ 163 h 381"/>
                  <a:gd name="T116" fmla="*/ 29 w 315"/>
                  <a:gd name="T117" fmla="*/ 156 h 381"/>
                  <a:gd name="T118" fmla="*/ 44 w 315"/>
                  <a:gd name="T119" fmla="*/ 145 h 381"/>
                  <a:gd name="T120" fmla="*/ 2 w 315"/>
                  <a:gd name="T121" fmla="*/ 83 h 381"/>
                  <a:gd name="T122" fmla="*/ 0 w 315"/>
                  <a:gd name="T123" fmla="*/ 7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5" h="381">
                    <a:moveTo>
                      <a:pt x="104" y="25"/>
                    </a:moveTo>
                    <a:lnTo>
                      <a:pt x="24" y="80"/>
                    </a:lnTo>
                    <a:lnTo>
                      <a:pt x="66" y="142"/>
                    </a:lnTo>
                    <a:cubicBezTo>
                      <a:pt x="69" y="146"/>
                      <a:pt x="68" y="152"/>
                      <a:pt x="64" y="155"/>
                    </a:cubicBezTo>
                    <a:lnTo>
                      <a:pt x="49" y="166"/>
                    </a:lnTo>
                    <a:lnTo>
                      <a:pt x="62" y="183"/>
                    </a:lnTo>
                    <a:lnTo>
                      <a:pt x="114" y="145"/>
                    </a:lnTo>
                    <a:cubicBezTo>
                      <a:pt x="116" y="144"/>
                      <a:pt x="119" y="143"/>
                      <a:pt x="121" y="143"/>
                    </a:cubicBezTo>
                    <a:cubicBezTo>
                      <a:pt x="124" y="144"/>
                      <a:pt x="126" y="145"/>
                      <a:pt x="128" y="147"/>
                    </a:cubicBezTo>
                    <a:lnTo>
                      <a:pt x="185" y="231"/>
                    </a:lnTo>
                    <a:cubicBezTo>
                      <a:pt x="188" y="235"/>
                      <a:pt x="187" y="241"/>
                      <a:pt x="183" y="244"/>
                    </a:cubicBezTo>
                    <a:lnTo>
                      <a:pt x="129" y="285"/>
                    </a:lnTo>
                    <a:lnTo>
                      <a:pt x="141" y="302"/>
                    </a:lnTo>
                    <a:lnTo>
                      <a:pt x="153" y="293"/>
                    </a:lnTo>
                    <a:cubicBezTo>
                      <a:pt x="156" y="291"/>
                      <a:pt x="158" y="291"/>
                      <a:pt x="161" y="291"/>
                    </a:cubicBezTo>
                    <a:cubicBezTo>
                      <a:pt x="164" y="291"/>
                      <a:pt x="166" y="293"/>
                      <a:pt x="167" y="295"/>
                    </a:cubicBezTo>
                    <a:lnTo>
                      <a:pt x="210" y="358"/>
                    </a:lnTo>
                    <a:lnTo>
                      <a:pt x="291" y="302"/>
                    </a:lnTo>
                    <a:lnTo>
                      <a:pt x="247" y="238"/>
                    </a:lnTo>
                    <a:cubicBezTo>
                      <a:pt x="245" y="236"/>
                      <a:pt x="245" y="233"/>
                      <a:pt x="245" y="230"/>
                    </a:cubicBezTo>
                    <a:cubicBezTo>
                      <a:pt x="246" y="228"/>
                      <a:pt x="247" y="226"/>
                      <a:pt x="249" y="224"/>
                    </a:cubicBezTo>
                    <a:lnTo>
                      <a:pt x="284" y="201"/>
                    </a:lnTo>
                    <a:lnTo>
                      <a:pt x="193" y="69"/>
                    </a:lnTo>
                    <a:lnTo>
                      <a:pt x="163" y="91"/>
                    </a:lnTo>
                    <a:cubicBezTo>
                      <a:pt x="161" y="93"/>
                      <a:pt x="158" y="94"/>
                      <a:pt x="155" y="93"/>
                    </a:cubicBezTo>
                    <a:cubicBezTo>
                      <a:pt x="153" y="93"/>
                      <a:pt x="150" y="91"/>
                      <a:pt x="149" y="89"/>
                    </a:cubicBezTo>
                    <a:lnTo>
                      <a:pt x="104" y="25"/>
                    </a:lnTo>
                    <a:close/>
                    <a:moveTo>
                      <a:pt x="0" y="78"/>
                    </a:moveTo>
                    <a:cubicBezTo>
                      <a:pt x="0" y="77"/>
                      <a:pt x="0" y="77"/>
                      <a:pt x="0" y="76"/>
                    </a:cubicBezTo>
                    <a:cubicBezTo>
                      <a:pt x="1" y="73"/>
                      <a:pt x="2" y="71"/>
                      <a:pt x="4" y="70"/>
                    </a:cubicBezTo>
                    <a:lnTo>
                      <a:pt x="101" y="3"/>
                    </a:lnTo>
                    <a:cubicBezTo>
                      <a:pt x="106" y="0"/>
                      <a:pt x="112" y="1"/>
                      <a:pt x="115" y="6"/>
                    </a:cubicBezTo>
                    <a:lnTo>
                      <a:pt x="159" y="70"/>
                    </a:lnTo>
                    <a:lnTo>
                      <a:pt x="189" y="48"/>
                    </a:lnTo>
                    <a:cubicBezTo>
                      <a:pt x="191" y="46"/>
                      <a:pt x="194" y="45"/>
                      <a:pt x="197" y="46"/>
                    </a:cubicBezTo>
                    <a:cubicBezTo>
                      <a:pt x="199" y="46"/>
                      <a:pt x="202" y="48"/>
                      <a:pt x="203" y="50"/>
                    </a:cubicBezTo>
                    <a:lnTo>
                      <a:pt x="305" y="198"/>
                    </a:lnTo>
                    <a:cubicBezTo>
                      <a:pt x="307" y="200"/>
                      <a:pt x="307" y="202"/>
                      <a:pt x="307" y="205"/>
                    </a:cubicBezTo>
                    <a:cubicBezTo>
                      <a:pt x="306" y="207"/>
                      <a:pt x="305" y="210"/>
                      <a:pt x="303" y="211"/>
                    </a:cubicBezTo>
                    <a:lnTo>
                      <a:pt x="269" y="235"/>
                    </a:lnTo>
                    <a:lnTo>
                      <a:pt x="313" y="299"/>
                    </a:lnTo>
                    <a:cubicBezTo>
                      <a:pt x="314" y="301"/>
                      <a:pt x="315" y="304"/>
                      <a:pt x="314" y="306"/>
                    </a:cubicBezTo>
                    <a:cubicBezTo>
                      <a:pt x="314" y="309"/>
                      <a:pt x="313" y="311"/>
                      <a:pt x="310" y="313"/>
                    </a:cubicBezTo>
                    <a:lnTo>
                      <a:pt x="213" y="379"/>
                    </a:lnTo>
                    <a:cubicBezTo>
                      <a:pt x="211" y="381"/>
                      <a:pt x="209" y="381"/>
                      <a:pt x="206" y="381"/>
                    </a:cubicBezTo>
                    <a:cubicBezTo>
                      <a:pt x="203" y="380"/>
                      <a:pt x="201" y="379"/>
                      <a:pt x="200" y="377"/>
                    </a:cubicBezTo>
                    <a:lnTo>
                      <a:pt x="157" y="315"/>
                    </a:lnTo>
                    <a:lnTo>
                      <a:pt x="145" y="324"/>
                    </a:lnTo>
                    <a:cubicBezTo>
                      <a:pt x="143" y="325"/>
                      <a:pt x="140" y="326"/>
                      <a:pt x="138" y="325"/>
                    </a:cubicBezTo>
                    <a:cubicBezTo>
                      <a:pt x="135" y="325"/>
                      <a:pt x="133" y="324"/>
                      <a:pt x="131" y="321"/>
                    </a:cubicBezTo>
                    <a:lnTo>
                      <a:pt x="107" y="288"/>
                    </a:lnTo>
                    <a:cubicBezTo>
                      <a:pt x="104" y="284"/>
                      <a:pt x="105" y="278"/>
                      <a:pt x="109" y="275"/>
                    </a:cubicBezTo>
                    <a:lnTo>
                      <a:pt x="164" y="234"/>
                    </a:lnTo>
                    <a:lnTo>
                      <a:pt x="117" y="167"/>
                    </a:lnTo>
                    <a:lnTo>
                      <a:pt x="66" y="205"/>
                    </a:lnTo>
                    <a:cubicBezTo>
                      <a:pt x="61" y="208"/>
                      <a:pt x="55" y="207"/>
                      <a:pt x="52" y="203"/>
                    </a:cubicBezTo>
                    <a:lnTo>
                      <a:pt x="27" y="170"/>
                    </a:lnTo>
                    <a:cubicBezTo>
                      <a:pt x="26" y="168"/>
                      <a:pt x="25" y="165"/>
                      <a:pt x="25" y="163"/>
                    </a:cubicBezTo>
                    <a:cubicBezTo>
                      <a:pt x="26" y="160"/>
                      <a:pt x="27" y="158"/>
                      <a:pt x="29" y="156"/>
                    </a:cubicBezTo>
                    <a:lnTo>
                      <a:pt x="44" y="145"/>
                    </a:lnTo>
                    <a:lnTo>
                      <a:pt x="2" y="83"/>
                    </a:lnTo>
                    <a:cubicBezTo>
                      <a:pt x="1" y="82"/>
                      <a:pt x="0" y="80"/>
                      <a:pt x="0" y="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5" name="Freeform 104"/>
              <p:cNvSpPr>
                <a:spLocks noEditPoints="1"/>
              </p:cNvSpPr>
              <p:nvPr/>
            </p:nvSpPr>
            <p:spPr bwMode="auto">
              <a:xfrm>
                <a:off x="9837" y="1776"/>
                <a:ext cx="70" cy="116"/>
              </a:xfrm>
              <a:custGeom>
                <a:avLst/>
                <a:gdLst>
                  <a:gd name="T0" fmla="*/ 78 w 266"/>
                  <a:gd name="T1" fmla="*/ 126 h 436"/>
                  <a:gd name="T2" fmla="*/ 36 w 266"/>
                  <a:gd name="T3" fmla="*/ 183 h 436"/>
                  <a:gd name="T4" fmla="*/ 56 w 266"/>
                  <a:gd name="T5" fmla="*/ 173 h 436"/>
                  <a:gd name="T6" fmla="*/ 109 w 266"/>
                  <a:gd name="T7" fmla="*/ 244 h 436"/>
                  <a:gd name="T8" fmla="*/ 136 w 266"/>
                  <a:gd name="T9" fmla="*/ 285 h 436"/>
                  <a:gd name="T10" fmla="*/ 79 w 266"/>
                  <a:gd name="T11" fmla="*/ 338 h 436"/>
                  <a:gd name="T12" fmla="*/ 104 w 266"/>
                  <a:gd name="T13" fmla="*/ 347 h 436"/>
                  <a:gd name="T14" fmla="*/ 118 w 266"/>
                  <a:gd name="T15" fmla="*/ 349 h 436"/>
                  <a:gd name="T16" fmla="*/ 241 w 266"/>
                  <a:gd name="T17" fmla="*/ 356 h 436"/>
                  <a:gd name="T18" fmla="*/ 196 w 266"/>
                  <a:gd name="T19" fmla="*/ 284 h 436"/>
                  <a:gd name="T20" fmla="*/ 234 w 266"/>
                  <a:gd name="T21" fmla="*/ 255 h 436"/>
                  <a:gd name="T22" fmla="*/ 189 w 266"/>
                  <a:gd name="T23" fmla="*/ 188 h 436"/>
                  <a:gd name="T24" fmla="*/ 145 w 266"/>
                  <a:gd name="T25" fmla="*/ 106 h 436"/>
                  <a:gd name="T26" fmla="*/ 139 w 266"/>
                  <a:gd name="T27" fmla="*/ 25 h 436"/>
                  <a:gd name="T28" fmla="*/ 80 w 266"/>
                  <a:gd name="T29" fmla="*/ 112 h 436"/>
                  <a:gd name="T30" fmla="*/ 0 w 266"/>
                  <a:gd name="T31" fmla="*/ 164 h 436"/>
                  <a:gd name="T32" fmla="*/ 59 w 266"/>
                  <a:gd name="T33" fmla="*/ 115 h 436"/>
                  <a:gd name="T34" fmla="*/ 39 w 266"/>
                  <a:gd name="T35" fmla="*/ 70 h 436"/>
                  <a:gd name="T36" fmla="*/ 149 w 266"/>
                  <a:gd name="T37" fmla="*/ 6 h 436"/>
                  <a:gd name="T38" fmla="*/ 198 w 266"/>
                  <a:gd name="T39" fmla="*/ 93 h 436"/>
                  <a:gd name="T40" fmla="*/ 208 w 266"/>
                  <a:gd name="T41" fmla="*/ 180 h 436"/>
                  <a:gd name="T42" fmla="*/ 256 w 266"/>
                  <a:gd name="T43" fmla="*/ 251 h 436"/>
                  <a:gd name="T44" fmla="*/ 254 w 266"/>
                  <a:gd name="T45" fmla="*/ 265 h 436"/>
                  <a:gd name="T46" fmla="*/ 263 w 266"/>
                  <a:gd name="T47" fmla="*/ 353 h 436"/>
                  <a:gd name="T48" fmla="*/ 164 w 266"/>
                  <a:gd name="T49" fmla="*/ 433 h 436"/>
                  <a:gd name="T50" fmla="*/ 107 w 266"/>
                  <a:gd name="T51" fmla="*/ 369 h 436"/>
                  <a:gd name="T52" fmla="*/ 89 w 266"/>
                  <a:gd name="T53" fmla="*/ 379 h 436"/>
                  <a:gd name="T54" fmla="*/ 57 w 266"/>
                  <a:gd name="T55" fmla="*/ 342 h 436"/>
                  <a:gd name="T56" fmla="*/ 60 w 266"/>
                  <a:gd name="T57" fmla="*/ 328 h 436"/>
                  <a:gd name="T58" fmla="*/ 92 w 266"/>
                  <a:gd name="T59" fmla="*/ 256 h 436"/>
                  <a:gd name="T60" fmla="*/ 52 w 266"/>
                  <a:gd name="T61" fmla="*/ 196 h 436"/>
                  <a:gd name="T62" fmla="*/ 26 w 266"/>
                  <a:gd name="T63" fmla="*/ 203 h 436"/>
                  <a:gd name="T64" fmla="*/ 0 w 266"/>
                  <a:gd name="T65" fmla="*/ 164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6" h="436">
                    <a:moveTo>
                      <a:pt x="82" y="118"/>
                    </a:moveTo>
                    <a:cubicBezTo>
                      <a:pt x="82" y="121"/>
                      <a:pt x="81" y="124"/>
                      <a:pt x="78" y="126"/>
                    </a:cubicBezTo>
                    <a:lnTo>
                      <a:pt x="24" y="166"/>
                    </a:lnTo>
                    <a:lnTo>
                      <a:pt x="36" y="183"/>
                    </a:lnTo>
                    <a:lnTo>
                      <a:pt x="49" y="174"/>
                    </a:lnTo>
                    <a:cubicBezTo>
                      <a:pt x="51" y="173"/>
                      <a:pt x="54" y="172"/>
                      <a:pt x="56" y="173"/>
                    </a:cubicBezTo>
                    <a:cubicBezTo>
                      <a:pt x="59" y="173"/>
                      <a:pt x="61" y="175"/>
                      <a:pt x="63" y="177"/>
                    </a:cubicBezTo>
                    <a:lnTo>
                      <a:pt x="109" y="244"/>
                    </a:lnTo>
                    <a:cubicBezTo>
                      <a:pt x="110" y="245"/>
                      <a:pt x="110" y="247"/>
                      <a:pt x="111" y="248"/>
                    </a:cubicBezTo>
                    <a:lnTo>
                      <a:pt x="136" y="285"/>
                    </a:lnTo>
                    <a:cubicBezTo>
                      <a:pt x="139" y="289"/>
                      <a:pt x="138" y="295"/>
                      <a:pt x="134" y="298"/>
                    </a:cubicBezTo>
                    <a:lnTo>
                      <a:pt x="79" y="338"/>
                    </a:lnTo>
                    <a:lnTo>
                      <a:pt x="92" y="356"/>
                    </a:lnTo>
                    <a:lnTo>
                      <a:pt x="104" y="347"/>
                    </a:lnTo>
                    <a:cubicBezTo>
                      <a:pt x="106" y="345"/>
                      <a:pt x="109" y="345"/>
                      <a:pt x="111" y="345"/>
                    </a:cubicBezTo>
                    <a:cubicBezTo>
                      <a:pt x="114" y="345"/>
                      <a:pt x="116" y="347"/>
                      <a:pt x="118" y="349"/>
                    </a:cubicBezTo>
                    <a:lnTo>
                      <a:pt x="161" y="411"/>
                    </a:lnTo>
                    <a:lnTo>
                      <a:pt x="241" y="356"/>
                    </a:lnTo>
                    <a:lnTo>
                      <a:pt x="197" y="292"/>
                    </a:lnTo>
                    <a:cubicBezTo>
                      <a:pt x="196" y="290"/>
                      <a:pt x="195" y="287"/>
                      <a:pt x="196" y="284"/>
                    </a:cubicBezTo>
                    <a:cubicBezTo>
                      <a:pt x="196" y="282"/>
                      <a:pt x="198" y="280"/>
                      <a:pt x="200" y="278"/>
                    </a:cubicBezTo>
                    <a:lnTo>
                      <a:pt x="234" y="255"/>
                    </a:lnTo>
                    <a:lnTo>
                      <a:pt x="191" y="192"/>
                    </a:lnTo>
                    <a:cubicBezTo>
                      <a:pt x="190" y="191"/>
                      <a:pt x="189" y="189"/>
                      <a:pt x="189" y="188"/>
                    </a:cubicBezTo>
                    <a:lnTo>
                      <a:pt x="142" y="119"/>
                    </a:lnTo>
                    <a:cubicBezTo>
                      <a:pt x="139" y="115"/>
                      <a:pt x="140" y="109"/>
                      <a:pt x="145" y="106"/>
                    </a:cubicBezTo>
                    <a:lnTo>
                      <a:pt x="179" y="82"/>
                    </a:lnTo>
                    <a:lnTo>
                      <a:pt x="139" y="25"/>
                    </a:lnTo>
                    <a:lnTo>
                      <a:pt x="59" y="80"/>
                    </a:lnTo>
                    <a:lnTo>
                      <a:pt x="80" y="112"/>
                    </a:lnTo>
                    <a:cubicBezTo>
                      <a:pt x="82" y="114"/>
                      <a:pt x="82" y="116"/>
                      <a:pt x="82" y="118"/>
                    </a:cubicBezTo>
                    <a:close/>
                    <a:moveTo>
                      <a:pt x="0" y="164"/>
                    </a:moveTo>
                    <a:cubicBezTo>
                      <a:pt x="0" y="161"/>
                      <a:pt x="1" y="158"/>
                      <a:pt x="4" y="156"/>
                    </a:cubicBezTo>
                    <a:lnTo>
                      <a:pt x="59" y="115"/>
                    </a:lnTo>
                    <a:lnTo>
                      <a:pt x="37" y="83"/>
                    </a:lnTo>
                    <a:cubicBezTo>
                      <a:pt x="34" y="79"/>
                      <a:pt x="35" y="73"/>
                      <a:pt x="39" y="70"/>
                    </a:cubicBezTo>
                    <a:lnTo>
                      <a:pt x="136" y="3"/>
                    </a:lnTo>
                    <a:cubicBezTo>
                      <a:pt x="140" y="0"/>
                      <a:pt x="146" y="1"/>
                      <a:pt x="149" y="6"/>
                    </a:cubicBezTo>
                    <a:lnTo>
                      <a:pt x="200" y="79"/>
                    </a:lnTo>
                    <a:cubicBezTo>
                      <a:pt x="203" y="83"/>
                      <a:pt x="202" y="90"/>
                      <a:pt x="198" y="93"/>
                    </a:cubicBezTo>
                    <a:lnTo>
                      <a:pt x="164" y="116"/>
                    </a:lnTo>
                    <a:lnTo>
                      <a:pt x="208" y="180"/>
                    </a:lnTo>
                    <a:cubicBezTo>
                      <a:pt x="209" y="182"/>
                      <a:pt x="209" y="183"/>
                      <a:pt x="210" y="185"/>
                    </a:cubicBezTo>
                    <a:lnTo>
                      <a:pt x="256" y="251"/>
                    </a:lnTo>
                    <a:cubicBezTo>
                      <a:pt x="258" y="254"/>
                      <a:pt x="258" y="256"/>
                      <a:pt x="258" y="259"/>
                    </a:cubicBezTo>
                    <a:cubicBezTo>
                      <a:pt x="257" y="261"/>
                      <a:pt x="256" y="264"/>
                      <a:pt x="254" y="265"/>
                    </a:cubicBezTo>
                    <a:lnTo>
                      <a:pt x="219" y="289"/>
                    </a:lnTo>
                    <a:lnTo>
                      <a:pt x="263" y="353"/>
                    </a:lnTo>
                    <a:cubicBezTo>
                      <a:pt x="266" y="357"/>
                      <a:pt x="265" y="363"/>
                      <a:pt x="261" y="367"/>
                    </a:cubicBezTo>
                    <a:lnTo>
                      <a:pt x="164" y="433"/>
                    </a:lnTo>
                    <a:cubicBezTo>
                      <a:pt x="160" y="436"/>
                      <a:pt x="154" y="435"/>
                      <a:pt x="150" y="431"/>
                    </a:cubicBezTo>
                    <a:lnTo>
                      <a:pt x="107" y="369"/>
                    </a:lnTo>
                    <a:lnTo>
                      <a:pt x="96" y="377"/>
                    </a:lnTo>
                    <a:cubicBezTo>
                      <a:pt x="94" y="379"/>
                      <a:pt x="91" y="380"/>
                      <a:pt x="89" y="379"/>
                    </a:cubicBezTo>
                    <a:cubicBezTo>
                      <a:pt x="86" y="379"/>
                      <a:pt x="84" y="377"/>
                      <a:pt x="82" y="375"/>
                    </a:cubicBezTo>
                    <a:lnTo>
                      <a:pt x="57" y="342"/>
                    </a:lnTo>
                    <a:cubicBezTo>
                      <a:pt x="56" y="340"/>
                      <a:pt x="55" y="337"/>
                      <a:pt x="56" y="335"/>
                    </a:cubicBezTo>
                    <a:cubicBezTo>
                      <a:pt x="56" y="332"/>
                      <a:pt x="57" y="330"/>
                      <a:pt x="60" y="328"/>
                    </a:cubicBezTo>
                    <a:lnTo>
                      <a:pt x="114" y="288"/>
                    </a:lnTo>
                    <a:lnTo>
                      <a:pt x="92" y="256"/>
                    </a:lnTo>
                    <a:cubicBezTo>
                      <a:pt x="91" y="255"/>
                      <a:pt x="91" y="253"/>
                      <a:pt x="90" y="252"/>
                    </a:cubicBezTo>
                    <a:lnTo>
                      <a:pt x="52" y="196"/>
                    </a:lnTo>
                    <a:lnTo>
                      <a:pt x="40" y="205"/>
                    </a:lnTo>
                    <a:cubicBezTo>
                      <a:pt x="36" y="208"/>
                      <a:pt x="30" y="207"/>
                      <a:pt x="26" y="203"/>
                    </a:cubicBezTo>
                    <a:lnTo>
                      <a:pt x="2" y="170"/>
                    </a:lnTo>
                    <a:cubicBezTo>
                      <a:pt x="1" y="168"/>
                      <a:pt x="0" y="166"/>
                      <a:pt x="0" y="16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6" name="Freeform 105"/>
              <p:cNvSpPr>
                <a:spLocks noEditPoints="1"/>
              </p:cNvSpPr>
              <p:nvPr/>
            </p:nvSpPr>
            <p:spPr bwMode="auto">
              <a:xfrm>
                <a:off x="9567" y="1843"/>
                <a:ext cx="78" cy="111"/>
              </a:xfrm>
              <a:custGeom>
                <a:avLst/>
                <a:gdLst>
                  <a:gd name="T0" fmla="*/ 67 w 294"/>
                  <a:gd name="T1" fmla="*/ 132 h 419"/>
                  <a:gd name="T2" fmla="*/ 39 w 294"/>
                  <a:gd name="T3" fmla="*/ 194 h 419"/>
                  <a:gd name="T4" fmla="*/ 56 w 294"/>
                  <a:gd name="T5" fmla="*/ 181 h 419"/>
                  <a:gd name="T6" fmla="*/ 121 w 294"/>
                  <a:gd name="T7" fmla="*/ 241 h 419"/>
                  <a:gd name="T8" fmla="*/ 155 w 294"/>
                  <a:gd name="T9" fmla="*/ 276 h 419"/>
                  <a:gd name="T10" fmla="*/ 112 w 294"/>
                  <a:gd name="T11" fmla="*/ 338 h 419"/>
                  <a:gd name="T12" fmla="*/ 137 w 294"/>
                  <a:gd name="T13" fmla="*/ 342 h 419"/>
                  <a:gd name="T14" fmla="*/ 151 w 294"/>
                  <a:gd name="T15" fmla="*/ 342 h 419"/>
                  <a:gd name="T16" fmla="*/ 269 w 294"/>
                  <a:gd name="T17" fmla="*/ 328 h 419"/>
                  <a:gd name="T18" fmla="*/ 214 w 294"/>
                  <a:gd name="T19" fmla="*/ 259 h 419"/>
                  <a:gd name="T20" fmla="*/ 187 w 294"/>
                  <a:gd name="T21" fmla="*/ 178 h 419"/>
                  <a:gd name="T22" fmla="*/ 125 w 294"/>
                  <a:gd name="T23" fmla="*/ 116 h 419"/>
                  <a:gd name="T24" fmla="*/ 153 w 294"/>
                  <a:gd name="T25" fmla="*/ 73 h 419"/>
                  <a:gd name="T26" fmla="*/ 39 w 294"/>
                  <a:gd name="T27" fmla="*/ 91 h 419"/>
                  <a:gd name="T28" fmla="*/ 69 w 294"/>
                  <a:gd name="T29" fmla="*/ 125 h 419"/>
                  <a:gd name="T30" fmla="*/ 3 w 294"/>
                  <a:gd name="T31" fmla="*/ 174 h 419"/>
                  <a:gd name="T32" fmla="*/ 18 w 294"/>
                  <a:gd name="T33" fmla="*/ 98 h 419"/>
                  <a:gd name="T34" fmla="*/ 96 w 294"/>
                  <a:gd name="T35" fmla="*/ 3 h 419"/>
                  <a:gd name="T36" fmla="*/ 110 w 294"/>
                  <a:gd name="T37" fmla="*/ 3 h 419"/>
                  <a:gd name="T38" fmla="*/ 174 w 294"/>
                  <a:gd name="T39" fmla="*/ 80 h 419"/>
                  <a:gd name="T40" fmla="*/ 202 w 294"/>
                  <a:gd name="T41" fmla="*/ 163 h 419"/>
                  <a:gd name="T42" fmla="*/ 262 w 294"/>
                  <a:gd name="T43" fmla="*/ 224 h 419"/>
                  <a:gd name="T44" fmla="*/ 235 w 294"/>
                  <a:gd name="T45" fmla="*/ 266 h 419"/>
                  <a:gd name="T46" fmla="*/ 290 w 294"/>
                  <a:gd name="T47" fmla="*/ 335 h 419"/>
                  <a:gd name="T48" fmla="*/ 205 w 294"/>
                  <a:gd name="T49" fmla="*/ 419 h 419"/>
                  <a:gd name="T50" fmla="*/ 144 w 294"/>
                  <a:gd name="T51" fmla="*/ 363 h 419"/>
                  <a:gd name="T52" fmla="*/ 122 w 294"/>
                  <a:gd name="T53" fmla="*/ 373 h 419"/>
                  <a:gd name="T54" fmla="*/ 91 w 294"/>
                  <a:gd name="T55" fmla="*/ 332 h 419"/>
                  <a:gd name="T56" fmla="*/ 106 w 294"/>
                  <a:gd name="T57" fmla="*/ 256 h 419"/>
                  <a:gd name="T58" fmla="*/ 56 w 294"/>
                  <a:gd name="T59" fmla="*/ 205 h 419"/>
                  <a:gd name="T60" fmla="*/ 40 w 294"/>
                  <a:gd name="T61" fmla="*/ 218 h 419"/>
                  <a:gd name="T62" fmla="*/ 3 w 294"/>
                  <a:gd name="T63" fmla="*/ 188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94" h="419">
                    <a:moveTo>
                      <a:pt x="69" y="125"/>
                    </a:moveTo>
                    <a:cubicBezTo>
                      <a:pt x="69" y="128"/>
                      <a:pt x="68" y="130"/>
                      <a:pt x="67" y="132"/>
                    </a:cubicBezTo>
                    <a:lnTo>
                      <a:pt x="24" y="180"/>
                    </a:lnTo>
                    <a:lnTo>
                      <a:pt x="39" y="194"/>
                    </a:lnTo>
                    <a:lnTo>
                      <a:pt x="48" y="184"/>
                    </a:lnTo>
                    <a:cubicBezTo>
                      <a:pt x="50" y="182"/>
                      <a:pt x="53" y="181"/>
                      <a:pt x="56" y="181"/>
                    </a:cubicBezTo>
                    <a:cubicBezTo>
                      <a:pt x="58" y="181"/>
                      <a:pt x="61" y="182"/>
                      <a:pt x="63" y="184"/>
                    </a:cubicBezTo>
                    <a:lnTo>
                      <a:pt x="121" y="241"/>
                    </a:lnTo>
                    <a:cubicBezTo>
                      <a:pt x="122" y="242"/>
                      <a:pt x="123" y="244"/>
                      <a:pt x="123" y="245"/>
                    </a:cubicBezTo>
                    <a:lnTo>
                      <a:pt x="155" y="276"/>
                    </a:lnTo>
                    <a:cubicBezTo>
                      <a:pt x="158" y="280"/>
                      <a:pt x="159" y="286"/>
                      <a:pt x="155" y="290"/>
                    </a:cubicBezTo>
                    <a:lnTo>
                      <a:pt x="112" y="338"/>
                    </a:lnTo>
                    <a:lnTo>
                      <a:pt x="128" y="352"/>
                    </a:lnTo>
                    <a:lnTo>
                      <a:pt x="137" y="342"/>
                    </a:lnTo>
                    <a:cubicBezTo>
                      <a:pt x="139" y="340"/>
                      <a:pt x="141" y="339"/>
                      <a:pt x="144" y="339"/>
                    </a:cubicBezTo>
                    <a:cubicBezTo>
                      <a:pt x="147" y="339"/>
                      <a:pt x="149" y="340"/>
                      <a:pt x="151" y="342"/>
                    </a:cubicBezTo>
                    <a:lnTo>
                      <a:pt x="205" y="395"/>
                    </a:lnTo>
                    <a:lnTo>
                      <a:pt x="269" y="328"/>
                    </a:lnTo>
                    <a:lnTo>
                      <a:pt x="214" y="273"/>
                    </a:lnTo>
                    <a:cubicBezTo>
                      <a:pt x="210" y="270"/>
                      <a:pt x="210" y="263"/>
                      <a:pt x="214" y="259"/>
                    </a:cubicBezTo>
                    <a:lnTo>
                      <a:pt x="241" y="231"/>
                    </a:lnTo>
                    <a:lnTo>
                      <a:pt x="187" y="178"/>
                    </a:lnTo>
                    <a:cubicBezTo>
                      <a:pt x="186" y="177"/>
                      <a:pt x="186" y="176"/>
                      <a:pt x="185" y="175"/>
                    </a:cubicBezTo>
                    <a:lnTo>
                      <a:pt x="125" y="116"/>
                    </a:lnTo>
                    <a:cubicBezTo>
                      <a:pt x="122" y="112"/>
                      <a:pt x="121" y="106"/>
                      <a:pt x="125" y="102"/>
                    </a:cubicBezTo>
                    <a:lnTo>
                      <a:pt x="153" y="73"/>
                    </a:lnTo>
                    <a:lnTo>
                      <a:pt x="103" y="24"/>
                    </a:lnTo>
                    <a:lnTo>
                      <a:pt x="39" y="91"/>
                    </a:lnTo>
                    <a:lnTo>
                      <a:pt x="66" y="118"/>
                    </a:lnTo>
                    <a:cubicBezTo>
                      <a:pt x="68" y="120"/>
                      <a:pt x="69" y="123"/>
                      <a:pt x="69" y="125"/>
                    </a:cubicBezTo>
                    <a:close/>
                    <a:moveTo>
                      <a:pt x="0" y="180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46" y="126"/>
                    </a:lnTo>
                    <a:lnTo>
                      <a:pt x="18" y="98"/>
                    </a:lnTo>
                    <a:cubicBezTo>
                      <a:pt x="14" y="95"/>
                      <a:pt x="14" y="88"/>
                      <a:pt x="18" y="85"/>
                    </a:cubicBezTo>
                    <a:lnTo>
                      <a:pt x="96" y="3"/>
                    </a:lnTo>
                    <a:cubicBezTo>
                      <a:pt x="98" y="2"/>
                      <a:pt x="100" y="0"/>
                      <a:pt x="103" y="0"/>
                    </a:cubicBezTo>
                    <a:cubicBezTo>
                      <a:pt x="106" y="0"/>
                      <a:pt x="108" y="1"/>
                      <a:pt x="110" y="3"/>
                    </a:cubicBezTo>
                    <a:lnTo>
                      <a:pt x="174" y="66"/>
                    </a:lnTo>
                    <a:cubicBezTo>
                      <a:pt x="177" y="70"/>
                      <a:pt x="177" y="76"/>
                      <a:pt x="174" y="80"/>
                    </a:cubicBezTo>
                    <a:lnTo>
                      <a:pt x="146" y="108"/>
                    </a:lnTo>
                    <a:lnTo>
                      <a:pt x="202" y="163"/>
                    </a:lnTo>
                    <a:cubicBezTo>
                      <a:pt x="203" y="164"/>
                      <a:pt x="203" y="165"/>
                      <a:pt x="204" y="167"/>
                    </a:cubicBezTo>
                    <a:lnTo>
                      <a:pt x="262" y="224"/>
                    </a:lnTo>
                    <a:cubicBezTo>
                      <a:pt x="266" y="228"/>
                      <a:pt x="266" y="234"/>
                      <a:pt x="262" y="238"/>
                    </a:cubicBezTo>
                    <a:lnTo>
                      <a:pt x="235" y="266"/>
                    </a:lnTo>
                    <a:lnTo>
                      <a:pt x="290" y="321"/>
                    </a:lnTo>
                    <a:cubicBezTo>
                      <a:pt x="294" y="325"/>
                      <a:pt x="294" y="331"/>
                      <a:pt x="290" y="335"/>
                    </a:cubicBezTo>
                    <a:lnTo>
                      <a:pt x="212" y="416"/>
                    </a:lnTo>
                    <a:cubicBezTo>
                      <a:pt x="210" y="418"/>
                      <a:pt x="208" y="419"/>
                      <a:pt x="205" y="419"/>
                    </a:cubicBezTo>
                    <a:cubicBezTo>
                      <a:pt x="202" y="419"/>
                      <a:pt x="200" y="418"/>
                      <a:pt x="198" y="416"/>
                    </a:cubicBezTo>
                    <a:lnTo>
                      <a:pt x="144" y="363"/>
                    </a:lnTo>
                    <a:lnTo>
                      <a:pt x="135" y="373"/>
                    </a:lnTo>
                    <a:cubicBezTo>
                      <a:pt x="132" y="377"/>
                      <a:pt x="126" y="377"/>
                      <a:pt x="122" y="373"/>
                    </a:cubicBezTo>
                    <a:lnTo>
                      <a:pt x="91" y="346"/>
                    </a:lnTo>
                    <a:cubicBezTo>
                      <a:pt x="87" y="342"/>
                      <a:pt x="87" y="336"/>
                      <a:pt x="91" y="332"/>
                    </a:cubicBezTo>
                    <a:lnTo>
                      <a:pt x="134" y="284"/>
                    </a:lnTo>
                    <a:lnTo>
                      <a:pt x="106" y="256"/>
                    </a:lnTo>
                    <a:cubicBezTo>
                      <a:pt x="105" y="255"/>
                      <a:pt x="104" y="254"/>
                      <a:pt x="104" y="252"/>
                    </a:cubicBezTo>
                    <a:lnTo>
                      <a:pt x="56" y="205"/>
                    </a:lnTo>
                    <a:lnTo>
                      <a:pt x="47" y="215"/>
                    </a:lnTo>
                    <a:cubicBezTo>
                      <a:pt x="45" y="217"/>
                      <a:pt x="43" y="218"/>
                      <a:pt x="40" y="218"/>
                    </a:cubicBezTo>
                    <a:cubicBezTo>
                      <a:pt x="38" y="218"/>
                      <a:pt x="35" y="217"/>
                      <a:pt x="33" y="21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7" name="Freeform 106"/>
              <p:cNvSpPr>
                <a:spLocks noEditPoints="1"/>
              </p:cNvSpPr>
              <p:nvPr/>
            </p:nvSpPr>
            <p:spPr bwMode="auto">
              <a:xfrm>
                <a:off x="9507" y="1987"/>
                <a:ext cx="78" cy="111"/>
              </a:xfrm>
              <a:custGeom>
                <a:avLst/>
                <a:gdLst>
                  <a:gd name="T0" fmla="*/ 66 w 293"/>
                  <a:gd name="T1" fmla="*/ 131 h 418"/>
                  <a:gd name="T2" fmla="*/ 39 w 293"/>
                  <a:gd name="T3" fmla="*/ 194 h 418"/>
                  <a:gd name="T4" fmla="*/ 55 w 293"/>
                  <a:gd name="T5" fmla="*/ 180 h 418"/>
                  <a:gd name="T6" fmla="*/ 121 w 293"/>
                  <a:gd name="T7" fmla="*/ 241 h 418"/>
                  <a:gd name="T8" fmla="*/ 154 w 293"/>
                  <a:gd name="T9" fmla="*/ 276 h 418"/>
                  <a:gd name="T10" fmla="*/ 112 w 293"/>
                  <a:gd name="T11" fmla="*/ 337 h 418"/>
                  <a:gd name="T12" fmla="*/ 136 w 293"/>
                  <a:gd name="T13" fmla="*/ 342 h 418"/>
                  <a:gd name="T14" fmla="*/ 151 w 293"/>
                  <a:gd name="T15" fmla="*/ 341 h 418"/>
                  <a:gd name="T16" fmla="*/ 269 w 293"/>
                  <a:gd name="T17" fmla="*/ 328 h 418"/>
                  <a:gd name="T18" fmla="*/ 214 w 293"/>
                  <a:gd name="T19" fmla="*/ 259 h 418"/>
                  <a:gd name="T20" fmla="*/ 187 w 293"/>
                  <a:gd name="T21" fmla="*/ 177 h 418"/>
                  <a:gd name="T22" fmla="*/ 125 w 293"/>
                  <a:gd name="T23" fmla="*/ 115 h 418"/>
                  <a:gd name="T24" fmla="*/ 153 w 293"/>
                  <a:gd name="T25" fmla="*/ 73 h 418"/>
                  <a:gd name="T26" fmla="*/ 38 w 293"/>
                  <a:gd name="T27" fmla="*/ 91 h 418"/>
                  <a:gd name="T28" fmla="*/ 69 w 293"/>
                  <a:gd name="T29" fmla="*/ 125 h 418"/>
                  <a:gd name="T30" fmla="*/ 2 w 293"/>
                  <a:gd name="T31" fmla="*/ 173 h 418"/>
                  <a:gd name="T32" fmla="*/ 18 w 293"/>
                  <a:gd name="T33" fmla="*/ 98 h 418"/>
                  <a:gd name="T34" fmla="*/ 96 w 293"/>
                  <a:gd name="T35" fmla="*/ 3 h 418"/>
                  <a:gd name="T36" fmla="*/ 110 w 293"/>
                  <a:gd name="T37" fmla="*/ 3 h 418"/>
                  <a:gd name="T38" fmla="*/ 173 w 293"/>
                  <a:gd name="T39" fmla="*/ 79 h 418"/>
                  <a:gd name="T40" fmla="*/ 201 w 293"/>
                  <a:gd name="T41" fmla="*/ 163 h 418"/>
                  <a:gd name="T42" fmla="*/ 262 w 293"/>
                  <a:gd name="T43" fmla="*/ 223 h 418"/>
                  <a:gd name="T44" fmla="*/ 234 w 293"/>
                  <a:gd name="T45" fmla="*/ 266 h 418"/>
                  <a:gd name="T46" fmla="*/ 290 w 293"/>
                  <a:gd name="T47" fmla="*/ 334 h 418"/>
                  <a:gd name="T48" fmla="*/ 205 w 293"/>
                  <a:gd name="T49" fmla="*/ 418 h 418"/>
                  <a:gd name="T50" fmla="*/ 144 w 293"/>
                  <a:gd name="T51" fmla="*/ 362 h 418"/>
                  <a:gd name="T52" fmla="*/ 128 w 293"/>
                  <a:gd name="T53" fmla="*/ 376 h 418"/>
                  <a:gd name="T54" fmla="*/ 91 w 293"/>
                  <a:gd name="T55" fmla="*/ 345 h 418"/>
                  <a:gd name="T56" fmla="*/ 134 w 293"/>
                  <a:gd name="T57" fmla="*/ 283 h 418"/>
                  <a:gd name="T58" fmla="*/ 104 w 293"/>
                  <a:gd name="T59" fmla="*/ 253 h 418"/>
                  <a:gd name="T60" fmla="*/ 47 w 293"/>
                  <a:gd name="T61" fmla="*/ 214 h 418"/>
                  <a:gd name="T62" fmla="*/ 33 w 293"/>
                  <a:gd name="T63" fmla="*/ 215 h 418"/>
                  <a:gd name="T64" fmla="*/ 0 w 293"/>
                  <a:gd name="T65" fmla="*/ 18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3" h="418">
                    <a:moveTo>
                      <a:pt x="69" y="125"/>
                    </a:moveTo>
                    <a:cubicBezTo>
                      <a:pt x="69" y="127"/>
                      <a:pt x="68" y="129"/>
                      <a:pt x="66" y="131"/>
                    </a:cubicBezTo>
                    <a:lnTo>
                      <a:pt x="23" y="179"/>
                    </a:lnTo>
                    <a:lnTo>
                      <a:pt x="39" y="194"/>
                    </a:lnTo>
                    <a:lnTo>
                      <a:pt x="48" y="184"/>
                    </a:lnTo>
                    <a:cubicBezTo>
                      <a:pt x="50" y="182"/>
                      <a:pt x="53" y="180"/>
                      <a:pt x="55" y="180"/>
                    </a:cubicBezTo>
                    <a:cubicBezTo>
                      <a:pt x="58" y="180"/>
                      <a:pt x="61" y="181"/>
                      <a:pt x="63" y="183"/>
                    </a:cubicBezTo>
                    <a:lnTo>
                      <a:pt x="121" y="241"/>
                    </a:lnTo>
                    <a:cubicBezTo>
                      <a:pt x="122" y="242"/>
                      <a:pt x="122" y="243"/>
                      <a:pt x="123" y="244"/>
                    </a:cubicBezTo>
                    <a:lnTo>
                      <a:pt x="154" y="276"/>
                    </a:lnTo>
                    <a:cubicBezTo>
                      <a:pt x="158" y="280"/>
                      <a:pt x="158" y="286"/>
                      <a:pt x="155" y="290"/>
                    </a:cubicBezTo>
                    <a:lnTo>
                      <a:pt x="112" y="337"/>
                    </a:lnTo>
                    <a:lnTo>
                      <a:pt x="127" y="352"/>
                    </a:lnTo>
                    <a:lnTo>
                      <a:pt x="136" y="342"/>
                    </a:lnTo>
                    <a:cubicBezTo>
                      <a:pt x="138" y="340"/>
                      <a:pt x="141" y="338"/>
                      <a:pt x="143" y="338"/>
                    </a:cubicBezTo>
                    <a:cubicBezTo>
                      <a:pt x="146" y="338"/>
                      <a:pt x="149" y="339"/>
                      <a:pt x="151" y="341"/>
                    </a:cubicBezTo>
                    <a:lnTo>
                      <a:pt x="204" y="394"/>
                    </a:lnTo>
                    <a:lnTo>
                      <a:pt x="269" y="328"/>
                    </a:lnTo>
                    <a:lnTo>
                      <a:pt x="214" y="273"/>
                    </a:lnTo>
                    <a:cubicBezTo>
                      <a:pt x="210" y="269"/>
                      <a:pt x="210" y="263"/>
                      <a:pt x="214" y="259"/>
                    </a:cubicBezTo>
                    <a:lnTo>
                      <a:pt x="241" y="231"/>
                    </a:lnTo>
                    <a:lnTo>
                      <a:pt x="187" y="177"/>
                    </a:lnTo>
                    <a:cubicBezTo>
                      <a:pt x="186" y="176"/>
                      <a:pt x="185" y="175"/>
                      <a:pt x="184" y="174"/>
                    </a:cubicBezTo>
                    <a:lnTo>
                      <a:pt x="125" y="115"/>
                    </a:lnTo>
                    <a:cubicBezTo>
                      <a:pt x="122" y="111"/>
                      <a:pt x="122" y="105"/>
                      <a:pt x="125" y="101"/>
                    </a:cubicBezTo>
                    <a:lnTo>
                      <a:pt x="153" y="73"/>
                    </a:lnTo>
                    <a:lnTo>
                      <a:pt x="103" y="24"/>
                    </a:lnTo>
                    <a:lnTo>
                      <a:pt x="38" y="91"/>
                    </a:lnTo>
                    <a:lnTo>
                      <a:pt x="66" y="118"/>
                    </a:lnTo>
                    <a:cubicBezTo>
                      <a:pt x="68" y="120"/>
                      <a:pt x="69" y="122"/>
                      <a:pt x="69" y="125"/>
                    </a:cubicBezTo>
                    <a:close/>
                    <a:moveTo>
                      <a:pt x="0" y="180"/>
                    </a:moveTo>
                    <a:cubicBezTo>
                      <a:pt x="0" y="177"/>
                      <a:pt x="1" y="175"/>
                      <a:pt x="2" y="173"/>
                    </a:cubicBezTo>
                    <a:lnTo>
                      <a:pt x="46" y="125"/>
                    </a:lnTo>
                    <a:lnTo>
                      <a:pt x="18" y="98"/>
                    </a:lnTo>
                    <a:cubicBezTo>
                      <a:pt x="14" y="94"/>
                      <a:pt x="14" y="88"/>
                      <a:pt x="18" y="84"/>
                    </a:cubicBezTo>
                    <a:lnTo>
                      <a:pt x="96" y="3"/>
                    </a:lnTo>
                    <a:cubicBezTo>
                      <a:pt x="98" y="1"/>
                      <a:pt x="100" y="0"/>
                      <a:pt x="103" y="0"/>
                    </a:cubicBezTo>
                    <a:cubicBezTo>
                      <a:pt x="106" y="0"/>
                      <a:pt x="108" y="1"/>
                      <a:pt x="110" y="3"/>
                    </a:cubicBezTo>
                    <a:lnTo>
                      <a:pt x="173" y="66"/>
                    </a:lnTo>
                    <a:cubicBezTo>
                      <a:pt x="177" y="69"/>
                      <a:pt x="177" y="76"/>
                      <a:pt x="173" y="79"/>
                    </a:cubicBezTo>
                    <a:lnTo>
                      <a:pt x="146" y="108"/>
                    </a:lnTo>
                    <a:lnTo>
                      <a:pt x="201" y="163"/>
                    </a:lnTo>
                    <a:cubicBezTo>
                      <a:pt x="202" y="164"/>
                      <a:pt x="203" y="165"/>
                      <a:pt x="204" y="167"/>
                    </a:cubicBezTo>
                    <a:lnTo>
                      <a:pt x="262" y="223"/>
                    </a:lnTo>
                    <a:cubicBezTo>
                      <a:pt x="265" y="227"/>
                      <a:pt x="265" y="233"/>
                      <a:pt x="262" y="237"/>
                    </a:cubicBezTo>
                    <a:lnTo>
                      <a:pt x="234" y="266"/>
                    </a:lnTo>
                    <a:lnTo>
                      <a:pt x="290" y="321"/>
                    </a:lnTo>
                    <a:cubicBezTo>
                      <a:pt x="293" y="324"/>
                      <a:pt x="293" y="331"/>
                      <a:pt x="290" y="334"/>
                    </a:cubicBezTo>
                    <a:lnTo>
                      <a:pt x="212" y="415"/>
                    </a:lnTo>
                    <a:cubicBezTo>
                      <a:pt x="210" y="417"/>
                      <a:pt x="207" y="418"/>
                      <a:pt x="205" y="418"/>
                    </a:cubicBezTo>
                    <a:cubicBezTo>
                      <a:pt x="202" y="418"/>
                      <a:pt x="199" y="417"/>
                      <a:pt x="198" y="415"/>
                    </a:cubicBezTo>
                    <a:lnTo>
                      <a:pt x="144" y="362"/>
                    </a:lnTo>
                    <a:lnTo>
                      <a:pt x="135" y="373"/>
                    </a:lnTo>
                    <a:cubicBezTo>
                      <a:pt x="133" y="375"/>
                      <a:pt x="131" y="376"/>
                      <a:pt x="128" y="376"/>
                    </a:cubicBezTo>
                    <a:cubicBezTo>
                      <a:pt x="126" y="376"/>
                      <a:pt x="123" y="375"/>
                      <a:pt x="121" y="373"/>
                    </a:cubicBezTo>
                    <a:lnTo>
                      <a:pt x="91" y="345"/>
                    </a:lnTo>
                    <a:cubicBezTo>
                      <a:pt x="87" y="341"/>
                      <a:pt x="87" y="335"/>
                      <a:pt x="90" y="331"/>
                    </a:cubicBezTo>
                    <a:lnTo>
                      <a:pt x="134" y="283"/>
                    </a:lnTo>
                    <a:lnTo>
                      <a:pt x="106" y="256"/>
                    </a:lnTo>
                    <a:cubicBezTo>
                      <a:pt x="105" y="255"/>
                      <a:pt x="105" y="254"/>
                      <a:pt x="104" y="253"/>
                    </a:cubicBezTo>
                    <a:lnTo>
                      <a:pt x="56" y="205"/>
                    </a:lnTo>
                    <a:lnTo>
                      <a:pt x="47" y="214"/>
                    </a:lnTo>
                    <a:cubicBezTo>
                      <a:pt x="45" y="216"/>
                      <a:pt x="43" y="218"/>
                      <a:pt x="40" y="218"/>
                    </a:cubicBezTo>
                    <a:cubicBezTo>
                      <a:pt x="38" y="218"/>
                      <a:pt x="35" y="217"/>
                      <a:pt x="33" y="215"/>
                    </a:cubicBezTo>
                    <a:lnTo>
                      <a:pt x="3" y="187"/>
                    </a:lnTo>
                    <a:cubicBezTo>
                      <a:pt x="1" y="185"/>
                      <a:pt x="0" y="182"/>
                      <a:pt x="0" y="1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8" name="Freeform 107"/>
              <p:cNvSpPr>
                <a:spLocks noEditPoints="1"/>
              </p:cNvSpPr>
              <p:nvPr/>
            </p:nvSpPr>
            <p:spPr bwMode="auto">
              <a:xfrm>
                <a:off x="9999" y="2025"/>
                <a:ext cx="71" cy="117"/>
              </a:xfrm>
              <a:custGeom>
                <a:avLst/>
                <a:gdLst>
                  <a:gd name="T0" fmla="*/ 78 w 269"/>
                  <a:gd name="T1" fmla="*/ 126 h 442"/>
                  <a:gd name="T2" fmla="*/ 37 w 269"/>
                  <a:gd name="T3" fmla="*/ 185 h 442"/>
                  <a:gd name="T4" fmla="*/ 56 w 269"/>
                  <a:gd name="T5" fmla="*/ 174 h 442"/>
                  <a:gd name="T6" fmla="*/ 110 w 269"/>
                  <a:gd name="T7" fmla="*/ 247 h 442"/>
                  <a:gd name="T8" fmla="*/ 137 w 269"/>
                  <a:gd name="T9" fmla="*/ 288 h 442"/>
                  <a:gd name="T10" fmla="*/ 81 w 269"/>
                  <a:gd name="T11" fmla="*/ 342 h 442"/>
                  <a:gd name="T12" fmla="*/ 106 w 269"/>
                  <a:gd name="T13" fmla="*/ 351 h 442"/>
                  <a:gd name="T14" fmla="*/ 120 w 269"/>
                  <a:gd name="T15" fmla="*/ 353 h 442"/>
                  <a:gd name="T16" fmla="*/ 245 w 269"/>
                  <a:gd name="T17" fmla="*/ 361 h 442"/>
                  <a:gd name="T18" fmla="*/ 198 w 269"/>
                  <a:gd name="T19" fmla="*/ 289 h 442"/>
                  <a:gd name="T20" fmla="*/ 236 w 269"/>
                  <a:gd name="T21" fmla="*/ 259 h 442"/>
                  <a:gd name="T22" fmla="*/ 190 w 269"/>
                  <a:gd name="T23" fmla="*/ 190 h 442"/>
                  <a:gd name="T24" fmla="*/ 140 w 269"/>
                  <a:gd name="T25" fmla="*/ 113 h 442"/>
                  <a:gd name="T26" fmla="*/ 178 w 269"/>
                  <a:gd name="T27" fmla="*/ 84 h 442"/>
                  <a:gd name="T28" fmla="*/ 57 w 269"/>
                  <a:gd name="T29" fmla="*/ 80 h 442"/>
                  <a:gd name="T30" fmla="*/ 82 w 269"/>
                  <a:gd name="T31" fmla="*/ 118 h 442"/>
                  <a:gd name="T32" fmla="*/ 0 w 269"/>
                  <a:gd name="T33" fmla="*/ 163 h 442"/>
                  <a:gd name="T34" fmla="*/ 58 w 269"/>
                  <a:gd name="T35" fmla="*/ 116 h 442"/>
                  <a:gd name="T36" fmla="*/ 34 w 269"/>
                  <a:gd name="T37" fmla="*/ 76 h 442"/>
                  <a:gd name="T38" fmla="*/ 135 w 269"/>
                  <a:gd name="T39" fmla="*/ 3 h 442"/>
                  <a:gd name="T40" fmla="*/ 200 w 269"/>
                  <a:gd name="T41" fmla="*/ 81 h 442"/>
                  <a:gd name="T42" fmla="*/ 198 w 269"/>
                  <a:gd name="T43" fmla="*/ 94 h 442"/>
                  <a:gd name="T44" fmla="*/ 209 w 269"/>
                  <a:gd name="T45" fmla="*/ 183 h 442"/>
                  <a:gd name="T46" fmla="*/ 258 w 269"/>
                  <a:gd name="T47" fmla="*/ 256 h 442"/>
                  <a:gd name="T48" fmla="*/ 255 w 269"/>
                  <a:gd name="T49" fmla="*/ 269 h 442"/>
                  <a:gd name="T50" fmla="*/ 267 w 269"/>
                  <a:gd name="T51" fmla="*/ 358 h 442"/>
                  <a:gd name="T52" fmla="*/ 264 w 269"/>
                  <a:gd name="T53" fmla="*/ 372 h 442"/>
                  <a:gd name="T54" fmla="*/ 153 w 269"/>
                  <a:gd name="T55" fmla="*/ 436 h 442"/>
                  <a:gd name="T56" fmla="*/ 98 w 269"/>
                  <a:gd name="T57" fmla="*/ 381 h 442"/>
                  <a:gd name="T58" fmla="*/ 59 w 269"/>
                  <a:gd name="T59" fmla="*/ 346 h 442"/>
                  <a:gd name="T60" fmla="*/ 116 w 269"/>
                  <a:gd name="T61" fmla="*/ 291 h 442"/>
                  <a:gd name="T62" fmla="*/ 91 w 269"/>
                  <a:gd name="T63" fmla="*/ 254 h 442"/>
                  <a:gd name="T64" fmla="*/ 40 w 269"/>
                  <a:gd name="T65" fmla="*/ 206 h 442"/>
                  <a:gd name="T66" fmla="*/ 27 w 269"/>
                  <a:gd name="T67" fmla="*/ 204 h 442"/>
                  <a:gd name="T68" fmla="*/ 0 w 269"/>
                  <a:gd name="T69" fmla="*/ 165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69" h="442">
                    <a:moveTo>
                      <a:pt x="82" y="118"/>
                    </a:moveTo>
                    <a:cubicBezTo>
                      <a:pt x="82" y="121"/>
                      <a:pt x="80" y="124"/>
                      <a:pt x="78" y="126"/>
                    </a:cubicBezTo>
                    <a:lnTo>
                      <a:pt x="23" y="167"/>
                    </a:lnTo>
                    <a:lnTo>
                      <a:pt x="37" y="185"/>
                    </a:lnTo>
                    <a:lnTo>
                      <a:pt x="48" y="176"/>
                    </a:lnTo>
                    <a:cubicBezTo>
                      <a:pt x="50" y="174"/>
                      <a:pt x="53" y="173"/>
                      <a:pt x="56" y="174"/>
                    </a:cubicBezTo>
                    <a:cubicBezTo>
                      <a:pt x="58" y="174"/>
                      <a:pt x="61" y="176"/>
                      <a:pt x="62" y="178"/>
                    </a:cubicBezTo>
                    <a:lnTo>
                      <a:pt x="110" y="247"/>
                    </a:lnTo>
                    <a:cubicBezTo>
                      <a:pt x="111" y="248"/>
                      <a:pt x="111" y="249"/>
                      <a:pt x="112" y="251"/>
                    </a:cubicBezTo>
                    <a:lnTo>
                      <a:pt x="137" y="288"/>
                    </a:lnTo>
                    <a:cubicBezTo>
                      <a:pt x="140" y="292"/>
                      <a:pt x="139" y="298"/>
                      <a:pt x="135" y="301"/>
                    </a:cubicBezTo>
                    <a:lnTo>
                      <a:pt x="81" y="342"/>
                    </a:lnTo>
                    <a:lnTo>
                      <a:pt x="94" y="360"/>
                    </a:lnTo>
                    <a:lnTo>
                      <a:pt x="106" y="351"/>
                    </a:lnTo>
                    <a:cubicBezTo>
                      <a:pt x="108" y="349"/>
                      <a:pt x="111" y="349"/>
                      <a:pt x="113" y="349"/>
                    </a:cubicBezTo>
                    <a:cubicBezTo>
                      <a:pt x="116" y="350"/>
                      <a:pt x="118" y="351"/>
                      <a:pt x="120" y="353"/>
                    </a:cubicBezTo>
                    <a:lnTo>
                      <a:pt x="164" y="417"/>
                    </a:lnTo>
                    <a:lnTo>
                      <a:pt x="245" y="361"/>
                    </a:lnTo>
                    <a:lnTo>
                      <a:pt x="199" y="296"/>
                    </a:lnTo>
                    <a:cubicBezTo>
                      <a:pt x="198" y="294"/>
                      <a:pt x="197" y="291"/>
                      <a:pt x="198" y="289"/>
                    </a:cubicBezTo>
                    <a:cubicBezTo>
                      <a:pt x="198" y="286"/>
                      <a:pt x="200" y="284"/>
                      <a:pt x="202" y="282"/>
                    </a:cubicBezTo>
                    <a:lnTo>
                      <a:pt x="236" y="259"/>
                    </a:lnTo>
                    <a:lnTo>
                      <a:pt x="192" y="195"/>
                    </a:lnTo>
                    <a:cubicBezTo>
                      <a:pt x="191" y="193"/>
                      <a:pt x="191" y="192"/>
                      <a:pt x="190" y="190"/>
                    </a:cubicBezTo>
                    <a:lnTo>
                      <a:pt x="142" y="121"/>
                    </a:lnTo>
                    <a:cubicBezTo>
                      <a:pt x="140" y="118"/>
                      <a:pt x="140" y="116"/>
                      <a:pt x="140" y="113"/>
                    </a:cubicBezTo>
                    <a:cubicBezTo>
                      <a:pt x="141" y="111"/>
                      <a:pt x="142" y="108"/>
                      <a:pt x="144" y="107"/>
                    </a:cubicBezTo>
                    <a:lnTo>
                      <a:pt x="178" y="84"/>
                    </a:lnTo>
                    <a:lnTo>
                      <a:pt x="138" y="25"/>
                    </a:lnTo>
                    <a:lnTo>
                      <a:pt x="57" y="80"/>
                    </a:lnTo>
                    <a:lnTo>
                      <a:pt x="80" y="113"/>
                    </a:lnTo>
                    <a:cubicBezTo>
                      <a:pt x="81" y="114"/>
                      <a:pt x="82" y="116"/>
                      <a:pt x="82" y="118"/>
                    </a:cubicBezTo>
                    <a:close/>
                    <a:moveTo>
                      <a:pt x="0" y="165"/>
                    </a:moveTo>
                    <a:cubicBezTo>
                      <a:pt x="0" y="164"/>
                      <a:pt x="0" y="164"/>
                      <a:pt x="0" y="163"/>
                    </a:cubicBezTo>
                    <a:cubicBezTo>
                      <a:pt x="0" y="161"/>
                      <a:pt x="1" y="158"/>
                      <a:pt x="4" y="157"/>
                    </a:cubicBezTo>
                    <a:lnTo>
                      <a:pt x="58" y="116"/>
                    </a:lnTo>
                    <a:lnTo>
                      <a:pt x="35" y="83"/>
                    </a:lnTo>
                    <a:cubicBezTo>
                      <a:pt x="34" y="81"/>
                      <a:pt x="33" y="78"/>
                      <a:pt x="34" y="76"/>
                    </a:cubicBezTo>
                    <a:cubicBezTo>
                      <a:pt x="34" y="73"/>
                      <a:pt x="36" y="71"/>
                      <a:pt x="38" y="69"/>
                    </a:cubicBezTo>
                    <a:lnTo>
                      <a:pt x="135" y="3"/>
                    </a:lnTo>
                    <a:cubicBezTo>
                      <a:pt x="139" y="0"/>
                      <a:pt x="145" y="1"/>
                      <a:pt x="148" y="6"/>
                    </a:cubicBezTo>
                    <a:lnTo>
                      <a:pt x="200" y="81"/>
                    </a:lnTo>
                    <a:cubicBezTo>
                      <a:pt x="202" y="83"/>
                      <a:pt x="202" y="85"/>
                      <a:pt x="202" y="88"/>
                    </a:cubicBezTo>
                    <a:cubicBezTo>
                      <a:pt x="201" y="90"/>
                      <a:pt x="200" y="93"/>
                      <a:pt x="198" y="94"/>
                    </a:cubicBezTo>
                    <a:lnTo>
                      <a:pt x="164" y="118"/>
                    </a:lnTo>
                    <a:lnTo>
                      <a:pt x="209" y="183"/>
                    </a:lnTo>
                    <a:cubicBezTo>
                      <a:pt x="210" y="184"/>
                      <a:pt x="211" y="186"/>
                      <a:pt x="211" y="187"/>
                    </a:cubicBezTo>
                    <a:lnTo>
                      <a:pt x="258" y="256"/>
                    </a:lnTo>
                    <a:cubicBezTo>
                      <a:pt x="259" y="258"/>
                      <a:pt x="260" y="261"/>
                      <a:pt x="259" y="263"/>
                    </a:cubicBezTo>
                    <a:cubicBezTo>
                      <a:pt x="259" y="266"/>
                      <a:pt x="257" y="268"/>
                      <a:pt x="255" y="269"/>
                    </a:cubicBezTo>
                    <a:lnTo>
                      <a:pt x="221" y="293"/>
                    </a:lnTo>
                    <a:lnTo>
                      <a:pt x="267" y="358"/>
                    </a:lnTo>
                    <a:cubicBezTo>
                      <a:pt x="268" y="360"/>
                      <a:pt x="269" y="363"/>
                      <a:pt x="268" y="366"/>
                    </a:cubicBezTo>
                    <a:cubicBezTo>
                      <a:pt x="268" y="368"/>
                      <a:pt x="266" y="371"/>
                      <a:pt x="264" y="372"/>
                    </a:cubicBezTo>
                    <a:lnTo>
                      <a:pt x="167" y="439"/>
                    </a:lnTo>
                    <a:cubicBezTo>
                      <a:pt x="163" y="442"/>
                      <a:pt x="156" y="441"/>
                      <a:pt x="153" y="436"/>
                    </a:cubicBezTo>
                    <a:lnTo>
                      <a:pt x="109" y="373"/>
                    </a:lnTo>
                    <a:lnTo>
                      <a:pt x="98" y="381"/>
                    </a:lnTo>
                    <a:cubicBezTo>
                      <a:pt x="93" y="385"/>
                      <a:pt x="87" y="384"/>
                      <a:pt x="84" y="379"/>
                    </a:cubicBezTo>
                    <a:lnTo>
                      <a:pt x="59" y="346"/>
                    </a:lnTo>
                    <a:cubicBezTo>
                      <a:pt x="56" y="341"/>
                      <a:pt x="57" y="335"/>
                      <a:pt x="61" y="332"/>
                    </a:cubicBezTo>
                    <a:lnTo>
                      <a:pt x="116" y="291"/>
                    </a:lnTo>
                    <a:lnTo>
                      <a:pt x="93" y="258"/>
                    </a:lnTo>
                    <a:cubicBezTo>
                      <a:pt x="92" y="257"/>
                      <a:pt x="91" y="256"/>
                      <a:pt x="91" y="254"/>
                    </a:cubicBezTo>
                    <a:lnTo>
                      <a:pt x="52" y="198"/>
                    </a:lnTo>
                    <a:lnTo>
                      <a:pt x="40" y="206"/>
                    </a:lnTo>
                    <a:cubicBezTo>
                      <a:pt x="38" y="208"/>
                      <a:pt x="36" y="208"/>
                      <a:pt x="33" y="208"/>
                    </a:cubicBezTo>
                    <a:cubicBezTo>
                      <a:pt x="30" y="208"/>
                      <a:pt x="28" y="206"/>
                      <a:pt x="27" y="204"/>
                    </a:cubicBezTo>
                    <a:lnTo>
                      <a:pt x="1" y="170"/>
                    </a:lnTo>
                    <a:cubicBezTo>
                      <a:pt x="0" y="169"/>
                      <a:pt x="0" y="167"/>
                      <a:pt x="0" y="16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9" name="Freeform 108"/>
              <p:cNvSpPr>
                <a:spLocks noEditPoints="1"/>
              </p:cNvSpPr>
              <p:nvPr/>
            </p:nvSpPr>
            <p:spPr bwMode="auto">
              <a:xfrm>
                <a:off x="8922" y="2961"/>
                <a:ext cx="115" cy="129"/>
              </a:xfrm>
              <a:custGeom>
                <a:avLst/>
                <a:gdLst>
                  <a:gd name="T0" fmla="*/ 174 w 433"/>
                  <a:gd name="T1" fmla="*/ 67 h 483"/>
                  <a:gd name="T2" fmla="*/ 173 w 433"/>
                  <a:gd name="T3" fmla="*/ 72 h 483"/>
                  <a:gd name="T4" fmla="*/ 23 w 433"/>
                  <a:gd name="T5" fmla="*/ 353 h 483"/>
                  <a:gd name="T6" fmla="*/ 222 w 433"/>
                  <a:gd name="T7" fmla="*/ 459 h 483"/>
                  <a:gd name="T8" fmla="*/ 372 w 433"/>
                  <a:gd name="T9" fmla="*/ 178 h 483"/>
                  <a:gd name="T10" fmla="*/ 377 w 433"/>
                  <a:gd name="T11" fmla="*/ 173 h 483"/>
                  <a:gd name="T12" fmla="*/ 385 w 433"/>
                  <a:gd name="T13" fmla="*/ 174 h 483"/>
                  <a:gd name="T14" fmla="*/ 395 w 433"/>
                  <a:gd name="T15" fmla="*/ 179 h 483"/>
                  <a:gd name="T16" fmla="*/ 409 w 433"/>
                  <a:gd name="T17" fmla="*/ 154 h 483"/>
                  <a:gd name="T18" fmla="*/ 359 w 433"/>
                  <a:gd name="T19" fmla="*/ 127 h 483"/>
                  <a:gd name="T20" fmla="*/ 354 w 433"/>
                  <a:gd name="T21" fmla="*/ 137 h 483"/>
                  <a:gd name="T22" fmla="*/ 348 w 433"/>
                  <a:gd name="T23" fmla="*/ 141 h 483"/>
                  <a:gd name="T24" fmla="*/ 340 w 433"/>
                  <a:gd name="T25" fmla="*/ 141 h 483"/>
                  <a:gd name="T26" fmla="*/ 282 w 433"/>
                  <a:gd name="T27" fmla="*/ 109 h 483"/>
                  <a:gd name="T28" fmla="*/ 277 w 433"/>
                  <a:gd name="T29" fmla="*/ 103 h 483"/>
                  <a:gd name="T30" fmla="*/ 278 w 433"/>
                  <a:gd name="T31" fmla="*/ 96 h 483"/>
                  <a:gd name="T32" fmla="*/ 301 w 433"/>
                  <a:gd name="T33" fmla="*/ 53 h 483"/>
                  <a:gd name="T34" fmla="*/ 246 w 433"/>
                  <a:gd name="T35" fmla="*/ 23 h 483"/>
                  <a:gd name="T36" fmla="*/ 233 w 433"/>
                  <a:gd name="T37" fmla="*/ 49 h 483"/>
                  <a:gd name="T38" fmla="*/ 220 w 433"/>
                  <a:gd name="T39" fmla="*/ 53 h 483"/>
                  <a:gd name="T40" fmla="*/ 180 w 433"/>
                  <a:gd name="T41" fmla="*/ 32 h 483"/>
                  <a:gd name="T42" fmla="*/ 166 w 433"/>
                  <a:gd name="T43" fmla="*/ 57 h 483"/>
                  <a:gd name="T44" fmla="*/ 169 w 433"/>
                  <a:gd name="T45" fmla="*/ 59 h 483"/>
                  <a:gd name="T46" fmla="*/ 174 w 433"/>
                  <a:gd name="T47" fmla="*/ 64 h 483"/>
                  <a:gd name="T48" fmla="*/ 174 w 433"/>
                  <a:gd name="T49" fmla="*/ 67 h 483"/>
                  <a:gd name="T50" fmla="*/ 0 w 433"/>
                  <a:gd name="T51" fmla="*/ 357 h 483"/>
                  <a:gd name="T52" fmla="*/ 1 w 433"/>
                  <a:gd name="T53" fmla="*/ 352 h 483"/>
                  <a:gd name="T54" fmla="*/ 151 w 433"/>
                  <a:gd name="T55" fmla="*/ 71 h 483"/>
                  <a:gd name="T56" fmla="*/ 148 w 433"/>
                  <a:gd name="T57" fmla="*/ 70 h 483"/>
                  <a:gd name="T58" fmla="*/ 143 w 433"/>
                  <a:gd name="T59" fmla="*/ 64 h 483"/>
                  <a:gd name="T60" fmla="*/ 144 w 433"/>
                  <a:gd name="T61" fmla="*/ 56 h 483"/>
                  <a:gd name="T62" fmla="*/ 167 w 433"/>
                  <a:gd name="T63" fmla="*/ 14 h 483"/>
                  <a:gd name="T64" fmla="*/ 180 w 433"/>
                  <a:gd name="T65" fmla="*/ 10 h 483"/>
                  <a:gd name="T66" fmla="*/ 220 w 433"/>
                  <a:gd name="T67" fmla="*/ 31 h 483"/>
                  <a:gd name="T68" fmla="*/ 234 w 433"/>
                  <a:gd name="T69" fmla="*/ 5 h 483"/>
                  <a:gd name="T70" fmla="*/ 240 w 433"/>
                  <a:gd name="T71" fmla="*/ 0 h 483"/>
                  <a:gd name="T72" fmla="*/ 247 w 433"/>
                  <a:gd name="T73" fmla="*/ 1 h 483"/>
                  <a:gd name="T74" fmla="*/ 319 w 433"/>
                  <a:gd name="T75" fmla="*/ 40 h 483"/>
                  <a:gd name="T76" fmla="*/ 324 w 433"/>
                  <a:gd name="T77" fmla="*/ 46 h 483"/>
                  <a:gd name="T78" fmla="*/ 323 w 433"/>
                  <a:gd name="T79" fmla="*/ 53 h 483"/>
                  <a:gd name="T80" fmla="*/ 300 w 433"/>
                  <a:gd name="T81" fmla="*/ 97 h 483"/>
                  <a:gd name="T82" fmla="*/ 341 w 433"/>
                  <a:gd name="T83" fmla="*/ 119 h 483"/>
                  <a:gd name="T84" fmla="*/ 346 w 433"/>
                  <a:gd name="T85" fmla="*/ 109 h 483"/>
                  <a:gd name="T86" fmla="*/ 359 w 433"/>
                  <a:gd name="T87" fmla="*/ 105 h 483"/>
                  <a:gd name="T88" fmla="*/ 427 w 433"/>
                  <a:gd name="T89" fmla="*/ 141 h 483"/>
                  <a:gd name="T90" fmla="*/ 432 w 433"/>
                  <a:gd name="T91" fmla="*/ 147 h 483"/>
                  <a:gd name="T92" fmla="*/ 431 w 433"/>
                  <a:gd name="T93" fmla="*/ 155 h 483"/>
                  <a:gd name="T94" fmla="*/ 408 w 433"/>
                  <a:gd name="T95" fmla="*/ 197 h 483"/>
                  <a:gd name="T96" fmla="*/ 402 w 433"/>
                  <a:gd name="T97" fmla="*/ 202 h 483"/>
                  <a:gd name="T98" fmla="*/ 395 w 433"/>
                  <a:gd name="T99" fmla="*/ 201 h 483"/>
                  <a:gd name="T100" fmla="*/ 384 w 433"/>
                  <a:gd name="T101" fmla="*/ 196 h 483"/>
                  <a:gd name="T102" fmla="*/ 234 w 433"/>
                  <a:gd name="T103" fmla="*/ 477 h 483"/>
                  <a:gd name="T104" fmla="*/ 221 w 433"/>
                  <a:gd name="T105" fmla="*/ 481 h 483"/>
                  <a:gd name="T106" fmla="*/ 5 w 433"/>
                  <a:gd name="T107" fmla="*/ 366 h 483"/>
                  <a:gd name="T108" fmla="*/ 1 w 433"/>
                  <a:gd name="T109" fmla="*/ 360 h 483"/>
                  <a:gd name="T110" fmla="*/ 0 w 433"/>
                  <a:gd name="T111" fmla="*/ 357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33" h="483">
                    <a:moveTo>
                      <a:pt x="174" y="67"/>
                    </a:moveTo>
                    <a:cubicBezTo>
                      <a:pt x="174" y="69"/>
                      <a:pt x="174" y="71"/>
                      <a:pt x="173" y="72"/>
                    </a:cubicBezTo>
                    <a:lnTo>
                      <a:pt x="23" y="353"/>
                    </a:lnTo>
                    <a:lnTo>
                      <a:pt x="222" y="459"/>
                    </a:lnTo>
                    <a:lnTo>
                      <a:pt x="372" y="178"/>
                    </a:lnTo>
                    <a:cubicBezTo>
                      <a:pt x="373" y="175"/>
                      <a:pt x="375" y="174"/>
                      <a:pt x="377" y="173"/>
                    </a:cubicBezTo>
                    <a:cubicBezTo>
                      <a:pt x="380" y="172"/>
                      <a:pt x="383" y="172"/>
                      <a:pt x="385" y="174"/>
                    </a:cubicBezTo>
                    <a:lnTo>
                      <a:pt x="395" y="179"/>
                    </a:lnTo>
                    <a:lnTo>
                      <a:pt x="409" y="154"/>
                    </a:lnTo>
                    <a:lnTo>
                      <a:pt x="359" y="127"/>
                    </a:lnTo>
                    <a:lnTo>
                      <a:pt x="354" y="137"/>
                    </a:lnTo>
                    <a:cubicBezTo>
                      <a:pt x="353" y="139"/>
                      <a:pt x="350" y="141"/>
                      <a:pt x="348" y="141"/>
                    </a:cubicBezTo>
                    <a:cubicBezTo>
                      <a:pt x="345" y="142"/>
                      <a:pt x="343" y="142"/>
                      <a:pt x="340" y="141"/>
                    </a:cubicBezTo>
                    <a:lnTo>
                      <a:pt x="282" y="109"/>
                    </a:lnTo>
                    <a:cubicBezTo>
                      <a:pt x="280" y="108"/>
                      <a:pt x="278" y="106"/>
                      <a:pt x="277" y="103"/>
                    </a:cubicBezTo>
                    <a:cubicBezTo>
                      <a:pt x="277" y="101"/>
                      <a:pt x="277" y="98"/>
                      <a:pt x="278" y="96"/>
                    </a:cubicBezTo>
                    <a:lnTo>
                      <a:pt x="301" y="53"/>
                    </a:lnTo>
                    <a:lnTo>
                      <a:pt x="246" y="23"/>
                    </a:lnTo>
                    <a:lnTo>
                      <a:pt x="233" y="49"/>
                    </a:lnTo>
                    <a:cubicBezTo>
                      <a:pt x="230" y="53"/>
                      <a:pt x="224" y="55"/>
                      <a:pt x="220" y="53"/>
                    </a:cubicBezTo>
                    <a:lnTo>
                      <a:pt x="180" y="32"/>
                    </a:lnTo>
                    <a:lnTo>
                      <a:pt x="166" y="57"/>
                    </a:lnTo>
                    <a:lnTo>
                      <a:pt x="169" y="59"/>
                    </a:lnTo>
                    <a:cubicBezTo>
                      <a:pt x="172" y="60"/>
                      <a:pt x="173" y="62"/>
                      <a:pt x="174" y="64"/>
                    </a:cubicBezTo>
                    <a:cubicBezTo>
                      <a:pt x="174" y="65"/>
                      <a:pt x="174" y="66"/>
                      <a:pt x="174" y="67"/>
                    </a:cubicBezTo>
                    <a:close/>
                    <a:moveTo>
                      <a:pt x="0" y="357"/>
                    </a:moveTo>
                    <a:cubicBezTo>
                      <a:pt x="0" y="356"/>
                      <a:pt x="1" y="354"/>
                      <a:pt x="1" y="352"/>
                    </a:cubicBezTo>
                    <a:lnTo>
                      <a:pt x="151" y="71"/>
                    </a:lnTo>
                    <a:lnTo>
                      <a:pt x="148" y="70"/>
                    </a:lnTo>
                    <a:cubicBezTo>
                      <a:pt x="146" y="69"/>
                      <a:pt x="144" y="66"/>
                      <a:pt x="143" y="64"/>
                    </a:cubicBezTo>
                    <a:cubicBezTo>
                      <a:pt x="143" y="61"/>
                      <a:pt x="143" y="59"/>
                      <a:pt x="144" y="56"/>
                    </a:cubicBezTo>
                    <a:lnTo>
                      <a:pt x="167" y="14"/>
                    </a:lnTo>
                    <a:cubicBezTo>
                      <a:pt x="169" y="9"/>
                      <a:pt x="175" y="7"/>
                      <a:pt x="180" y="10"/>
                    </a:cubicBezTo>
                    <a:lnTo>
                      <a:pt x="220" y="31"/>
                    </a:lnTo>
                    <a:lnTo>
                      <a:pt x="234" y="5"/>
                    </a:lnTo>
                    <a:cubicBezTo>
                      <a:pt x="235" y="3"/>
                      <a:pt x="237" y="1"/>
                      <a:pt x="240" y="0"/>
                    </a:cubicBezTo>
                    <a:cubicBezTo>
                      <a:pt x="242" y="0"/>
                      <a:pt x="245" y="0"/>
                      <a:pt x="247" y="1"/>
                    </a:cubicBezTo>
                    <a:lnTo>
                      <a:pt x="319" y="40"/>
                    </a:lnTo>
                    <a:cubicBezTo>
                      <a:pt x="322" y="41"/>
                      <a:pt x="323" y="43"/>
                      <a:pt x="324" y="46"/>
                    </a:cubicBezTo>
                    <a:cubicBezTo>
                      <a:pt x="325" y="48"/>
                      <a:pt x="325" y="51"/>
                      <a:pt x="323" y="53"/>
                    </a:cubicBezTo>
                    <a:lnTo>
                      <a:pt x="300" y="97"/>
                    </a:lnTo>
                    <a:lnTo>
                      <a:pt x="341" y="119"/>
                    </a:lnTo>
                    <a:lnTo>
                      <a:pt x="346" y="109"/>
                    </a:lnTo>
                    <a:cubicBezTo>
                      <a:pt x="349" y="105"/>
                      <a:pt x="355" y="103"/>
                      <a:pt x="359" y="105"/>
                    </a:cubicBezTo>
                    <a:lnTo>
                      <a:pt x="427" y="141"/>
                    </a:lnTo>
                    <a:cubicBezTo>
                      <a:pt x="429" y="142"/>
                      <a:pt x="431" y="144"/>
                      <a:pt x="432" y="147"/>
                    </a:cubicBezTo>
                    <a:cubicBezTo>
                      <a:pt x="433" y="149"/>
                      <a:pt x="432" y="152"/>
                      <a:pt x="431" y="155"/>
                    </a:cubicBezTo>
                    <a:lnTo>
                      <a:pt x="408" y="197"/>
                    </a:lnTo>
                    <a:cubicBezTo>
                      <a:pt x="407" y="200"/>
                      <a:pt x="405" y="201"/>
                      <a:pt x="402" y="202"/>
                    </a:cubicBezTo>
                    <a:cubicBezTo>
                      <a:pt x="400" y="203"/>
                      <a:pt x="397" y="203"/>
                      <a:pt x="395" y="201"/>
                    </a:cubicBezTo>
                    <a:lnTo>
                      <a:pt x="384" y="196"/>
                    </a:lnTo>
                    <a:lnTo>
                      <a:pt x="234" y="477"/>
                    </a:lnTo>
                    <a:cubicBezTo>
                      <a:pt x="232" y="482"/>
                      <a:pt x="226" y="483"/>
                      <a:pt x="221" y="481"/>
                    </a:cubicBezTo>
                    <a:lnTo>
                      <a:pt x="5" y="366"/>
                    </a:lnTo>
                    <a:cubicBezTo>
                      <a:pt x="3" y="365"/>
                      <a:pt x="1" y="362"/>
                      <a:pt x="1" y="360"/>
                    </a:cubicBezTo>
                    <a:cubicBezTo>
                      <a:pt x="0" y="359"/>
                      <a:pt x="0" y="358"/>
                      <a:pt x="0" y="35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0" name="Freeform 109"/>
              <p:cNvSpPr>
                <a:spLocks noEditPoints="1"/>
              </p:cNvSpPr>
              <p:nvPr/>
            </p:nvSpPr>
            <p:spPr bwMode="auto">
              <a:xfrm>
                <a:off x="8892" y="2709"/>
                <a:ext cx="113" cy="150"/>
              </a:xfrm>
              <a:custGeom>
                <a:avLst/>
                <a:gdLst>
                  <a:gd name="T0" fmla="*/ 156 w 425"/>
                  <a:gd name="T1" fmla="*/ 85 h 564"/>
                  <a:gd name="T2" fmla="*/ 155 w 425"/>
                  <a:gd name="T3" fmla="*/ 88 h 564"/>
                  <a:gd name="T4" fmla="*/ 23 w 425"/>
                  <a:gd name="T5" fmla="*/ 461 h 564"/>
                  <a:gd name="T6" fmla="*/ 235 w 425"/>
                  <a:gd name="T7" fmla="*/ 541 h 564"/>
                  <a:gd name="T8" fmla="*/ 380 w 425"/>
                  <a:gd name="T9" fmla="*/ 151 h 564"/>
                  <a:gd name="T10" fmla="*/ 391 w 425"/>
                  <a:gd name="T11" fmla="*/ 145 h 564"/>
                  <a:gd name="T12" fmla="*/ 399 w 425"/>
                  <a:gd name="T13" fmla="*/ 146 h 564"/>
                  <a:gd name="T14" fmla="*/ 402 w 425"/>
                  <a:gd name="T15" fmla="*/ 134 h 564"/>
                  <a:gd name="T16" fmla="*/ 347 w 425"/>
                  <a:gd name="T17" fmla="*/ 109 h 564"/>
                  <a:gd name="T18" fmla="*/ 338 w 425"/>
                  <a:gd name="T19" fmla="*/ 120 h 564"/>
                  <a:gd name="T20" fmla="*/ 327 w 425"/>
                  <a:gd name="T21" fmla="*/ 124 h 564"/>
                  <a:gd name="T22" fmla="*/ 274 w 425"/>
                  <a:gd name="T23" fmla="*/ 107 h 564"/>
                  <a:gd name="T24" fmla="*/ 268 w 425"/>
                  <a:gd name="T25" fmla="*/ 101 h 564"/>
                  <a:gd name="T26" fmla="*/ 268 w 425"/>
                  <a:gd name="T27" fmla="*/ 94 h 564"/>
                  <a:gd name="T28" fmla="*/ 285 w 425"/>
                  <a:gd name="T29" fmla="*/ 46 h 564"/>
                  <a:gd name="T30" fmla="*/ 220 w 425"/>
                  <a:gd name="T31" fmla="*/ 23 h 564"/>
                  <a:gd name="T32" fmla="*/ 208 w 425"/>
                  <a:gd name="T33" fmla="*/ 44 h 564"/>
                  <a:gd name="T34" fmla="*/ 196 w 425"/>
                  <a:gd name="T35" fmla="*/ 49 h 564"/>
                  <a:gd name="T36" fmla="*/ 156 w 425"/>
                  <a:gd name="T37" fmla="*/ 34 h 564"/>
                  <a:gd name="T38" fmla="*/ 144 w 425"/>
                  <a:gd name="T39" fmla="*/ 69 h 564"/>
                  <a:gd name="T40" fmla="*/ 153 w 425"/>
                  <a:gd name="T41" fmla="*/ 78 h 564"/>
                  <a:gd name="T42" fmla="*/ 156 w 425"/>
                  <a:gd name="T43" fmla="*/ 85 h 564"/>
                  <a:gd name="T44" fmla="*/ 0 w 425"/>
                  <a:gd name="T45" fmla="*/ 467 h 564"/>
                  <a:gd name="T46" fmla="*/ 1 w 425"/>
                  <a:gd name="T47" fmla="*/ 463 h 564"/>
                  <a:gd name="T48" fmla="*/ 134 w 425"/>
                  <a:gd name="T49" fmla="*/ 88 h 564"/>
                  <a:gd name="T50" fmla="*/ 125 w 425"/>
                  <a:gd name="T51" fmla="*/ 78 h 564"/>
                  <a:gd name="T52" fmla="*/ 123 w 425"/>
                  <a:gd name="T53" fmla="*/ 68 h 564"/>
                  <a:gd name="T54" fmla="*/ 141 w 425"/>
                  <a:gd name="T55" fmla="*/ 19 h 564"/>
                  <a:gd name="T56" fmla="*/ 154 w 425"/>
                  <a:gd name="T57" fmla="*/ 13 h 564"/>
                  <a:gd name="T58" fmla="*/ 195 w 425"/>
                  <a:gd name="T59" fmla="*/ 28 h 564"/>
                  <a:gd name="T60" fmla="*/ 207 w 425"/>
                  <a:gd name="T61" fmla="*/ 6 h 564"/>
                  <a:gd name="T62" fmla="*/ 219 w 425"/>
                  <a:gd name="T63" fmla="*/ 1 h 564"/>
                  <a:gd name="T64" fmla="*/ 301 w 425"/>
                  <a:gd name="T65" fmla="*/ 31 h 564"/>
                  <a:gd name="T66" fmla="*/ 307 w 425"/>
                  <a:gd name="T67" fmla="*/ 43 h 564"/>
                  <a:gd name="T68" fmla="*/ 290 w 425"/>
                  <a:gd name="T69" fmla="*/ 91 h 564"/>
                  <a:gd name="T70" fmla="*/ 327 w 425"/>
                  <a:gd name="T71" fmla="*/ 103 h 564"/>
                  <a:gd name="T72" fmla="*/ 336 w 425"/>
                  <a:gd name="T73" fmla="*/ 91 h 564"/>
                  <a:gd name="T74" fmla="*/ 348 w 425"/>
                  <a:gd name="T75" fmla="*/ 88 h 564"/>
                  <a:gd name="T76" fmla="*/ 418 w 425"/>
                  <a:gd name="T77" fmla="*/ 119 h 564"/>
                  <a:gd name="T78" fmla="*/ 424 w 425"/>
                  <a:gd name="T79" fmla="*/ 131 h 564"/>
                  <a:gd name="T80" fmla="*/ 415 w 425"/>
                  <a:gd name="T81" fmla="*/ 159 h 564"/>
                  <a:gd name="T82" fmla="*/ 405 w 425"/>
                  <a:gd name="T83" fmla="*/ 166 h 564"/>
                  <a:gd name="T84" fmla="*/ 396 w 425"/>
                  <a:gd name="T85" fmla="*/ 165 h 564"/>
                  <a:gd name="T86" fmla="*/ 250 w 425"/>
                  <a:gd name="T87" fmla="*/ 557 h 564"/>
                  <a:gd name="T88" fmla="*/ 245 w 425"/>
                  <a:gd name="T89" fmla="*/ 562 h 564"/>
                  <a:gd name="T90" fmla="*/ 237 w 425"/>
                  <a:gd name="T91" fmla="*/ 563 h 564"/>
                  <a:gd name="T92" fmla="*/ 7 w 425"/>
                  <a:gd name="T93" fmla="*/ 476 h 564"/>
                  <a:gd name="T94" fmla="*/ 0 w 425"/>
                  <a:gd name="T95" fmla="*/ 467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25" h="564">
                    <a:moveTo>
                      <a:pt x="156" y="85"/>
                    </a:moveTo>
                    <a:cubicBezTo>
                      <a:pt x="156" y="86"/>
                      <a:pt x="155" y="87"/>
                      <a:pt x="155" y="88"/>
                    </a:cubicBezTo>
                    <a:lnTo>
                      <a:pt x="23" y="461"/>
                    </a:lnTo>
                    <a:lnTo>
                      <a:pt x="235" y="541"/>
                    </a:lnTo>
                    <a:lnTo>
                      <a:pt x="380" y="151"/>
                    </a:lnTo>
                    <a:cubicBezTo>
                      <a:pt x="382" y="147"/>
                      <a:pt x="386" y="144"/>
                      <a:pt x="391" y="145"/>
                    </a:cubicBezTo>
                    <a:lnTo>
                      <a:pt x="399" y="146"/>
                    </a:lnTo>
                    <a:lnTo>
                      <a:pt x="402" y="134"/>
                    </a:lnTo>
                    <a:lnTo>
                      <a:pt x="347" y="109"/>
                    </a:lnTo>
                    <a:lnTo>
                      <a:pt x="338" y="120"/>
                    </a:lnTo>
                    <a:cubicBezTo>
                      <a:pt x="335" y="124"/>
                      <a:pt x="331" y="125"/>
                      <a:pt x="327" y="124"/>
                    </a:cubicBezTo>
                    <a:lnTo>
                      <a:pt x="274" y="107"/>
                    </a:lnTo>
                    <a:cubicBezTo>
                      <a:pt x="271" y="106"/>
                      <a:pt x="269" y="104"/>
                      <a:pt x="268" y="101"/>
                    </a:cubicBezTo>
                    <a:cubicBezTo>
                      <a:pt x="267" y="99"/>
                      <a:pt x="267" y="96"/>
                      <a:pt x="268" y="94"/>
                    </a:cubicBezTo>
                    <a:lnTo>
                      <a:pt x="285" y="46"/>
                    </a:lnTo>
                    <a:lnTo>
                      <a:pt x="220" y="23"/>
                    </a:lnTo>
                    <a:lnTo>
                      <a:pt x="208" y="44"/>
                    </a:lnTo>
                    <a:cubicBezTo>
                      <a:pt x="205" y="49"/>
                      <a:pt x="200" y="51"/>
                      <a:pt x="196" y="49"/>
                    </a:cubicBezTo>
                    <a:lnTo>
                      <a:pt x="156" y="34"/>
                    </a:lnTo>
                    <a:lnTo>
                      <a:pt x="144" y="69"/>
                    </a:lnTo>
                    <a:lnTo>
                      <a:pt x="153" y="78"/>
                    </a:lnTo>
                    <a:cubicBezTo>
                      <a:pt x="155" y="80"/>
                      <a:pt x="156" y="83"/>
                      <a:pt x="156" y="85"/>
                    </a:cubicBezTo>
                    <a:close/>
                    <a:moveTo>
                      <a:pt x="0" y="467"/>
                    </a:moveTo>
                    <a:cubicBezTo>
                      <a:pt x="0" y="466"/>
                      <a:pt x="1" y="464"/>
                      <a:pt x="1" y="463"/>
                    </a:cubicBezTo>
                    <a:lnTo>
                      <a:pt x="134" y="88"/>
                    </a:lnTo>
                    <a:lnTo>
                      <a:pt x="125" y="78"/>
                    </a:lnTo>
                    <a:cubicBezTo>
                      <a:pt x="123" y="75"/>
                      <a:pt x="122" y="71"/>
                      <a:pt x="123" y="68"/>
                    </a:cubicBezTo>
                    <a:lnTo>
                      <a:pt x="141" y="19"/>
                    </a:lnTo>
                    <a:cubicBezTo>
                      <a:pt x="143" y="13"/>
                      <a:pt x="148" y="11"/>
                      <a:pt x="154" y="13"/>
                    </a:cubicBezTo>
                    <a:lnTo>
                      <a:pt x="195" y="28"/>
                    </a:lnTo>
                    <a:lnTo>
                      <a:pt x="207" y="6"/>
                    </a:lnTo>
                    <a:cubicBezTo>
                      <a:pt x="209" y="1"/>
                      <a:pt x="214" y="0"/>
                      <a:pt x="219" y="1"/>
                    </a:cubicBezTo>
                    <a:lnTo>
                      <a:pt x="301" y="31"/>
                    </a:lnTo>
                    <a:cubicBezTo>
                      <a:pt x="306" y="32"/>
                      <a:pt x="309" y="38"/>
                      <a:pt x="307" y="43"/>
                    </a:cubicBezTo>
                    <a:lnTo>
                      <a:pt x="290" y="91"/>
                    </a:lnTo>
                    <a:lnTo>
                      <a:pt x="327" y="103"/>
                    </a:lnTo>
                    <a:lnTo>
                      <a:pt x="336" y="91"/>
                    </a:lnTo>
                    <a:cubicBezTo>
                      <a:pt x="339" y="88"/>
                      <a:pt x="343" y="86"/>
                      <a:pt x="348" y="88"/>
                    </a:cubicBezTo>
                    <a:lnTo>
                      <a:pt x="418" y="119"/>
                    </a:lnTo>
                    <a:cubicBezTo>
                      <a:pt x="423" y="121"/>
                      <a:pt x="425" y="126"/>
                      <a:pt x="424" y="131"/>
                    </a:cubicBezTo>
                    <a:lnTo>
                      <a:pt x="415" y="159"/>
                    </a:lnTo>
                    <a:cubicBezTo>
                      <a:pt x="414" y="164"/>
                      <a:pt x="409" y="167"/>
                      <a:pt x="405" y="166"/>
                    </a:cubicBezTo>
                    <a:lnTo>
                      <a:pt x="396" y="165"/>
                    </a:lnTo>
                    <a:lnTo>
                      <a:pt x="250" y="557"/>
                    </a:lnTo>
                    <a:cubicBezTo>
                      <a:pt x="249" y="559"/>
                      <a:pt x="247" y="561"/>
                      <a:pt x="245" y="562"/>
                    </a:cubicBezTo>
                    <a:cubicBezTo>
                      <a:pt x="242" y="563"/>
                      <a:pt x="240" y="564"/>
                      <a:pt x="237" y="563"/>
                    </a:cubicBezTo>
                    <a:lnTo>
                      <a:pt x="7" y="476"/>
                    </a:lnTo>
                    <a:cubicBezTo>
                      <a:pt x="3" y="474"/>
                      <a:pt x="0" y="471"/>
                      <a:pt x="0" y="4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1" name="Freeform 110"/>
              <p:cNvSpPr>
                <a:spLocks noEditPoints="1"/>
              </p:cNvSpPr>
              <p:nvPr/>
            </p:nvSpPr>
            <p:spPr bwMode="auto">
              <a:xfrm>
                <a:off x="8750" y="2671"/>
                <a:ext cx="143" cy="166"/>
              </a:xfrm>
              <a:custGeom>
                <a:avLst/>
                <a:gdLst>
                  <a:gd name="T0" fmla="*/ 270 w 535"/>
                  <a:gd name="T1" fmla="*/ 80 h 623"/>
                  <a:gd name="T2" fmla="*/ 269 w 535"/>
                  <a:gd name="T3" fmla="*/ 85 h 623"/>
                  <a:gd name="T4" fmla="*/ 23 w 535"/>
                  <a:gd name="T5" fmla="*/ 474 h 623"/>
                  <a:gd name="T6" fmla="*/ 221 w 535"/>
                  <a:gd name="T7" fmla="*/ 598 h 623"/>
                  <a:gd name="T8" fmla="*/ 465 w 535"/>
                  <a:gd name="T9" fmla="*/ 209 h 623"/>
                  <a:gd name="T10" fmla="*/ 479 w 535"/>
                  <a:gd name="T11" fmla="*/ 206 h 623"/>
                  <a:gd name="T12" fmla="*/ 489 w 535"/>
                  <a:gd name="T13" fmla="*/ 212 h 623"/>
                  <a:gd name="T14" fmla="*/ 512 w 535"/>
                  <a:gd name="T15" fmla="*/ 176 h 623"/>
                  <a:gd name="T16" fmla="*/ 448 w 535"/>
                  <a:gd name="T17" fmla="*/ 136 h 623"/>
                  <a:gd name="T18" fmla="*/ 446 w 535"/>
                  <a:gd name="T19" fmla="*/ 139 h 623"/>
                  <a:gd name="T20" fmla="*/ 440 w 535"/>
                  <a:gd name="T21" fmla="*/ 144 h 623"/>
                  <a:gd name="T22" fmla="*/ 432 w 535"/>
                  <a:gd name="T23" fmla="*/ 143 h 623"/>
                  <a:gd name="T24" fmla="*/ 384 w 535"/>
                  <a:gd name="T25" fmla="*/ 112 h 623"/>
                  <a:gd name="T26" fmla="*/ 381 w 535"/>
                  <a:gd name="T27" fmla="*/ 98 h 623"/>
                  <a:gd name="T28" fmla="*/ 401 w 535"/>
                  <a:gd name="T29" fmla="*/ 66 h 623"/>
                  <a:gd name="T30" fmla="*/ 335 w 535"/>
                  <a:gd name="T31" fmla="*/ 25 h 623"/>
                  <a:gd name="T32" fmla="*/ 322 w 535"/>
                  <a:gd name="T33" fmla="*/ 45 h 623"/>
                  <a:gd name="T34" fmla="*/ 309 w 535"/>
                  <a:gd name="T35" fmla="*/ 48 h 623"/>
                  <a:gd name="T36" fmla="*/ 276 w 535"/>
                  <a:gd name="T37" fmla="*/ 28 h 623"/>
                  <a:gd name="T38" fmla="*/ 254 w 535"/>
                  <a:gd name="T39" fmla="*/ 64 h 623"/>
                  <a:gd name="T40" fmla="*/ 266 w 535"/>
                  <a:gd name="T41" fmla="*/ 71 h 623"/>
                  <a:gd name="T42" fmla="*/ 270 w 535"/>
                  <a:gd name="T43" fmla="*/ 80 h 623"/>
                  <a:gd name="T44" fmla="*/ 0 w 535"/>
                  <a:gd name="T45" fmla="*/ 477 h 623"/>
                  <a:gd name="T46" fmla="*/ 2 w 535"/>
                  <a:gd name="T47" fmla="*/ 472 h 623"/>
                  <a:gd name="T48" fmla="*/ 247 w 535"/>
                  <a:gd name="T49" fmla="*/ 83 h 623"/>
                  <a:gd name="T50" fmla="*/ 235 w 535"/>
                  <a:gd name="T51" fmla="*/ 75 h 623"/>
                  <a:gd name="T52" fmla="*/ 232 w 535"/>
                  <a:gd name="T53" fmla="*/ 62 h 623"/>
                  <a:gd name="T54" fmla="*/ 265 w 535"/>
                  <a:gd name="T55" fmla="*/ 9 h 623"/>
                  <a:gd name="T56" fmla="*/ 279 w 535"/>
                  <a:gd name="T57" fmla="*/ 6 h 623"/>
                  <a:gd name="T58" fmla="*/ 311 w 535"/>
                  <a:gd name="T59" fmla="*/ 26 h 623"/>
                  <a:gd name="T60" fmla="*/ 324 w 535"/>
                  <a:gd name="T61" fmla="*/ 6 h 623"/>
                  <a:gd name="T62" fmla="*/ 337 w 535"/>
                  <a:gd name="T63" fmla="*/ 3 h 623"/>
                  <a:gd name="T64" fmla="*/ 420 w 535"/>
                  <a:gd name="T65" fmla="*/ 55 h 623"/>
                  <a:gd name="T66" fmla="*/ 423 w 535"/>
                  <a:gd name="T67" fmla="*/ 68 h 623"/>
                  <a:gd name="T68" fmla="*/ 403 w 535"/>
                  <a:gd name="T69" fmla="*/ 101 h 623"/>
                  <a:gd name="T70" fmla="*/ 434 w 535"/>
                  <a:gd name="T71" fmla="*/ 121 h 623"/>
                  <a:gd name="T72" fmla="*/ 436 w 535"/>
                  <a:gd name="T73" fmla="*/ 117 h 623"/>
                  <a:gd name="T74" fmla="*/ 442 w 535"/>
                  <a:gd name="T75" fmla="*/ 113 h 623"/>
                  <a:gd name="T76" fmla="*/ 450 w 535"/>
                  <a:gd name="T77" fmla="*/ 114 h 623"/>
                  <a:gd name="T78" fmla="*/ 531 w 535"/>
                  <a:gd name="T79" fmla="*/ 165 h 623"/>
                  <a:gd name="T80" fmla="*/ 535 w 535"/>
                  <a:gd name="T81" fmla="*/ 171 h 623"/>
                  <a:gd name="T82" fmla="*/ 534 w 535"/>
                  <a:gd name="T83" fmla="*/ 178 h 623"/>
                  <a:gd name="T84" fmla="*/ 501 w 535"/>
                  <a:gd name="T85" fmla="*/ 231 h 623"/>
                  <a:gd name="T86" fmla="*/ 487 w 535"/>
                  <a:gd name="T87" fmla="*/ 234 h 623"/>
                  <a:gd name="T88" fmla="*/ 477 w 535"/>
                  <a:gd name="T89" fmla="*/ 228 h 623"/>
                  <a:gd name="T90" fmla="*/ 232 w 535"/>
                  <a:gd name="T91" fmla="*/ 617 h 623"/>
                  <a:gd name="T92" fmla="*/ 219 w 535"/>
                  <a:gd name="T93" fmla="*/ 620 h 623"/>
                  <a:gd name="T94" fmla="*/ 5 w 535"/>
                  <a:gd name="T95" fmla="*/ 486 h 623"/>
                  <a:gd name="T96" fmla="*/ 0 w 535"/>
                  <a:gd name="T97" fmla="*/ 480 h 623"/>
                  <a:gd name="T98" fmla="*/ 0 w 535"/>
                  <a:gd name="T99" fmla="*/ 477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35" h="623">
                    <a:moveTo>
                      <a:pt x="270" y="80"/>
                    </a:moveTo>
                    <a:cubicBezTo>
                      <a:pt x="270" y="81"/>
                      <a:pt x="270" y="83"/>
                      <a:pt x="269" y="85"/>
                    </a:cubicBezTo>
                    <a:lnTo>
                      <a:pt x="23" y="474"/>
                    </a:lnTo>
                    <a:lnTo>
                      <a:pt x="221" y="598"/>
                    </a:lnTo>
                    <a:lnTo>
                      <a:pt x="465" y="209"/>
                    </a:lnTo>
                    <a:cubicBezTo>
                      <a:pt x="468" y="204"/>
                      <a:pt x="474" y="203"/>
                      <a:pt x="479" y="206"/>
                    </a:cubicBezTo>
                    <a:lnTo>
                      <a:pt x="489" y="212"/>
                    </a:lnTo>
                    <a:lnTo>
                      <a:pt x="512" y="176"/>
                    </a:lnTo>
                    <a:lnTo>
                      <a:pt x="448" y="136"/>
                    </a:lnTo>
                    <a:lnTo>
                      <a:pt x="446" y="139"/>
                    </a:lnTo>
                    <a:cubicBezTo>
                      <a:pt x="445" y="142"/>
                      <a:pt x="443" y="143"/>
                      <a:pt x="440" y="144"/>
                    </a:cubicBezTo>
                    <a:cubicBezTo>
                      <a:pt x="437" y="144"/>
                      <a:pt x="435" y="144"/>
                      <a:pt x="432" y="143"/>
                    </a:cubicBezTo>
                    <a:lnTo>
                      <a:pt x="384" y="112"/>
                    </a:lnTo>
                    <a:cubicBezTo>
                      <a:pt x="379" y="109"/>
                      <a:pt x="378" y="103"/>
                      <a:pt x="381" y="98"/>
                    </a:cubicBezTo>
                    <a:lnTo>
                      <a:pt x="401" y="66"/>
                    </a:lnTo>
                    <a:lnTo>
                      <a:pt x="335" y="25"/>
                    </a:lnTo>
                    <a:lnTo>
                      <a:pt x="322" y="45"/>
                    </a:lnTo>
                    <a:cubicBezTo>
                      <a:pt x="319" y="50"/>
                      <a:pt x="313" y="51"/>
                      <a:pt x="309" y="48"/>
                    </a:cubicBezTo>
                    <a:lnTo>
                      <a:pt x="276" y="28"/>
                    </a:lnTo>
                    <a:lnTo>
                      <a:pt x="254" y="64"/>
                    </a:lnTo>
                    <a:lnTo>
                      <a:pt x="266" y="71"/>
                    </a:lnTo>
                    <a:cubicBezTo>
                      <a:pt x="269" y="73"/>
                      <a:pt x="270" y="76"/>
                      <a:pt x="270" y="80"/>
                    </a:cubicBezTo>
                    <a:close/>
                    <a:moveTo>
                      <a:pt x="0" y="477"/>
                    </a:moveTo>
                    <a:cubicBezTo>
                      <a:pt x="0" y="476"/>
                      <a:pt x="1" y="474"/>
                      <a:pt x="2" y="472"/>
                    </a:cubicBezTo>
                    <a:lnTo>
                      <a:pt x="247" y="83"/>
                    </a:lnTo>
                    <a:lnTo>
                      <a:pt x="235" y="75"/>
                    </a:lnTo>
                    <a:cubicBezTo>
                      <a:pt x="230" y="72"/>
                      <a:pt x="229" y="66"/>
                      <a:pt x="232" y="62"/>
                    </a:cubicBezTo>
                    <a:lnTo>
                      <a:pt x="265" y="9"/>
                    </a:lnTo>
                    <a:cubicBezTo>
                      <a:pt x="268" y="5"/>
                      <a:pt x="274" y="3"/>
                      <a:pt x="279" y="6"/>
                    </a:cubicBezTo>
                    <a:lnTo>
                      <a:pt x="311" y="26"/>
                    </a:lnTo>
                    <a:lnTo>
                      <a:pt x="324" y="6"/>
                    </a:lnTo>
                    <a:cubicBezTo>
                      <a:pt x="327" y="1"/>
                      <a:pt x="333" y="0"/>
                      <a:pt x="337" y="3"/>
                    </a:cubicBezTo>
                    <a:lnTo>
                      <a:pt x="420" y="55"/>
                    </a:lnTo>
                    <a:cubicBezTo>
                      <a:pt x="424" y="58"/>
                      <a:pt x="426" y="64"/>
                      <a:pt x="423" y="68"/>
                    </a:cubicBezTo>
                    <a:lnTo>
                      <a:pt x="403" y="101"/>
                    </a:lnTo>
                    <a:lnTo>
                      <a:pt x="434" y="121"/>
                    </a:lnTo>
                    <a:lnTo>
                      <a:pt x="436" y="117"/>
                    </a:lnTo>
                    <a:cubicBezTo>
                      <a:pt x="438" y="115"/>
                      <a:pt x="440" y="113"/>
                      <a:pt x="442" y="113"/>
                    </a:cubicBezTo>
                    <a:cubicBezTo>
                      <a:pt x="445" y="112"/>
                      <a:pt x="448" y="113"/>
                      <a:pt x="450" y="114"/>
                    </a:cubicBezTo>
                    <a:lnTo>
                      <a:pt x="531" y="165"/>
                    </a:lnTo>
                    <a:cubicBezTo>
                      <a:pt x="533" y="166"/>
                      <a:pt x="534" y="168"/>
                      <a:pt x="535" y="171"/>
                    </a:cubicBezTo>
                    <a:cubicBezTo>
                      <a:pt x="535" y="173"/>
                      <a:pt x="535" y="176"/>
                      <a:pt x="534" y="178"/>
                    </a:cubicBezTo>
                    <a:lnTo>
                      <a:pt x="501" y="231"/>
                    </a:lnTo>
                    <a:cubicBezTo>
                      <a:pt x="498" y="235"/>
                      <a:pt x="492" y="237"/>
                      <a:pt x="487" y="234"/>
                    </a:cubicBezTo>
                    <a:lnTo>
                      <a:pt x="477" y="228"/>
                    </a:lnTo>
                    <a:lnTo>
                      <a:pt x="232" y="617"/>
                    </a:lnTo>
                    <a:cubicBezTo>
                      <a:pt x="229" y="622"/>
                      <a:pt x="223" y="623"/>
                      <a:pt x="219" y="620"/>
                    </a:cubicBezTo>
                    <a:lnTo>
                      <a:pt x="5" y="486"/>
                    </a:lnTo>
                    <a:cubicBezTo>
                      <a:pt x="2" y="484"/>
                      <a:pt x="1" y="482"/>
                      <a:pt x="0" y="480"/>
                    </a:cubicBezTo>
                    <a:cubicBezTo>
                      <a:pt x="0" y="479"/>
                      <a:pt x="0" y="478"/>
                      <a:pt x="0" y="47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2" name="Freeform 111"/>
              <p:cNvSpPr>
                <a:spLocks noEditPoints="1"/>
              </p:cNvSpPr>
              <p:nvPr/>
            </p:nvSpPr>
            <p:spPr bwMode="auto">
              <a:xfrm>
                <a:off x="8623" y="2776"/>
                <a:ext cx="60" cy="63"/>
              </a:xfrm>
              <a:custGeom>
                <a:avLst/>
                <a:gdLst>
                  <a:gd name="T0" fmla="*/ 123 w 225"/>
                  <a:gd name="T1" fmla="*/ 24 h 235"/>
                  <a:gd name="T2" fmla="*/ 23 w 225"/>
                  <a:gd name="T3" fmla="*/ 87 h 235"/>
                  <a:gd name="T4" fmla="*/ 42 w 225"/>
                  <a:gd name="T5" fmla="*/ 117 h 235"/>
                  <a:gd name="T6" fmla="*/ 43 w 225"/>
                  <a:gd name="T7" fmla="*/ 124 h 235"/>
                  <a:gd name="T8" fmla="*/ 39 w 225"/>
                  <a:gd name="T9" fmla="*/ 130 h 235"/>
                  <a:gd name="T10" fmla="*/ 38 w 225"/>
                  <a:gd name="T11" fmla="*/ 131 h 235"/>
                  <a:gd name="T12" fmla="*/ 64 w 225"/>
                  <a:gd name="T13" fmla="*/ 172 h 235"/>
                  <a:gd name="T14" fmla="*/ 65 w 225"/>
                  <a:gd name="T15" fmla="*/ 172 h 235"/>
                  <a:gd name="T16" fmla="*/ 78 w 225"/>
                  <a:gd name="T17" fmla="*/ 175 h 235"/>
                  <a:gd name="T18" fmla="*/ 101 w 225"/>
                  <a:gd name="T19" fmla="*/ 210 h 235"/>
                  <a:gd name="T20" fmla="*/ 200 w 225"/>
                  <a:gd name="T21" fmla="*/ 148 h 235"/>
                  <a:gd name="T22" fmla="*/ 123 w 225"/>
                  <a:gd name="T23" fmla="*/ 24 h 235"/>
                  <a:gd name="T24" fmla="*/ 0 w 225"/>
                  <a:gd name="T25" fmla="*/ 83 h 235"/>
                  <a:gd name="T26" fmla="*/ 0 w 225"/>
                  <a:gd name="T27" fmla="*/ 81 h 235"/>
                  <a:gd name="T28" fmla="*/ 4 w 225"/>
                  <a:gd name="T29" fmla="*/ 75 h 235"/>
                  <a:gd name="T30" fmla="*/ 121 w 225"/>
                  <a:gd name="T31" fmla="*/ 2 h 235"/>
                  <a:gd name="T32" fmla="*/ 128 w 225"/>
                  <a:gd name="T33" fmla="*/ 1 h 235"/>
                  <a:gd name="T34" fmla="*/ 134 w 225"/>
                  <a:gd name="T35" fmla="*/ 5 h 235"/>
                  <a:gd name="T36" fmla="*/ 222 w 225"/>
                  <a:gd name="T37" fmla="*/ 146 h 235"/>
                  <a:gd name="T38" fmla="*/ 219 w 225"/>
                  <a:gd name="T39" fmla="*/ 160 h 235"/>
                  <a:gd name="T40" fmla="*/ 103 w 225"/>
                  <a:gd name="T41" fmla="*/ 232 h 235"/>
                  <a:gd name="T42" fmla="*/ 89 w 225"/>
                  <a:gd name="T43" fmla="*/ 229 h 235"/>
                  <a:gd name="T44" fmla="*/ 67 w 225"/>
                  <a:gd name="T45" fmla="*/ 193 h 235"/>
                  <a:gd name="T46" fmla="*/ 66 w 225"/>
                  <a:gd name="T47" fmla="*/ 194 h 235"/>
                  <a:gd name="T48" fmla="*/ 52 w 225"/>
                  <a:gd name="T49" fmla="*/ 191 h 235"/>
                  <a:gd name="T50" fmla="*/ 16 w 225"/>
                  <a:gd name="T51" fmla="*/ 133 h 235"/>
                  <a:gd name="T52" fmla="*/ 15 w 225"/>
                  <a:gd name="T53" fmla="*/ 125 h 235"/>
                  <a:gd name="T54" fmla="*/ 19 w 225"/>
                  <a:gd name="T55" fmla="*/ 119 h 235"/>
                  <a:gd name="T56" fmla="*/ 20 w 225"/>
                  <a:gd name="T57" fmla="*/ 119 h 235"/>
                  <a:gd name="T58" fmla="*/ 1 w 225"/>
                  <a:gd name="T59" fmla="*/ 89 h 235"/>
                  <a:gd name="T60" fmla="*/ 0 w 225"/>
                  <a:gd name="T61" fmla="*/ 83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5" h="235">
                    <a:moveTo>
                      <a:pt x="123" y="24"/>
                    </a:moveTo>
                    <a:lnTo>
                      <a:pt x="23" y="87"/>
                    </a:lnTo>
                    <a:lnTo>
                      <a:pt x="42" y="117"/>
                    </a:lnTo>
                    <a:cubicBezTo>
                      <a:pt x="44" y="119"/>
                      <a:pt x="44" y="122"/>
                      <a:pt x="43" y="124"/>
                    </a:cubicBezTo>
                    <a:cubicBezTo>
                      <a:pt x="43" y="127"/>
                      <a:pt x="41" y="129"/>
                      <a:pt x="39" y="130"/>
                    </a:cubicBezTo>
                    <a:lnTo>
                      <a:pt x="38" y="131"/>
                    </a:lnTo>
                    <a:lnTo>
                      <a:pt x="64" y="172"/>
                    </a:lnTo>
                    <a:lnTo>
                      <a:pt x="65" y="172"/>
                    </a:lnTo>
                    <a:cubicBezTo>
                      <a:pt x="69" y="169"/>
                      <a:pt x="75" y="170"/>
                      <a:pt x="78" y="175"/>
                    </a:cubicBezTo>
                    <a:lnTo>
                      <a:pt x="101" y="210"/>
                    </a:lnTo>
                    <a:lnTo>
                      <a:pt x="200" y="148"/>
                    </a:lnTo>
                    <a:lnTo>
                      <a:pt x="123" y="24"/>
                    </a:lnTo>
                    <a:close/>
                    <a:moveTo>
                      <a:pt x="0" y="83"/>
                    </a:moveTo>
                    <a:cubicBezTo>
                      <a:pt x="0" y="83"/>
                      <a:pt x="0" y="82"/>
                      <a:pt x="0" y="81"/>
                    </a:cubicBezTo>
                    <a:cubicBezTo>
                      <a:pt x="1" y="79"/>
                      <a:pt x="2" y="77"/>
                      <a:pt x="4" y="75"/>
                    </a:cubicBezTo>
                    <a:lnTo>
                      <a:pt x="121" y="2"/>
                    </a:lnTo>
                    <a:cubicBezTo>
                      <a:pt x="123" y="1"/>
                      <a:pt x="125" y="0"/>
                      <a:pt x="128" y="1"/>
                    </a:cubicBezTo>
                    <a:cubicBezTo>
                      <a:pt x="131" y="2"/>
                      <a:pt x="133" y="3"/>
                      <a:pt x="134" y="5"/>
                    </a:cubicBezTo>
                    <a:lnTo>
                      <a:pt x="222" y="146"/>
                    </a:lnTo>
                    <a:cubicBezTo>
                      <a:pt x="225" y="151"/>
                      <a:pt x="224" y="157"/>
                      <a:pt x="219" y="160"/>
                    </a:cubicBezTo>
                    <a:lnTo>
                      <a:pt x="103" y="232"/>
                    </a:lnTo>
                    <a:cubicBezTo>
                      <a:pt x="98" y="235"/>
                      <a:pt x="92" y="234"/>
                      <a:pt x="89" y="229"/>
                    </a:cubicBezTo>
                    <a:lnTo>
                      <a:pt x="67" y="193"/>
                    </a:lnTo>
                    <a:lnTo>
                      <a:pt x="66" y="194"/>
                    </a:lnTo>
                    <a:cubicBezTo>
                      <a:pt x="61" y="197"/>
                      <a:pt x="55" y="195"/>
                      <a:pt x="52" y="191"/>
                    </a:cubicBezTo>
                    <a:lnTo>
                      <a:pt x="16" y="133"/>
                    </a:lnTo>
                    <a:cubicBezTo>
                      <a:pt x="15" y="131"/>
                      <a:pt x="14" y="128"/>
                      <a:pt x="15" y="125"/>
                    </a:cubicBezTo>
                    <a:cubicBezTo>
                      <a:pt x="15" y="123"/>
                      <a:pt x="17" y="120"/>
                      <a:pt x="19" y="119"/>
                    </a:cubicBezTo>
                    <a:lnTo>
                      <a:pt x="20" y="119"/>
                    </a:lnTo>
                    <a:lnTo>
                      <a:pt x="1" y="89"/>
                    </a:lnTo>
                    <a:cubicBezTo>
                      <a:pt x="0" y="87"/>
                      <a:pt x="0" y="85"/>
                      <a:pt x="0" y="8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3" name="Freeform 112"/>
              <p:cNvSpPr>
                <a:spLocks noEditPoints="1"/>
              </p:cNvSpPr>
              <p:nvPr/>
            </p:nvSpPr>
            <p:spPr bwMode="auto">
              <a:xfrm>
                <a:off x="8861" y="2916"/>
                <a:ext cx="59" cy="57"/>
              </a:xfrm>
              <a:custGeom>
                <a:avLst/>
                <a:gdLst>
                  <a:gd name="T0" fmla="*/ 78 w 221"/>
                  <a:gd name="T1" fmla="*/ 24 h 216"/>
                  <a:gd name="T2" fmla="*/ 23 w 221"/>
                  <a:gd name="T3" fmla="*/ 130 h 216"/>
                  <a:gd name="T4" fmla="*/ 49 w 221"/>
                  <a:gd name="T5" fmla="*/ 143 h 216"/>
                  <a:gd name="T6" fmla="*/ 53 w 221"/>
                  <a:gd name="T7" fmla="*/ 156 h 216"/>
                  <a:gd name="T8" fmla="*/ 50 w 221"/>
                  <a:gd name="T9" fmla="*/ 163 h 216"/>
                  <a:gd name="T10" fmla="*/ 99 w 221"/>
                  <a:gd name="T11" fmla="*/ 188 h 216"/>
                  <a:gd name="T12" fmla="*/ 102 w 221"/>
                  <a:gd name="T13" fmla="*/ 182 h 216"/>
                  <a:gd name="T14" fmla="*/ 116 w 221"/>
                  <a:gd name="T15" fmla="*/ 178 h 216"/>
                  <a:gd name="T16" fmla="*/ 143 w 221"/>
                  <a:gd name="T17" fmla="*/ 192 h 216"/>
                  <a:gd name="T18" fmla="*/ 198 w 221"/>
                  <a:gd name="T19" fmla="*/ 87 h 216"/>
                  <a:gd name="T20" fmla="*/ 78 w 221"/>
                  <a:gd name="T21" fmla="*/ 24 h 216"/>
                  <a:gd name="T22" fmla="*/ 0 w 221"/>
                  <a:gd name="T23" fmla="*/ 134 h 216"/>
                  <a:gd name="T24" fmla="*/ 1 w 221"/>
                  <a:gd name="T25" fmla="*/ 129 h 216"/>
                  <a:gd name="T26" fmla="*/ 65 w 221"/>
                  <a:gd name="T27" fmla="*/ 7 h 216"/>
                  <a:gd name="T28" fmla="*/ 78 w 221"/>
                  <a:gd name="T29" fmla="*/ 2 h 216"/>
                  <a:gd name="T30" fmla="*/ 216 w 221"/>
                  <a:gd name="T31" fmla="*/ 74 h 216"/>
                  <a:gd name="T32" fmla="*/ 221 w 221"/>
                  <a:gd name="T33" fmla="*/ 80 h 216"/>
                  <a:gd name="T34" fmla="*/ 220 w 221"/>
                  <a:gd name="T35" fmla="*/ 87 h 216"/>
                  <a:gd name="T36" fmla="*/ 156 w 221"/>
                  <a:gd name="T37" fmla="*/ 210 h 216"/>
                  <a:gd name="T38" fmla="*/ 150 w 221"/>
                  <a:gd name="T39" fmla="*/ 215 h 216"/>
                  <a:gd name="T40" fmla="*/ 142 w 221"/>
                  <a:gd name="T41" fmla="*/ 214 h 216"/>
                  <a:gd name="T42" fmla="*/ 115 w 221"/>
                  <a:gd name="T43" fmla="*/ 200 h 216"/>
                  <a:gd name="T44" fmla="*/ 112 w 221"/>
                  <a:gd name="T45" fmla="*/ 206 h 216"/>
                  <a:gd name="T46" fmla="*/ 99 w 221"/>
                  <a:gd name="T47" fmla="*/ 210 h 216"/>
                  <a:gd name="T48" fmla="*/ 32 w 221"/>
                  <a:gd name="T49" fmla="*/ 176 h 216"/>
                  <a:gd name="T50" fmla="*/ 28 w 221"/>
                  <a:gd name="T51" fmla="*/ 162 h 216"/>
                  <a:gd name="T52" fmla="*/ 31 w 221"/>
                  <a:gd name="T53" fmla="*/ 156 h 216"/>
                  <a:gd name="T54" fmla="*/ 5 w 221"/>
                  <a:gd name="T55" fmla="*/ 143 h 216"/>
                  <a:gd name="T56" fmla="*/ 0 w 221"/>
                  <a:gd name="T57" fmla="*/ 137 h 216"/>
                  <a:gd name="T58" fmla="*/ 0 w 221"/>
                  <a:gd name="T59" fmla="*/ 13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21" h="216">
                    <a:moveTo>
                      <a:pt x="78" y="24"/>
                    </a:moveTo>
                    <a:lnTo>
                      <a:pt x="23" y="130"/>
                    </a:lnTo>
                    <a:lnTo>
                      <a:pt x="49" y="143"/>
                    </a:lnTo>
                    <a:cubicBezTo>
                      <a:pt x="54" y="146"/>
                      <a:pt x="56" y="152"/>
                      <a:pt x="53" y="156"/>
                    </a:cubicBezTo>
                    <a:lnTo>
                      <a:pt x="50" y="163"/>
                    </a:lnTo>
                    <a:lnTo>
                      <a:pt x="99" y="188"/>
                    </a:lnTo>
                    <a:lnTo>
                      <a:pt x="102" y="182"/>
                    </a:lnTo>
                    <a:cubicBezTo>
                      <a:pt x="105" y="177"/>
                      <a:pt x="111" y="176"/>
                      <a:pt x="116" y="178"/>
                    </a:cubicBezTo>
                    <a:lnTo>
                      <a:pt x="143" y="192"/>
                    </a:lnTo>
                    <a:lnTo>
                      <a:pt x="198" y="87"/>
                    </a:lnTo>
                    <a:lnTo>
                      <a:pt x="78" y="24"/>
                    </a:lnTo>
                    <a:close/>
                    <a:moveTo>
                      <a:pt x="0" y="134"/>
                    </a:moveTo>
                    <a:cubicBezTo>
                      <a:pt x="0" y="132"/>
                      <a:pt x="0" y="131"/>
                      <a:pt x="1" y="129"/>
                    </a:cubicBezTo>
                    <a:lnTo>
                      <a:pt x="65" y="7"/>
                    </a:lnTo>
                    <a:cubicBezTo>
                      <a:pt x="68" y="2"/>
                      <a:pt x="74" y="0"/>
                      <a:pt x="78" y="2"/>
                    </a:cubicBezTo>
                    <a:lnTo>
                      <a:pt x="216" y="74"/>
                    </a:lnTo>
                    <a:cubicBezTo>
                      <a:pt x="218" y="75"/>
                      <a:pt x="220" y="77"/>
                      <a:pt x="221" y="80"/>
                    </a:cubicBezTo>
                    <a:cubicBezTo>
                      <a:pt x="221" y="82"/>
                      <a:pt x="221" y="85"/>
                      <a:pt x="220" y="87"/>
                    </a:cubicBezTo>
                    <a:lnTo>
                      <a:pt x="156" y="210"/>
                    </a:lnTo>
                    <a:cubicBezTo>
                      <a:pt x="155" y="213"/>
                      <a:pt x="152" y="214"/>
                      <a:pt x="150" y="215"/>
                    </a:cubicBezTo>
                    <a:cubicBezTo>
                      <a:pt x="147" y="216"/>
                      <a:pt x="145" y="216"/>
                      <a:pt x="142" y="214"/>
                    </a:cubicBezTo>
                    <a:lnTo>
                      <a:pt x="115" y="200"/>
                    </a:lnTo>
                    <a:lnTo>
                      <a:pt x="112" y="206"/>
                    </a:lnTo>
                    <a:cubicBezTo>
                      <a:pt x="109" y="211"/>
                      <a:pt x="103" y="213"/>
                      <a:pt x="99" y="210"/>
                    </a:cubicBezTo>
                    <a:lnTo>
                      <a:pt x="32" y="176"/>
                    </a:lnTo>
                    <a:cubicBezTo>
                      <a:pt x="27" y="173"/>
                      <a:pt x="26" y="167"/>
                      <a:pt x="28" y="162"/>
                    </a:cubicBezTo>
                    <a:lnTo>
                      <a:pt x="31" y="156"/>
                    </a:lnTo>
                    <a:lnTo>
                      <a:pt x="5" y="143"/>
                    </a:lnTo>
                    <a:cubicBezTo>
                      <a:pt x="3" y="141"/>
                      <a:pt x="1" y="139"/>
                      <a:pt x="0" y="137"/>
                    </a:cubicBezTo>
                    <a:cubicBezTo>
                      <a:pt x="0" y="136"/>
                      <a:pt x="0" y="135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4" name="Freeform 113"/>
              <p:cNvSpPr>
                <a:spLocks noEditPoints="1"/>
              </p:cNvSpPr>
              <p:nvPr/>
            </p:nvSpPr>
            <p:spPr bwMode="auto">
              <a:xfrm>
                <a:off x="8773" y="2885"/>
                <a:ext cx="64" cy="67"/>
              </a:xfrm>
              <a:custGeom>
                <a:avLst/>
                <a:gdLst>
                  <a:gd name="T0" fmla="*/ 100 w 239"/>
                  <a:gd name="T1" fmla="*/ 25 h 252"/>
                  <a:gd name="T2" fmla="*/ 24 w 239"/>
                  <a:gd name="T3" fmla="*/ 163 h 252"/>
                  <a:gd name="T4" fmla="*/ 51 w 239"/>
                  <a:gd name="T5" fmla="*/ 178 h 252"/>
                  <a:gd name="T6" fmla="*/ 56 w 239"/>
                  <a:gd name="T7" fmla="*/ 184 h 252"/>
                  <a:gd name="T8" fmla="*/ 55 w 239"/>
                  <a:gd name="T9" fmla="*/ 192 h 252"/>
                  <a:gd name="T10" fmla="*/ 51 w 239"/>
                  <a:gd name="T11" fmla="*/ 198 h 252"/>
                  <a:gd name="T12" fmla="*/ 98 w 239"/>
                  <a:gd name="T13" fmla="*/ 223 h 252"/>
                  <a:gd name="T14" fmla="*/ 101 w 239"/>
                  <a:gd name="T15" fmla="*/ 217 h 252"/>
                  <a:gd name="T16" fmla="*/ 114 w 239"/>
                  <a:gd name="T17" fmla="*/ 213 h 252"/>
                  <a:gd name="T18" fmla="*/ 140 w 239"/>
                  <a:gd name="T19" fmla="*/ 227 h 252"/>
                  <a:gd name="T20" fmla="*/ 216 w 239"/>
                  <a:gd name="T21" fmla="*/ 89 h 252"/>
                  <a:gd name="T22" fmla="*/ 100 w 239"/>
                  <a:gd name="T23" fmla="*/ 25 h 252"/>
                  <a:gd name="T24" fmla="*/ 0 w 239"/>
                  <a:gd name="T25" fmla="*/ 167 h 252"/>
                  <a:gd name="T26" fmla="*/ 2 w 239"/>
                  <a:gd name="T27" fmla="*/ 162 h 252"/>
                  <a:gd name="T28" fmla="*/ 87 w 239"/>
                  <a:gd name="T29" fmla="*/ 7 h 252"/>
                  <a:gd name="T30" fmla="*/ 101 w 239"/>
                  <a:gd name="T31" fmla="*/ 3 h 252"/>
                  <a:gd name="T32" fmla="*/ 234 w 239"/>
                  <a:gd name="T33" fmla="*/ 76 h 252"/>
                  <a:gd name="T34" fmla="*/ 239 w 239"/>
                  <a:gd name="T35" fmla="*/ 82 h 252"/>
                  <a:gd name="T36" fmla="*/ 238 w 239"/>
                  <a:gd name="T37" fmla="*/ 90 h 252"/>
                  <a:gd name="T38" fmla="*/ 152 w 239"/>
                  <a:gd name="T39" fmla="*/ 245 h 252"/>
                  <a:gd name="T40" fmla="*/ 139 w 239"/>
                  <a:gd name="T41" fmla="*/ 249 h 252"/>
                  <a:gd name="T42" fmla="*/ 113 w 239"/>
                  <a:gd name="T43" fmla="*/ 235 h 252"/>
                  <a:gd name="T44" fmla="*/ 110 w 239"/>
                  <a:gd name="T45" fmla="*/ 241 h 252"/>
                  <a:gd name="T46" fmla="*/ 97 w 239"/>
                  <a:gd name="T47" fmla="*/ 245 h 252"/>
                  <a:gd name="T48" fmla="*/ 33 w 239"/>
                  <a:gd name="T49" fmla="*/ 210 h 252"/>
                  <a:gd name="T50" fmla="*/ 29 w 239"/>
                  <a:gd name="T51" fmla="*/ 204 h 252"/>
                  <a:gd name="T52" fmla="*/ 29 w 239"/>
                  <a:gd name="T53" fmla="*/ 197 h 252"/>
                  <a:gd name="T54" fmla="*/ 33 w 239"/>
                  <a:gd name="T55" fmla="*/ 191 h 252"/>
                  <a:gd name="T56" fmla="*/ 5 w 239"/>
                  <a:gd name="T57" fmla="*/ 176 h 252"/>
                  <a:gd name="T58" fmla="*/ 0 w 239"/>
                  <a:gd name="T59" fmla="*/ 167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39" h="252">
                    <a:moveTo>
                      <a:pt x="100" y="25"/>
                    </a:moveTo>
                    <a:lnTo>
                      <a:pt x="24" y="163"/>
                    </a:lnTo>
                    <a:lnTo>
                      <a:pt x="51" y="178"/>
                    </a:lnTo>
                    <a:cubicBezTo>
                      <a:pt x="53" y="180"/>
                      <a:pt x="55" y="182"/>
                      <a:pt x="56" y="184"/>
                    </a:cubicBezTo>
                    <a:cubicBezTo>
                      <a:pt x="56" y="187"/>
                      <a:pt x="56" y="189"/>
                      <a:pt x="55" y="192"/>
                    </a:cubicBezTo>
                    <a:lnTo>
                      <a:pt x="51" y="198"/>
                    </a:lnTo>
                    <a:lnTo>
                      <a:pt x="98" y="223"/>
                    </a:lnTo>
                    <a:lnTo>
                      <a:pt x="101" y="217"/>
                    </a:lnTo>
                    <a:cubicBezTo>
                      <a:pt x="104" y="212"/>
                      <a:pt x="109" y="211"/>
                      <a:pt x="114" y="213"/>
                    </a:cubicBezTo>
                    <a:lnTo>
                      <a:pt x="140" y="227"/>
                    </a:lnTo>
                    <a:lnTo>
                      <a:pt x="216" y="89"/>
                    </a:lnTo>
                    <a:lnTo>
                      <a:pt x="100" y="25"/>
                    </a:lnTo>
                    <a:close/>
                    <a:moveTo>
                      <a:pt x="0" y="167"/>
                    </a:moveTo>
                    <a:cubicBezTo>
                      <a:pt x="0" y="165"/>
                      <a:pt x="1" y="164"/>
                      <a:pt x="2" y="162"/>
                    </a:cubicBezTo>
                    <a:lnTo>
                      <a:pt x="87" y="7"/>
                    </a:lnTo>
                    <a:cubicBezTo>
                      <a:pt x="90" y="2"/>
                      <a:pt x="96" y="0"/>
                      <a:pt x="101" y="3"/>
                    </a:cubicBezTo>
                    <a:lnTo>
                      <a:pt x="234" y="76"/>
                    </a:lnTo>
                    <a:cubicBezTo>
                      <a:pt x="236" y="77"/>
                      <a:pt x="238" y="79"/>
                      <a:pt x="239" y="82"/>
                    </a:cubicBezTo>
                    <a:cubicBezTo>
                      <a:pt x="239" y="85"/>
                      <a:pt x="239" y="87"/>
                      <a:pt x="238" y="90"/>
                    </a:cubicBezTo>
                    <a:lnTo>
                      <a:pt x="152" y="245"/>
                    </a:lnTo>
                    <a:cubicBezTo>
                      <a:pt x="150" y="250"/>
                      <a:pt x="144" y="252"/>
                      <a:pt x="139" y="249"/>
                    </a:cubicBezTo>
                    <a:lnTo>
                      <a:pt x="113" y="235"/>
                    </a:lnTo>
                    <a:lnTo>
                      <a:pt x="110" y="241"/>
                    </a:lnTo>
                    <a:cubicBezTo>
                      <a:pt x="107" y="246"/>
                      <a:pt x="101" y="248"/>
                      <a:pt x="97" y="245"/>
                    </a:cubicBezTo>
                    <a:lnTo>
                      <a:pt x="33" y="210"/>
                    </a:lnTo>
                    <a:cubicBezTo>
                      <a:pt x="31" y="209"/>
                      <a:pt x="29" y="207"/>
                      <a:pt x="29" y="204"/>
                    </a:cubicBezTo>
                    <a:cubicBezTo>
                      <a:pt x="28" y="201"/>
                      <a:pt x="28" y="199"/>
                      <a:pt x="29" y="197"/>
                    </a:cubicBezTo>
                    <a:lnTo>
                      <a:pt x="33" y="191"/>
                    </a:lnTo>
                    <a:lnTo>
                      <a:pt x="5" y="176"/>
                    </a:lnTo>
                    <a:cubicBezTo>
                      <a:pt x="2" y="174"/>
                      <a:pt x="0" y="171"/>
                      <a:pt x="0" y="1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5" name="Freeform 114"/>
              <p:cNvSpPr>
                <a:spLocks noEditPoints="1"/>
              </p:cNvSpPr>
              <p:nvPr/>
            </p:nvSpPr>
            <p:spPr bwMode="auto">
              <a:xfrm>
                <a:off x="8691" y="2841"/>
                <a:ext cx="60" cy="59"/>
              </a:xfrm>
              <a:custGeom>
                <a:avLst/>
                <a:gdLst>
                  <a:gd name="T0" fmla="*/ 84 w 226"/>
                  <a:gd name="T1" fmla="*/ 24 h 219"/>
                  <a:gd name="T2" fmla="*/ 23 w 226"/>
                  <a:gd name="T3" fmla="*/ 123 h 219"/>
                  <a:gd name="T4" fmla="*/ 50 w 226"/>
                  <a:gd name="T5" fmla="*/ 140 h 219"/>
                  <a:gd name="T6" fmla="*/ 55 w 226"/>
                  <a:gd name="T7" fmla="*/ 146 h 219"/>
                  <a:gd name="T8" fmla="*/ 54 w 226"/>
                  <a:gd name="T9" fmla="*/ 153 h 219"/>
                  <a:gd name="T10" fmla="*/ 51 w 226"/>
                  <a:gd name="T11" fmla="*/ 157 h 219"/>
                  <a:gd name="T12" fmla="*/ 95 w 226"/>
                  <a:gd name="T13" fmla="*/ 183 h 219"/>
                  <a:gd name="T14" fmla="*/ 97 w 226"/>
                  <a:gd name="T15" fmla="*/ 180 h 219"/>
                  <a:gd name="T16" fmla="*/ 103 w 226"/>
                  <a:gd name="T17" fmla="*/ 175 h 219"/>
                  <a:gd name="T18" fmla="*/ 110 w 226"/>
                  <a:gd name="T19" fmla="*/ 176 h 219"/>
                  <a:gd name="T20" fmla="*/ 140 w 226"/>
                  <a:gd name="T21" fmla="*/ 195 h 219"/>
                  <a:gd name="T22" fmla="*/ 201 w 226"/>
                  <a:gd name="T23" fmla="*/ 95 h 219"/>
                  <a:gd name="T24" fmla="*/ 84 w 226"/>
                  <a:gd name="T25" fmla="*/ 24 h 219"/>
                  <a:gd name="T26" fmla="*/ 0 w 226"/>
                  <a:gd name="T27" fmla="*/ 126 h 219"/>
                  <a:gd name="T28" fmla="*/ 1 w 226"/>
                  <a:gd name="T29" fmla="*/ 121 h 219"/>
                  <a:gd name="T30" fmla="*/ 72 w 226"/>
                  <a:gd name="T31" fmla="*/ 5 h 219"/>
                  <a:gd name="T32" fmla="*/ 78 w 226"/>
                  <a:gd name="T33" fmla="*/ 0 h 219"/>
                  <a:gd name="T34" fmla="*/ 86 w 226"/>
                  <a:gd name="T35" fmla="*/ 2 h 219"/>
                  <a:gd name="T36" fmla="*/ 220 w 226"/>
                  <a:gd name="T37" fmla="*/ 84 h 219"/>
                  <a:gd name="T38" fmla="*/ 223 w 226"/>
                  <a:gd name="T39" fmla="*/ 97 h 219"/>
                  <a:gd name="T40" fmla="*/ 152 w 226"/>
                  <a:gd name="T41" fmla="*/ 213 h 219"/>
                  <a:gd name="T42" fmla="*/ 146 w 226"/>
                  <a:gd name="T43" fmla="*/ 218 h 219"/>
                  <a:gd name="T44" fmla="*/ 138 w 226"/>
                  <a:gd name="T45" fmla="*/ 217 h 219"/>
                  <a:gd name="T46" fmla="*/ 108 w 226"/>
                  <a:gd name="T47" fmla="*/ 198 h 219"/>
                  <a:gd name="T48" fmla="*/ 106 w 226"/>
                  <a:gd name="T49" fmla="*/ 202 h 219"/>
                  <a:gd name="T50" fmla="*/ 93 w 226"/>
                  <a:gd name="T51" fmla="*/ 205 h 219"/>
                  <a:gd name="T52" fmla="*/ 33 w 226"/>
                  <a:gd name="T53" fmla="*/ 169 h 219"/>
                  <a:gd name="T54" fmla="*/ 28 w 226"/>
                  <a:gd name="T55" fmla="*/ 163 h 219"/>
                  <a:gd name="T56" fmla="*/ 29 w 226"/>
                  <a:gd name="T57" fmla="*/ 155 h 219"/>
                  <a:gd name="T58" fmla="*/ 32 w 226"/>
                  <a:gd name="T59" fmla="*/ 151 h 219"/>
                  <a:gd name="T60" fmla="*/ 4 w 226"/>
                  <a:gd name="T61" fmla="*/ 135 h 219"/>
                  <a:gd name="T62" fmla="*/ 0 w 226"/>
                  <a:gd name="T63" fmla="*/ 129 h 219"/>
                  <a:gd name="T64" fmla="*/ 0 w 226"/>
                  <a:gd name="T65" fmla="*/ 126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26" h="219">
                    <a:moveTo>
                      <a:pt x="84" y="24"/>
                    </a:moveTo>
                    <a:lnTo>
                      <a:pt x="23" y="123"/>
                    </a:lnTo>
                    <a:lnTo>
                      <a:pt x="50" y="140"/>
                    </a:lnTo>
                    <a:cubicBezTo>
                      <a:pt x="53" y="141"/>
                      <a:pt x="54" y="143"/>
                      <a:pt x="55" y="146"/>
                    </a:cubicBezTo>
                    <a:cubicBezTo>
                      <a:pt x="55" y="149"/>
                      <a:pt x="55" y="151"/>
                      <a:pt x="54" y="153"/>
                    </a:cubicBezTo>
                    <a:lnTo>
                      <a:pt x="51" y="157"/>
                    </a:lnTo>
                    <a:lnTo>
                      <a:pt x="95" y="183"/>
                    </a:lnTo>
                    <a:lnTo>
                      <a:pt x="97" y="180"/>
                    </a:lnTo>
                    <a:cubicBezTo>
                      <a:pt x="98" y="177"/>
                      <a:pt x="100" y="176"/>
                      <a:pt x="103" y="175"/>
                    </a:cubicBezTo>
                    <a:cubicBezTo>
                      <a:pt x="105" y="175"/>
                      <a:pt x="108" y="175"/>
                      <a:pt x="110" y="176"/>
                    </a:cubicBezTo>
                    <a:lnTo>
                      <a:pt x="140" y="195"/>
                    </a:lnTo>
                    <a:lnTo>
                      <a:pt x="201" y="95"/>
                    </a:lnTo>
                    <a:lnTo>
                      <a:pt x="84" y="24"/>
                    </a:lnTo>
                    <a:close/>
                    <a:moveTo>
                      <a:pt x="0" y="126"/>
                    </a:moveTo>
                    <a:cubicBezTo>
                      <a:pt x="0" y="125"/>
                      <a:pt x="0" y="123"/>
                      <a:pt x="1" y="121"/>
                    </a:cubicBezTo>
                    <a:lnTo>
                      <a:pt x="72" y="5"/>
                    </a:lnTo>
                    <a:cubicBezTo>
                      <a:pt x="74" y="3"/>
                      <a:pt x="76" y="1"/>
                      <a:pt x="78" y="0"/>
                    </a:cubicBezTo>
                    <a:cubicBezTo>
                      <a:pt x="81" y="0"/>
                      <a:pt x="84" y="0"/>
                      <a:pt x="86" y="2"/>
                    </a:cubicBezTo>
                    <a:lnTo>
                      <a:pt x="220" y="84"/>
                    </a:lnTo>
                    <a:cubicBezTo>
                      <a:pt x="224" y="87"/>
                      <a:pt x="226" y="93"/>
                      <a:pt x="223" y="97"/>
                    </a:cubicBezTo>
                    <a:lnTo>
                      <a:pt x="152" y="213"/>
                    </a:lnTo>
                    <a:cubicBezTo>
                      <a:pt x="150" y="216"/>
                      <a:pt x="148" y="217"/>
                      <a:pt x="146" y="218"/>
                    </a:cubicBezTo>
                    <a:cubicBezTo>
                      <a:pt x="143" y="219"/>
                      <a:pt x="140" y="218"/>
                      <a:pt x="138" y="217"/>
                    </a:cubicBezTo>
                    <a:lnTo>
                      <a:pt x="108" y="198"/>
                    </a:lnTo>
                    <a:lnTo>
                      <a:pt x="106" y="202"/>
                    </a:lnTo>
                    <a:cubicBezTo>
                      <a:pt x="103" y="207"/>
                      <a:pt x="97" y="208"/>
                      <a:pt x="93" y="205"/>
                    </a:cubicBezTo>
                    <a:lnTo>
                      <a:pt x="33" y="169"/>
                    </a:lnTo>
                    <a:cubicBezTo>
                      <a:pt x="30" y="167"/>
                      <a:pt x="29" y="165"/>
                      <a:pt x="28" y="163"/>
                    </a:cubicBezTo>
                    <a:cubicBezTo>
                      <a:pt x="28" y="160"/>
                      <a:pt x="28" y="157"/>
                      <a:pt x="29" y="155"/>
                    </a:cubicBezTo>
                    <a:lnTo>
                      <a:pt x="32" y="151"/>
                    </a:lnTo>
                    <a:lnTo>
                      <a:pt x="4" y="135"/>
                    </a:lnTo>
                    <a:cubicBezTo>
                      <a:pt x="2" y="133"/>
                      <a:pt x="1" y="131"/>
                      <a:pt x="0" y="129"/>
                    </a:cubicBezTo>
                    <a:cubicBezTo>
                      <a:pt x="0" y="128"/>
                      <a:pt x="0" y="127"/>
                      <a:pt x="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6" name="Freeform 115"/>
              <p:cNvSpPr>
                <a:spLocks noEditPoints="1"/>
              </p:cNvSpPr>
              <p:nvPr/>
            </p:nvSpPr>
            <p:spPr bwMode="auto">
              <a:xfrm>
                <a:off x="9173" y="2696"/>
                <a:ext cx="98" cy="142"/>
              </a:xfrm>
              <a:custGeom>
                <a:avLst/>
                <a:gdLst>
                  <a:gd name="T0" fmla="*/ 71 w 369"/>
                  <a:gd name="T1" fmla="*/ 60 h 534"/>
                  <a:gd name="T2" fmla="*/ 63 w 369"/>
                  <a:gd name="T3" fmla="*/ 70 h 534"/>
                  <a:gd name="T4" fmla="*/ 21 w 369"/>
                  <a:gd name="T5" fmla="*/ 77 h 534"/>
                  <a:gd name="T6" fmla="*/ 28 w 369"/>
                  <a:gd name="T7" fmla="*/ 113 h 534"/>
                  <a:gd name="T8" fmla="*/ 41 w 369"/>
                  <a:gd name="T9" fmla="*/ 117 h 534"/>
                  <a:gd name="T10" fmla="*/ 48 w 369"/>
                  <a:gd name="T11" fmla="*/ 124 h 534"/>
                  <a:gd name="T12" fmla="*/ 125 w 369"/>
                  <a:gd name="T13" fmla="*/ 512 h 534"/>
                  <a:gd name="T14" fmla="*/ 348 w 369"/>
                  <a:gd name="T15" fmla="*/ 473 h 534"/>
                  <a:gd name="T16" fmla="*/ 274 w 369"/>
                  <a:gd name="T17" fmla="*/ 63 h 534"/>
                  <a:gd name="T18" fmla="*/ 280 w 369"/>
                  <a:gd name="T19" fmla="*/ 52 h 534"/>
                  <a:gd name="T20" fmla="*/ 287 w 369"/>
                  <a:gd name="T21" fmla="*/ 49 h 534"/>
                  <a:gd name="T22" fmla="*/ 284 w 369"/>
                  <a:gd name="T23" fmla="*/ 37 h 534"/>
                  <a:gd name="T24" fmla="*/ 223 w 369"/>
                  <a:gd name="T25" fmla="*/ 44 h 534"/>
                  <a:gd name="T26" fmla="*/ 221 w 369"/>
                  <a:gd name="T27" fmla="*/ 59 h 534"/>
                  <a:gd name="T28" fmla="*/ 214 w 369"/>
                  <a:gd name="T29" fmla="*/ 67 h 534"/>
                  <a:gd name="T30" fmla="*/ 159 w 369"/>
                  <a:gd name="T31" fmla="*/ 79 h 534"/>
                  <a:gd name="T32" fmla="*/ 152 w 369"/>
                  <a:gd name="T33" fmla="*/ 78 h 534"/>
                  <a:gd name="T34" fmla="*/ 148 w 369"/>
                  <a:gd name="T35" fmla="*/ 72 h 534"/>
                  <a:gd name="T36" fmla="*/ 138 w 369"/>
                  <a:gd name="T37" fmla="*/ 21 h 534"/>
                  <a:gd name="T38" fmla="*/ 70 w 369"/>
                  <a:gd name="T39" fmla="*/ 34 h 534"/>
                  <a:gd name="T40" fmla="*/ 71 w 369"/>
                  <a:gd name="T41" fmla="*/ 59 h 534"/>
                  <a:gd name="T42" fmla="*/ 71 w 369"/>
                  <a:gd name="T43" fmla="*/ 60 h 534"/>
                  <a:gd name="T44" fmla="*/ 0 w 369"/>
                  <a:gd name="T45" fmla="*/ 69 h 534"/>
                  <a:gd name="T46" fmla="*/ 2 w 369"/>
                  <a:gd name="T47" fmla="*/ 64 h 534"/>
                  <a:gd name="T48" fmla="*/ 8 w 369"/>
                  <a:gd name="T49" fmla="*/ 60 h 534"/>
                  <a:gd name="T50" fmla="*/ 51 w 369"/>
                  <a:gd name="T51" fmla="*/ 52 h 534"/>
                  <a:gd name="T52" fmla="*/ 50 w 369"/>
                  <a:gd name="T53" fmla="*/ 27 h 534"/>
                  <a:gd name="T54" fmla="*/ 58 w 369"/>
                  <a:gd name="T55" fmla="*/ 17 h 534"/>
                  <a:gd name="T56" fmla="*/ 144 w 369"/>
                  <a:gd name="T57" fmla="*/ 0 h 534"/>
                  <a:gd name="T58" fmla="*/ 151 w 369"/>
                  <a:gd name="T59" fmla="*/ 2 h 534"/>
                  <a:gd name="T60" fmla="*/ 156 w 369"/>
                  <a:gd name="T61" fmla="*/ 8 h 534"/>
                  <a:gd name="T62" fmla="*/ 165 w 369"/>
                  <a:gd name="T63" fmla="*/ 58 h 534"/>
                  <a:gd name="T64" fmla="*/ 203 w 369"/>
                  <a:gd name="T65" fmla="*/ 49 h 534"/>
                  <a:gd name="T66" fmla="*/ 205 w 369"/>
                  <a:gd name="T67" fmla="*/ 34 h 534"/>
                  <a:gd name="T68" fmla="*/ 214 w 369"/>
                  <a:gd name="T69" fmla="*/ 26 h 534"/>
                  <a:gd name="T70" fmla="*/ 290 w 369"/>
                  <a:gd name="T71" fmla="*/ 16 h 534"/>
                  <a:gd name="T72" fmla="*/ 301 w 369"/>
                  <a:gd name="T73" fmla="*/ 24 h 534"/>
                  <a:gd name="T74" fmla="*/ 308 w 369"/>
                  <a:gd name="T75" fmla="*/ 53 h 534"/>
                  <a:gd name="T76" fmla="*/ 302 w 369"/>
                  <a:gd name="T77" fmla="*/ 64 h 534"/>
                  <a:gd name="T78" fmla="*/ 295 w 369"/>
                  <a:gd name="T79" fmla="*/ 67 h 534"/>
                  <a:gd name="T80" fmla="*/ 369 w 369"/>
                  <a:gd name="T81" fmla="*/ 479 h 534"/>
                  <a:gd name="T82" fmla="*/ 367 w 369"/>
                  <a:gd name="T83" fmla="*/ 486 h 534"/>
                  <a:gd name="T84" fmla="*/ 361 w 369"/>
                  <a:gd name="T85" fmla="*/ 490 h 534"/>
                  <a:gd name="T86" fmla="*/ 119 w 369"/>
                  <a:gd name="T87" fmla="*/ 533 h 534"/>
                  <a:gd name="T88" fmla="*/ 107 w 369"/>
                  <a:gd name="T89" fmla="*/ 525 h 534"/>
                  <a:gd name="T90" fmla="*/ 30 w 369"/>
                  <a:gd name="T91" fmla="*/ 134 h 534"/>
                  <a:gd name="T92" fmla="*/ 17 w 369"/>
                  <a:gd name="T93" fmla="*/ 131 h 534"/>
                  <a:gd name="T94" fmla="*/ 10 w 369"/>
                  <a:gd name="T95" fmla="*/ 123 h 534"/>
                  <a:gd name="T96" fmla="*/ 0 w 369"/>
                  <a:gd name="T97" fmla="*/ 71 h 534"/>
                  <a:gd name="T98" fmla="*/ 0 w 369"/>
                  <a:gd name="T99" fmla="*/ 69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69" h="534">
                    <a:moveTo>
                      <a:pt x="71" y="60"/>
                    </a:moveTo>
                    <a:cubicBezTo>
                      <a:pt x="71" y="65"/>
                      <a:pt x="68" y="69"/>
                      <a:pt x="63" y="70"/>
                    </a:cubicBezTo>
                    <a:lnTo>
                      <a:pt x="21" y="77"/>
                    </a:lnTo>
                    <a:lnTo>
                      <a:pt x="28" y="113"/>
                    </a:lnTo>
                    <a:lnTo>
                      <a:pt x="41" y="117"/>
                    </a:lnTo>
                    <a:cubicBezTo>
                      <a:pt x="45" y="118"/>
                      <a:pt x="48" y="121"/>
                      <a:pt x="48" y="124"/>
                    </a:cubicBezTo>
                    <a:lnTo>
                      <a:pt x="125" y="512"/>
                    </a:lnTo>
                    <a:lnTo>
                      <a:pt x="348" y="473"/>
                    </a:lnTo>
                    <a:lnTo>
                      <a:pt x="274" y="63"/>
                    </a:lnTo>
                    <a:cubicBezTo>
                      <a:pt x="273" y="58"/>
                      <a:pt x="275" y="54"/>
                      <a:pt x="280" y="52"/>
                    </a:cubicBezTo>
                    <a:lnTo>
                      <a:pt x="287" y="49"/>
                    </a:lnTo>
                    <a:lnTo>
                      <a:pt x="284" y="37"/>
                    </a:lnTo>
                    <a:lnTo>
                      <a:pt x="223" y="44"/>
                    </a:lnTo>
                    <a:lnTo>
                      <a:pt x="221" y="59"/>
                    </a:lnTo>
                    <a:cubicBezTo>
                      <a:pt x="221" y="63"/>
                      <a:pt x="218" y="66"/>
                      <a:pt x="214" y="67"/>
                    </a:cubicBezTo>
                    <a:lnTo>
                      <a:pt x="159" y="79"/>
                    </a:lnTo>
                    <a:cubicBezTo>
                      <a:pt x="157" y="80"/>
                      <a:pt x="154" y="79"/>
                      <a:pt x="152" y="78"/>
                    </a:cubicBezTo>
                    <a:cubicBezTo>
                      <a:pt x="150" y="76"/>
                      <a:pt x="148" y="74"/>
                      <a:pt x="148" y="72"/>
                    </a:cubicBezTo>
                    <a:lnTo>
                      <a:pt x="138" y="21"/>
                    </a:lnTo>
                    <a:lnTo>
                      <a:pt x="70" y="34"/>
                    </a:lnTo>
                    <a:lnTo>
                      <a:pt x="71" y="59"/>
                    </a:lnTo>
                    <a:cubicBezTo>
                      <a:pt x="71" y="59"/>
                      <a:pt x="71" y="60"/>
                      <a:pt x="71" y="60"/>
                    </a:cubicBezTo>
                    <a:close/>
                    <a:moveTo>
                      <a:pt x="0" y="69"/>
                    </a:moveTo>
                    <a:cubicBezTo>
                      <a:pt x="0" y="68"/>
                      <a:pt x="1" y="66"/>
                      <a:pt x="2" y="64"/>
                    </a:cubicBezTo>
                    <a:cubicBezTo>
                      <a:pt x="3" y="62"/>
                      <a:pt x="5" y="60"/>
                      <a:pt x="8" y="60"/>
                    </a:cubicBezTo>
                    <a:lnTo>
                      <a:pt x="51" y="52"/>
                    </a:lnTo>
                    <a:lnTo>
                      <a:pt x="50" y="27"/>
                    </a:lnTo>
                    <a:cubicBezTo>
                      <a:pt x="50" y="22"/>
                      <a:pt x="53" y="17"/>
                      <a:pt x="58" y="17"/>
                    </a:cubicBezTo>
                    <a:lnTo>
                      <a:pt x="144" y="0"/>
                    </a:lnTo>
                    <a:cubicBezTo>
                      <a:pt x="147" y="0"/>
                      <a:pt x="149" y="0"/>
                      <a:pt x="151" y="2"/>
                    </a:cubicBezTo>
                    <a:cubicBezTo>
                      <a:pt x="154" y="3"/>
                      <a:pt x="155" y="5"/>
                      <a:pt x="156" y="8"/>
                    </a:cubicBezTo>
                    <a:lnTo>
                      <a:pt x="165" y="58"/>
                    </a:lnTo>
                    <a:lnTo>
                      <a:pt x="203" y="49"/>
                    </a:lnTo>
                    <a:lnTo>
                      <a:pt x="205" y="34"/>
                    </a:lnTo>
                    <a:cubicBezTo>
                      <a:pt x="206" y="30"/>
                      <a:pt x="209" y="26"/>
                      <a:pt x="214" y="26"/>
                    </a:cubicBezTo>
                    <a:lnTo>
                      <a:pt x="290" y="16"/>
                    </a:lnTo>
                    <a:cubicBezTo>
                      <a:pt x="295" y="16"/>
                      <a:pt x="299" y="19"/>
                      <a:pt x="301" y="24"/>
                    </a:cubicBezTo>
                    <a:lnTo>
                      <a:pt x="308" y="53"/>
                    </a:lnTo>
                    <a:cubicBezTo>
                      <a:pt x="309" y="57"/>
                      <a:pt x="307" y="62"/>
                      <a:pt x="302" y="64"/>
                    </a:cubicBezTo>
                    <a:lnTo>
                      <a:pt x="295" y="67"/>
                    </a:lnTo>
                    <a:lnTo>
                      <a:pt x="369" y="479"/>
                    </a:lnTo>
                    <a:cubicBezTo>
                      <a:pt x="369" y="481"/>
                      <a:pt x="369" y="484"/>
                      <a:pt x="367" y="486"/>
                    </a:cubicBezTo>
                    <a:cubicBezTo>
                      <a:pt x="366" y="488"/>
                      <a:pt x="364" y="490"/>
                      <a:pt x="361" y="490"/>
                    </a:cubicBezTo>
                    <a:lnTo>
                      <a:pt x="119" y="533"/>
                    </a:lnTo>
                    <a:cubicBezTo>
                      <a:pt x="113" y="534"/>
                      <a:pt x="108" y="531"/>
                      <a:pt x="107" y="525"/>
                    </a:cubicBezTo>
                    <a:lnTo>
                      <a:pt x="30" y="134"/>
                    </a:lnTo>
                    <a:lnTo>
                      <a:pt x="17" y="131"/>
                    </a:lnTo>
                    <a:cubicBezTo>
                      <a:pt x="13" y="130"/>
                      <a:pt x="11" y="127"/>
                      <a:pt x="10" y="123"/>
                    </a:cubicBezTo>
                    <a:lnTo>
                      <a:pt x="0" y="71"/>
                    </a:lnTo>
                    <a:cubicBezTo>
                      <a:pt x="0" y="71"/>
                      <a:pt x="0" y="70"/>
                      <a:pt x="0" y="6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7" name="Freeform 116"/>
              <p:cNvSpPr>
                <a:spLocks noEditPoints="1"/>
              </p:cNvSpPr>
              <p:nvPr/>
            </p:nvSpPr>
            <p:spPr bwMode="auto">
              <a:xfrm>
                <a:off x="9088" y="2963"/>
                <a:ext cx="283" cy="238"/>
              </a:xfrm>
              <a:custGeom>
                <a:avLst/>
                <a:gdLst>
                  <a:gd name="T0" fmla="*/ 23 w 1061"/>
                  <a:gd name="T1" fmla="*/ 187 h 896"/>
                  <a:gd name="T2" fmla="*/ 83 w 1061"/>
                  <a:gd name="T3" fmla="*/ 160 h 896"/>
                  <a:gd name="T4" fmla="*/ 110 w 1061"/>
                  <a:gd name="T5" fmla="*/ 319 h 896"/>
                  <a:gd name="T6" fmla="*/ 252 w 1061"/>
                  <a:gd name="T7" fmla="*/ 336 h 896"/>
                  <a:gd name="T8" fmla="*/ 249 w 1061"/>
                  <a:gd name="T9" fmla="*/ 368 h 896"/>
                  <a:gd name="T10" fmla="*/ 296 w 1061"/>
                  <a:gd name="T11" fmla="*/ 395 h 896"/>
                  <a:gd name="T12" fmla="*/ 342 w 1061"/>
                  <a:gd name="T13" fmla="*/ 457 h 896"/>
                  <a:gd name="T14" fmla="*/ 438 w 1061"/>
                  <a:gd name="T15" fmla="*/ 516 h 896"/>
                  <a:gd name="T16" fmla="*/ 474 w 1061"/>
                  <a:gd name="T17" fmla="*/ 676 h 896"/>
                  <a:gd name="T18" fmla="*/ 486 w 1061"/>
                  <a:gd name="T19" fmla="*/ 699 h 896"/>
                  <a:gd name="T20" fmla="*/ 664 w 1061"/>
                  <a:gd name="T21" fmla="*/ 814 h 896"/>
                  <a:gd name="T22" fmla="*/ 722 w 1061"/>
                  <a:gd name="T23" fmla="*/ 831 h 896"/>
                  <a:gd name="T24" fmla="*/ 864 w 1061"/>
                  <a:gd name="T25" fmla="*/ 818 h 896"/>
                  <a:gd name="T26" fmla="*/ 951 w 1061"/>
                  <a:gd name="T27" fmla="*/ 752 h 896"/>
                  <a:gd name="T28" fmla="*/ 952 w 1061"/>
                  <a:gd name="T29" fmla="*/ 696 h 896"/>
                  <a:gd name="T30" fmla="*/ 1037 w 1061"/>
                  <a:gd name="T31" fmla="*/ 654 h 896"/>
                  <a:gd name="T32" fmla="*/ 955 w 1061"/>
                  <a:gd name="T33" fmla="*/ 534 h 896"/>
                  <a:gd name="T34" fmla="*/ 879 w 1061"/>
                  <a:gd name="T35" fmla="*/ 523 h 896"/>
                  <a:gd name="T36" fmla="*/ 716 w 1061"/>
                  <a:gd name="T37" fmla="*/ 142 h 896"/>
                  <a:gd name="T38" fmla="*/ 610 w 1061"/>
                  <a:gd name="T39" fmla="*/ 24 h 896"/>
                  <a:gd name="T40" fmla="*/ 455 w 1061"/>
                  <a:gd name="T41" fmla="*/ 155 h 896"/>
                  <a:gd name="T42" fmla="*/ 430 w 1061"/>
                  <a:gd name="T43" fmla="*/ 205 h 896"/>
                  <a:gd name="T44" fmla="*/ 386 w 1061"/>
                  <a:gd name="T45" fmla="*/ 170 h 896"/>
                  <a:gd name="T46" fmla="*/ 379 w 1061"/>
                  <a:gd name="T47" fmla="*/ 145 h 896"/>
                  <a:gd name="T48" fmla="*/ 348 w 1061"/>
                  <a:gd name="T49" fmla="*/ 121 h 896"/>
                  <a:gd name="T50" fmla="*/ 373 w 1061"/>
                  <a:gd name="T51" fmla="*/ 67 h 896"/>
                  <a:gd name="T52" fmla="*/ 343 w 1061"/>
                  <a:gd name="T53" fmla="*/ 66 h 896"/>
                  <a:gd name="T54" fmla="*/ 56 w 1061"/>
                  <a:gd name="T55" fmla="*/ 125 h 896"/>
                  <a:gd name="T56" fmla="*/ 0 w 1061"/>
                  <a:gd name="T57" fmla="*/ 185 h 896"/>
                  <a:gd name="T58" fmla="*/ 35 w 1061"/>
                  <a:gd name="T59" fmla="*/ 125 h 896"/>
                  <a:gd name="T60" fmla="*/ 97 w 1061"/>
                  <a:gd name="T61" fmla="*/ 66 h 896"/>
                  <a:gd name="T62" fmla="*/ 328 w 1061"/>
                  <a:gd name="T63" fmla="*/ 15 h 896"/>
                  <a:gd name="T64" fmla="*/ 390 w 1061"/>
                  <a:gd name="T65" fmla="*/ 23 h 896"/>
                  <a:gd name="T66" fmla="*/ 364 w 1061"/>
                  <a:gd name="T67" fmla="*/ 88 h 896"/>
                  <a:gd name="T68" fmla="*/ 385 w 1061"/>
                  <a:gd name="T69" fmla="*/ 122 h 896"/>
                  <a:gd name="T70" fmla="*/ 410 w 1061"/>
                  <a:gd name="T71" fmla="*/ 148 h 896"/>
                  <a:gd name="T72" fmla="*/ 430 w 1061"/>
                  <a:gd name="T73" fmla="*/ 179 h 896"/>
                  <a:gd name="T74" fmla="*/ 475 w 1061"/>
                  <a:gd name="T75" fmla="*/ 135 h 896"/>
                  <a:gd name="T76" fmla="*/ 757 w 1061"/>
                  <a:gd name="T77" fmla="*/ 100 h 896"/>
                  <a:gd name="T78" fmla="*/ 737 w 1061"/>
                  <a:gd name="T79" fmla="*/ 137 h 896"/>
                  <a:gd name="T80" fmla="*/ 909 w 1061"/>
                  <a:gd name="T81" fmla="*/ 426 h 896"/>
                  <a:gd name="T82" fmla="*/ 972 w 1061"/>
                  <a:gd name="T83" fmla="*/ 517 h 896"/>
                  <a:gd name="T84" fmla="*/ 975 w 1061"/>
                  <a:gd name="T85" fmla="*/ 558 h 896"/>
                  <a:gd name="T86" fmla="*/ 1057 w 1061"/>
                  <a:gd name="T87" fmla="*/ 663 h 896"/>
                  <a:gd name="T88" fmla="*/ 963 w 1061"/>
                  <a:gd name="T89" fmla="*/ 713 h 896"/>
                  <a:gd name="T90" fmla="*/ 975 w 1061"/>
                  <a:gd name="T91" fmla="*/ 758 h 896"/>
                  <a:gd name="T92" fmla="*/ 880 w 1061"/>
                  <a:gd name="T93" fmla="*/ 830 h 896"/>
                  <a:gd name="T94" fmla="*/ 763 w 1061"/>
                  <a:gd name="T95" fmla="*/ 892 h 896"/>
                  <a:gd name="T96" fmla="*/ 686 w 1061"/>
                  <a:gd name="T97" fmla="*/ 877 h 896"/>
                  <a:gd name="T98" fmla="*/ 512 w 1061"/>
                  <a:gd name="T99" fmla="*/ 703 h 896"/>
                  <a:gd name="T100" fmla="*/ 463 w 1061"/>
                  <a:gd name="T101" fmla="*/ 713 h 896"/>
                  <a:gd name="T102" fmla="*/ 456 w 1061"/>
                  <a:gd name="T103" fmla="*/ 684 h 896"/>
                  <a:gd name="T104" fmla="*/ 418 w 1061"/>
                  <a:gd name="T105" fmla="*/ 525 h 896"/>
                  <a:gd name="T106" fmla="*/ 333 w 1061"/>
                  <a:gd name="T107" fmla="*/ 476 h 896"/>
                  <a:gd name="T108" fmla="*/ 277 w 1061"/>
                  <a:gd name="T109" fmla="*/ 404 h 896"/>
                  <a:gd name="T110" fmla="*/ 241 w 1061"/>
                  <a:gd name="T111" fmla="*/ 388 h 896"/>
                  <a:gd name="T112" fmla="*/ 233 w 1061"/>
                  <a:gd name="T113" fmla="*/ 345 h 896"/>
                  <a:gd name="T114" fmla="*/ 94 w 1061"/>
                  <a:gd name="T115" fmla="*/ 337 h 896"/>
                  <a:gd name="T116" fmla="*/ 74 w 1061"/>
                  <a:gd name="T117" fmla="*/ 179 h 896"/>
                  <a:gd name="T118" fmla="*/ 2 w 1061"/>
                  <a:gd name="T119" fmla="*/ 191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61" h="896">
                    <a:moveTo>
                      <a:pt x="63" y="149"/>
                    </a:moveTo>
                    <a:cubicBezTo>
                      <a:pt x="63" y="152"/>
                      <a:pt x="62" y="155"/>
                      <a:pt x="59" y="157"/>
                    </a:cubicBezTo>
                    <a:lnTo>
                      <a:pt x="23" y="187"/>
                    </a:lnTo>
                    <a:lnTo>
                      <a:pt x="26" y="190"/>
                    </a:lnTo>
                    <a:lnTo>
                      <a:pt x="70" y="158"/>
                    </a:lnTo>
                    <a:cubicBezTo>
                      <a:pt x="74" y="155"/>
                      <a:pt x="80" y="156"/>
                      <a:pt x="83" y="160"/>
                    </a:cubicBezTo>
                    <a:lnTo>
                      <a:pt x="104" y="183"/>
                    </a:lnTo>
                    <a:cubicBezTo>
                      <a:pt x="106" y="185"/>
                      <a:pt x="106" y="187"/>
                      <a:pt x="106" y="189"/>
                    </a:cubicBezTo>
                    <a:lnTo>
                      <a:pt x="110" y="319"/>
                    </a:lnTo>
                    <a:lnTo>
                      <a:pt x="218" y="310"/>
                    </a:lnTo>
                    <a:cubicBezTo>
                      <a:pt x="221" y="310"/>
                      <a:pt x="223" y="311"/>
                      <a:pt x="225" y="313"/>
                    </a:cubicBezTo>
                    <a:lnTo>
                      <a:pt x="252" y="336"/>
                    </a:lnTo>
                    <a:cubicBezTo>
                      <a:pt x="256" y="339"/>
                      <a:pt x="257" y="345"/>
                      <a:pt x="254" y="349"/>
                    </a:cubicBezTo>
                    <a:lnTo>
                      <a:pt x="244" y="363"/>
                    </a:lnTo>
                    <a:lnTo>
                      <a:pt x="249" y="368"/>
                    </a:lnTo>
                    <a:lnTo>
                      <a:pt x="255" y="364"/>
                    </a:lnTo>
                    <a:cubicBezTo>
                      <a:pt x="259" y="361"/>
                      <a:pt x="264" y="361"/>
                      <a:pt x="268" y="365"/>
                    </a:cubicBezTo>
                    <a:lnTo>
                      <a:pt x="296" y="395"/>
                    </a:lnTo>
                    <a:cubicBezTo>
                      <a:pt x="298" y="398"/>
                      <a:pt x="299" y="402"/>
                      <a:pt x="298" y="405"/>
                    </a:cubicBezTo>
                    <a:lnTo>
                      <a:pt x="294" y="416"/>
                    </a:lnTo>
                    <a:lnTo>
                      <a:pt x="342" y="457"/>
                    </a:lnTo>
                    <a:lnTo>
                      <a:pt x="360" y="453"/>
                    </a:lnTo>
                    <a:cubicBezTo>
                      <a:pt x="363" y="452"/>
                      <a:pt x="367" y="453"/>
                      <a:pt x="369" y="455"/>
                    </a:cubicBezTo>
                    <a:lnTo>
                      <a:pt x="438" y="516"/>
                    </a:lnTo>
                    <a:cubicBezTo>
                      <a:pt x="441" y="519"/>
                      <a:pt x="442" y="525"/>
                      <a:pt x="440" y="529"/>
                    </a:cubicBezTo>
                    <a:lnTo>
                      <a:pt x="411" y="572"/>
                    </a:lnTo>
                    <a:lnTo>
                      <a:pt x="474" y="676"/>
                    </a:lnTo>
                    <a:cubicBezTo>
                      <a:pt x="475" y="677"/>
                      <a:pt x="476" y="678"/>
                      <a:pt x="476" y="681"/>
                    </a:cubicBezTo>
                    <a:lnTo>
                      <a:pt x="476" y="696"/>
                    </a:lnTo>
                    <a:lnTo>
                      <a:pt x="486" y="699"/>
                    </a:lnTo>
                    <a:lnTo>
                      <a:pt x="506" y="682"/>
                    </a:lnTo>
                    <a:cubicBezTo>
                      <a:pt x="509" y="679"/>
                      <a:pt x="515" y="679"/>
                      <a:pt x="519" y="683"/>
                    </a:cubicBezTo>
                    <a:lnTo>
                      <a:pt x="664" y="814"/>
                    </a:lnTo>
                    <a:cubicBezTo>
                      <a:pt x="664" y="815"/>
                      <a:pt x="665" y="815"/>
                      <a:pt x="665" y="816"/>
                    </a:cubicBezTo>
                    <a:lnTo>
                      <a:pt x="690" y="853"/>
                    </a:lnTo>
                    <a:lnTo>
                      <a:pt x="722" y="831"/>
                    </a:lnTo>
                    <a:cubicBezTo>
                      <a:pt x="726" y="828"/>
                      <a:pt x="731" y="829"/>
                      <a:pt x="735" y="833"/>
                    </a:cubicBezTo>
                    <a:lnTo>
                      <a:pt x="772" y="873"/>
                    </a:lnTo>
                    <a:lnTo>
                      <a:pt x="864" y="818"/>
                    </a:lnTo>
                    <a:lnTo>
                      <a:pt x="879" y="790"/>
                    </a:lnTo>
                    <a:cubicBezTo>
                      <a:pt x="880" y="788"/>
                      <a:pt x="882" y="787"/>
                      <a:pt x="883" y="786"/>
                    </a:cubicBezTo>
                    <a:lnTo>
                      <a:pt x="951" y="752"/>
                    </a:lnTo>
                    <a:lnTo>
                      <a:pt x="932" y="724"/>
                    </a:lnTo>
                    <a:cubicBezTo>
                      <a:pt x="928" y="720"/>
                      <a:pt x="929" y="714"/>
                      <a:pt x="934" y="710"/>
                    </a:cubicBezTo>
                    <a:lnTo>
                      <a:pt x="952" y="696"/>
                    </a:lnTo>
                    <a:cubicBezTo>
                      <a:pt x="953" y="696"/>
                      <a:pt x="954" y="696"/>
                      <a:pt x="954" y="695"/>
                    </a:cubicBezTo>
                    <a:lnTo>
                      <a:pt x="1021" y="668"/>
                    </a:lnTo>
                    <a:lnTo>
                      <a:pt x="1037" y="654"/>
                    </a:lnTo>
                    <a:lnTo>
                      <a:pt x="957" y="568"/>
                    </a:lnTo>
                    <a:cubicBezTo>
                      <a:pt x="956" y="567"/>
                      <a:pt x="955" y="565"/>
                      <a:pt x="955" y="562"/>
                    </a:cubicBezTo>
                    <a:lnTo>
                      <a:pt x="955" y="534"/>
                    </a:lnTo>
                    <a:lnTo>
                      <a:pt x="889" y="534"/>
                    </a:lnTo>
                    <a:cubicBezTo>
                      <a:pt x="886" y="534"/>
                      <a:pt x="883" y="533"/>
                      <a:pt x="881" y="531"/>
                    </a:cubicBezTo>
                    <a:cubicBezTo>
                      <a:pt x="880" y="529"/>
                      <a:pt x="879" y="526"/>
                      <a:pt x="879" y="523"/>
                    </a:cubicBezTo>
                    <a:lnTo>
                      <a:pt x="889" y="427"/>
                    </a:lnTo>
                    <a:lnTo>
                      <a:pt x="759" y="194"/>
                    </a:lnTo>
                    <a:lnTo>
                      <a:pt x="716" y="142"/>
                    </a:lnTo>
                    <a:cubicBezTo>
                      <a:pt x="713" y="139"/>
                      <a:pt x="714" y="133"/>
                      <a:pt x="717" y="129"/>
                    </a:cubicBezTo>
                    <a:lnTo>
                      <a:pt x="736" y="109"/>
                    </a:lnTo>
                    <a:lnTo>
                      <a:pt x="610" y="24"/>
                    </a:lnTo>
                    <a:lnTo>
                      <a:pt x="487" y="151"/>
                    </a:lnTo>
                    <a:cubicBezTo>
                      <a:pt x="485" y="153"/>
                      <a:pt x="482" y="154"/>
                      <a:pt x="480" y="154"/>
                    </a:cubicBezTo>
                    <a:lnTo>
                      <a:pt x="455" y="155"/>
                    </a:lnTo>
                    <a:lnTo>
                      <a:pt x="449" y="186"/>
                    </a:lnTo>
                    <a:cubicBezTo>
                      <a:pt x="449" y="189"/>
                      <a:pt x="448" y="191"/>
                      <a:pt x="446" y="192"/>
                    </a:cubicBezTo>
                    <a:lnTo>
                      <a:pt x="430" y="205"/>
                    </a:lnTo>
                    <a:cubicBezTo>
                      <a:pt x="426" y="208"/>
                      <a:pt x="421" y="207"/>
                      <a:pt x="418" y="204"/>
                    </a:cubicBezTo>
                    <a:lnTo>
                      <a:pt x="389" y="180"/>
                    </a:lnTo>
                    <a:cubicBezTo>
                      <a:pt x="386" y="177"/>
                      <a:pt x="385" y="174"/>
                      <a:pt x="386" y="170"/>
                    </a:cubicBezTo>
                    <a:lnTo>
                      <a:pt x="390" y="149"/>
                    </a:lnTo>
                    <a:lnTo>
                      <a:pt x="385" y="143"/>
                    </a:lnTo>
                    <a:lnTo>
                      <a:pt x="379" y="145"/>
                    </a:lnTo>
                    <a:cubicBezTo>
                      <a:pt x="375" y="147"/>
                      <a:pt x="371" y="146"/>
                      <a:pt x="368" y="143"/>
                    </a:cubicBezTo>
                    <a:lnTo>
                      <a:pt x="351" y="127"/>
                    </a:lnTo>
                    <a:cubicBezTo>
                      <a:pt x="349" y="125"/>
                      <a:pt x="348" y="123"/>
                      <a:pt x="348" y="121"/>
                    </a:cubicBezTo>
                    <a:lnTo>
                      <a:pt x="344" y="80"/>
                    </a:lnTo>
                    <a:cubicBezTo>
                      <a:pt x="343" y="75"/>
                      <a:pt x="347" y="70"/>
                      <a:pt x="352" y="69"/>
                    </a:cubicBezTo>
                    <a:lnTo>
                      <a:pt x="373" y="67"/>
                    </a:lnTo>
                    <a:lnTo>
                      <a:pt x="371" y="33"/>
                    </a:lnTo>
                    <a:lnTo>
                      <a:pt x="344" y="32"/>
                    </a:lnTo>
                    <a:lnTo>
                      <a:pt x="343" y="66"/>
                    </a:lnTo>
                    <a:cubicBezTo>
                      <a:pt x="342" y="71"/>
                      <a:pt x="338" y="75"/>
                      <a:pt x="333" y="75"/>
                    </a:cubicBezTo>
                    <a:lnTo>
                      <a:pt x="102" y="85"/>
                    </a:lnTo>
                    <a:lnTo>
                      <a:pt x="56" y="125"/>
                    </a:lnTo>
                    <a:lnTo>
                      <a:pt x="63" y="146"/>
                    </a:lnTo>
                    <a:cubicBezTo>
                      <a:pt x="63" y="147"/>
                      <a:pt x="63" y="148"/>
                      <a:pt x="63" y="149"/>
                    </a:cubicBezTo>
                    <a:close/>
                    <a:moveTo>
                      <a:pt x="0" y="185"/>
                    </a:moveTo>
                    <a:cubicBezTo>
                      <a:pt x="0" y="182"/>
                      <a:pt x="1" y="180"/>
                      <a:pt x="3" y="178"/>
                    </a:cubicBezTo>
                    <a:lnTo>
                      <a:pt x="42" y="146"/>
                    </a:lnTo>
                    <a:lnTo>
                      <a:pt x="35" y="125"/>
                    </a:lnTo>
                    <a:cubicBezTo>
                      <a:pt x="34" y="121"/>
                      <a:pt x="35" y="117"/>
                      <a:pt x="38" y="114"/>
                    </a:cubicBezTo>
                    <a:lnTo>
                      <a:pt x="91" y="68"/>
                    </a:lnTo>
                    <a:cubicBezTo>
                      <a:pt x="93" y="67"/>
                      <a:pt x="95" y="66"/>
                      <a:pt x="97" y="66"/>
                    </a:cubicBezTo>
                    <a:lnTo>
                      <a:pt x="323" y="56"/>
                    </a:lnTo>
                    <a:lnTo>
                      <a:pt x="325" y="22"/>
                    </a:lnTo>
                    <a:cubicBezTo>
                      <a:pt x="325" y="19"/>
                      <a:pt x="326" y="17"/>
                      <a:pt x="328" y="15"/>
                    </a:cubicBezTo>
                    <a:cubicBezTo>
                      <a:pt x="330" y="13"/>
                      <a:pt x="332" y="12"/>
                      <a:pt x="335" y="12"/>
                    </a:cubicBezTo>
                    <a:lnTo>
                      <a:pt x="380" y="14"/>
                    </a:lnTo>
                    <a:cubicBezTo>
                      <a:pt x="385" y="14"/>
                      <a:pt x="390" y="18"/>
                      <a:pt x="390" y="23"/>
                    </a:cubicBezTo>
                    <a:lnTo>
                      <a:pt x="393" y="75"/>
                    </a:lnTo>
                    <a:cubicBezTo>
                      <a:pt x="393" y="81"/>
                      <a:pt x="389" y="85"/>
                      <a:pt x="384" y="86"/>
                    </a:cubicBezTo>
                    <a:lnTo>
                      <a:pt x="364" y="88"/>
                    </a:lnTo>
                    <a:lnTo>
                      <a:pt x="367" y="115"/>
                    </a:lnTo>
                    <a:lnTo>
                      <a:pt x="377" y="125"/>
                    </a:lnTo>
                    <a:lnTo>
                      <a:pt x="385" y="122"/>
                    </a:lnTo>
                    <a:cubicBezTo>
                      <a:pt x="389" y="120"/>
                      <a:pt x="393" y="121"/>
                      <a:pt x="396" y="125"/>
                    </a:cubicBezTo>
                    <a:lnTo>
                      <a:pt x="408" y="140"/>
                    </a:lnTo>
                    <a:cubicBezTo>
                      <a:pt x="410" y="143"/>
                      <a:pt x="410" y="145"/>
                      <a:pt x="410" y="148"/>
                    </a:cubicBezTo>
                    <a:lnTo>
                      <a:pt x="406" y="168"/>
                    </a:lnTo>
                    <a:lnTo>
                      <a:pt x="424" y="184"/>
                    </a:lnTo>
                    <a:lnTo>
                      <a:pt x="430" y="179"/>
                    </a:lnTo>
                    <a:lnTo>
                      <a:pt x="437" y="144"/>
                    </a:lnTo>
                    <a:cubicBezTo>
                      <a:pt x="437" y="139"/>
                      <a:pt x="441" y="136"/>
                      <a:pt x="446" y="136"/>
                    </a:cubicBezTo>
                    <a:lnTo>
                      <a:pt x="475" y="135"/>
                    </a:lnTo>
                    <a:lnTo>
                      <a:pt x="601" y="4"/>
                    </a:lnTo>
                    <a:cubicBezTo>
                      <a:pt x="605" y="1"/>
                      <a:pt x="610" y="0"/>
                      <a:pt x="614" y="3"/>
                    </a:cubicBezTo>
                    <a:lnTo>
                      <a:pt x="757" y="100"/>
                    </a:lnTo>
                    <a:cubicBezTo>
                      <a:pt x="760" y="101"/>
                      <a:pt x="761" y="104"/>
                      <a:pt x="761" y="107"/>
                    </a:cubicBezTo>
                    <a:cubicBezTo>
                      <a:pt x="762" y="109"/>
                      <a:pt x="761" y="112"/>
                      <a:pt x="759" y="115"/>
                    </a:cubicBezTo>
                    <a:lnTo>
                      <a:pt x="737" y="137"/>
                    </a:lnTo>
                    <a:lnTo>
                      <a:pt x="775" y="183"/>
                    </a:lnTo>
                    <a:lnTo>
                      <a:pt x="907" y="420"/>
                    </a:lnTo>
                    <a:cubicBezTo>
                      <a:pt x="908" y="422"/>
                      <a:pt x="909" y="424"/>
                      <a:pt x="909" y="426"/>
                    </a:cubicBezTo>
                    <a:lnTo>
                      <a:pt x="900" y="514"/>
                    </a:lnTo>
                    <a:lnTo>
                      <a:pt x="965" y="514"/>
                    </a:lnTo>
                    <a:cubicBezTo>
                      <a:pt x="968" y="514"/>
                      <a:pt x="971" y="515"/>
                      <a:pt x="972" y="517"/>
                    </a:cubicBezTo>
                    <a:cubicBezTo>
                      <a:pt x="974" y="519"/>
                      <a:pt x="975" y="522"/>
                      <a:pt x="975" y="524"/>
                    </a:cubicBezTo>
                    <a:lnTo>
                      <a:pt x="975" y="524"/>
                    </a:lnTo>
                    <a:lnTo>
                      <a:pt x="975" y="558"/>
                    </a:lnTo>
                    <a:lnTo>
                      <a:pt x="1058" y="649"/>
                    </a:lnTo>
                    <a:cubicBezTo>
                      <a:pt x="1060" y="651"/>
                      <a:pt x="1061" y="653"/>
                      <a:pt x="1061" y="656"/>
                    </a:cubicBezTo>
                    <a:cubicBezTo>
                      <a:pt x="1061" y="659"/>
                      <a:pt x="1059" y="661"/>
                      <a:pt x="1057" y="663"/>
                    </a:cubicBezTo>
                    <a:lnTo>
                      <a:pt x="1032" y="684"/>
                    </a:lnTo>
                    <a:cubicBezTo>
                      <a:pt x="1031" y="685"/>
                      <a:pt x="1030" y="685"/>
                      <a:pt x="1029" y="686"/>
                    </a:cubicBezTo>
                    <a:lnTo>
                      <a:pt x="963" y="713"/>
                    </a:lnTo>
                    <a:lnTo>
                      <a:pt x="953" y="720"/>
                    </a:lnTo>
                    <a:lnTo>
                      <a:pt x="973" y="750"/>
                    </a:lnTo>
                    <a:cubicBezTo>
                      <a:pt x="975" y="752"/>
                      <a:pt x="976" y="755"/>
                      <a:pt x="975" y="758"/>
                    </a:cubicBezTo>
                    <a:cubicBezTo>
                      <a:pt x="974" y="760"/>
                      <a:pt x="972" y="763"/>
                      <a:pt x="970" y="764"/>
                    </a:cubicBezTo>
                    <a:lnTo>
                      <a:pt x="895" y="802"/>
                    </a:lnTo>
                    <a:lnTo>
                      <a:pt x="880" y="830"/>
                    </a:lnTo>
                    <a:cubicBezTo>
                      <a:pt x="879" y="831"/>
                      <a:pt x="878" y="832"/>
                      <a:pt x="876" y="833"/>
                    </a:cubicBezTo>
                    <a:lnTo>
                      <a:pt x="775" y="894"/>
                    </a:lnTo>
                    <a:cubicBezTo>
                      <a:pt x="771" y="896"/>
                      <a:pt x="766" y="895"/>
                      <a:pt x="763" y="892"/>
                    </a:cubicBezTo>
                    <a:lnTo>
                      <a:pt x="726" y="852"/>
                    </a:lnTo>
                    <a:lnTo>
                      <a:pt x="693" y="875"/>
                    </a:lnTo>
                    <a:cubicBezTo>
                      <a:pt x="691" y="877"/>
                      <a:pt x="688" y="878"/>
                      <a:pt x="686" y="877"/>
                    </a:cubicBezTo>
                    <a:cubicBezTo>
                      <a:pt x="683" y="877"/>
                      <a:pt x="681" y="875"/>
                      <a:pt x="679" y="873"/>
                    </a:cubicBezTo>
                    <a:lnTo>
                      <a:pt x="650" y="828"/>
                    </a:lnTo>
                    <a:lnTo>
                      <a:pt x="512" y="703"/>
                    </a:lnTo>
                    <a:lnTo>
                      <a:pt x="495" y="718"/>
                    </a:lnTo>
                    <a:cubicBezTo>
                      <a:pt x="492" y="720"/>
                      <a:pt x="489" y="721"/>
                      <a:pt x="486" y="720"/>
                    </a:cubicBezTo>
                    <a:lnTo>
                      <a:pt x="463" y="713"/>
                    </a:lnTo>
                    <a:cubicBezTo>
                      <a:pt x="459" y="711"/>
                      <a:pt x="456" y="707"/>
                      <a:pt x="456" y="703"/>
                    </a:cubicBezTo>
                    <a:lnTo>
                      <a:pt x="456" y="703"/>
                    </a:lnTo>
                    <a:lnTo>
                      <a:pt x="456" y="684"/>
                    </a:lnTo>
                    <a:lnTo>
                      <a:pt x="391" y="577"/>
                    </a:lnTo>
                    <a:cubicBezTo>
                      <a:pt x="389" y="574"/>
                      <a:pt x="389" y="570"/>
                      <a:pt x="391" y="567"/>
                    </a:cubicBezTo>
                    <a:lnTo>
                      <a:pt x="418" y="525"/>
                    </a:lnTo>
                    <a:lnTo>
                      <a:pt x="360" y="474"/>
                    </a:lnTo>
                    <a:lnTo>
                      <a:pt x="342" y="478"/>
                    </a:lnTo>
                    <a:cubicBezTo>
                      <a:pt x="339" y="478"/>
                      <a:pt x="336" y="478"/>
                      <a:pt x="333" y="476"/>
                    </a:cubicBezTo>
                    <a:lnTo>
                      <a:pt x="276" y="426"/>
                    </a:lnTo>
                    <a:cubicBezTo>
                      <a:pt x="272" y="423"/>
                      <a:pt x="271" y="419"/>
                      <a:pt x="273" y="415"/>
                    </a:cubicBezTo>
                    <a:lnTo>
                      <a:pt x="277" y="404"/>
                    </a:lnTo>
                    <a:lnTo>
                      <a:pt x="259" y="385"/>
                    </a:lnTo>
                    <a:lnTo>
                      <a:pt x="254" y="389"/>
                    </a:lnTo>
                    <a:cubicBezTo>
                      <a:pt x="250" y="392"/>
                      <a:pt x="245" y="391"/>
                      <a:pt x="241" y="388"/>
                    </a:cubicBezTo>
                    <a:lnTo>
                      <a:pt x="224" y="372"/>
                    </a:lnTo>
                    <a:cubicBezTo>
                      <a:pt x="220" y="368"/>
                      <a:pt x="220" y="363"/>
                      <a:pt x="223" y="359"/>
                    </a:cubicBezTo>
                    <a:lnTo>
                      <a:pt x="233" y="345"/>
                    </a:lnTo>
                    <a:lnTo>
                      <a:pt x="215" y="330"/>
                    </a:lnTo>
                    <a:lnTo>
                      <a:pt x="101" y="339"/>
                    </a:lnTo>
                    <a:cubicBezTo>
                      <a:pt x="98" y="339"/>
                      <a:pt x="96" y="339"/>
                      <a:pt x="94" y="337"/>
                    </a:cubicBezTo>
                    <a:cubicBezTo>
                      <a:pt x="92" y="335"/>
                      <a:pt x="90" y="332"/>
                      <a:pt x="90" y="330"/>
                    </a:cubicBezTo>
                    <a:lnTo>
                      <a:pt x="87" y="193"/>
                    </a:lnTo>
                    <a:lnTo>
                      <a:pt x="74" y="179"/>
                    </a:lnTo>
                    <a:lnTo>
                      <a:pt x="30" y="212"/>
                    </a:lnTo>
                    <a:cubicBezTo>
                      <a:pt x="25" y="215"/>
                      <a:pt x="19" y="214"/>
                      <a:pt x="16" y="210"/>
                    </a:cubicBezTo>
                    <a:lnTo>
                      <a:pt x="2" y="191"/>
                    </a:lnTo>
                    <a:cubicBezTo>
                      <a:pt x="0" y="189"/>
                      <a:pt x="0" y="187"/>
                      <a:pt x="0" y="18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8" name="Freeform 117"/>
              <p:cNvSpPr>
                <a:spLocks noEditPoints="1"/>
              </p:cNvSpPr>
              <p:nvPr/>
            </p:nvSpPr>
            <p:spPr bwMode="auto">
              <a:xfrm>
                <a:off x="9294" y="2872"/>
                <a:ext cx="150" cy="147"/>
              </a:xfrm>
              <a:custGeom>
                <a:avLst/>
                <a:gdLst>
                  <a:gd name="T0" fmla="*/ 50 w 564"/>
                  <a:gd name="T1" fmla="*/ 170 h 553"/>
                  <a:gd name="T2" fmla="*/ 26 w 564"/>
                  <a:gd name="T3" fmla="*/ 224 h 553"/>
                  <a:gd name="T4" fmla="*/ 61 w 564"/>
                  <a:gd name="T5" fmla="*/ 221 h 553"/>
                  <a:gd name="T6" fmla="*/ 72 w 564"/>
                  <a:gd name="T7" fmla="*/ 228 h 553"/>
                  <a:gd name="T8" fmla="*/ 86 w 564"/>
                  <a:gd name="T9" fmla="*/ 292 h 553"/>
                  <a:gd name="T10" fmla="*/ 292 w 564"/>
                  <a:gd name="T11" fmla="*/ 254 h 553"/>
                  <a:gd name="T12" fmla="*/ 285 w 564"/>
                  <a:gd name="T13" fmla="*/ 222 h 553"/>
                  <a:gd name="T14" fmla="*/ 286 w 564"/>
                  <a:gd name="T15" fmla="*/ 214 h 553"/>
                  <a:gd name="T16" fmla="*/ 293 w 564"/>
                  <a:gd name="T17" fmla="*/ 210 h 553"/>
                  <a:gd name="T18" fmla="*/ 320 w 564"/>
                  <a:gd name="T19" fmla="*/ 204 h 553"/>
                  <a:gd name="T20" fmla="*/ 327 w 564"/>
                  <a:gd name="T21" fmla="*/ 205 h 553"/>
                  <a:gd name="T22" fmla="*/ 331 w 564"/>
                  <a:gd name="T23" fmla="*/ 211 h 553"/>
                  <a:gd name="T24" fmla="*/ 402 w 564"/>
                  <a:gd name="T25" fmla="*/ 531 h 553"/>
                  <a:gd name="T26" fmla="*/ 543 w 564"/>
                  <a:gd name="T27" fmla="*/ 500 h 553"/>
                  <a:gd name="T28" fmla="*/ 451 w 564"/>
                  <a:gd name="T29" fmla="*/ 95 h 553"/>
                  <a:gd name="T30" fmla="*/ 330 w 564"/>
                  <a:gd name="T31" fmla="*/ 119 h 553"/>
                  <a:gd name="T32" fmla="*/ 319 w 564"/>
                  <a:gd name="T33" fmla="*/ 113 h 553"/>
                  <a:gd name="T34" fmla="*/ 317 w 564"/>
                  <a:gd name="T35" fmla="*/ 107 h 553"/>
                  <a:gd name="T36" fmla="*/ 300 w 564"/>
                  <a:gd name="T37" fmla="*/ 20 h 553"/>
                  <a:gd name="T38" fmla="*/ 296 w 564"/>
                  <a:gd name="T39" fmla="*/ 20 h 553"/>
                  <a:gd name="T40" fmla="*/ 316 w 564"/>
                  <a:gd name="T41" fmla="*/ 140 h 553"/>
                  <a:gd name="T42" fmla="*/ 308 w 564"/>
                  <a:gd name="T43" fmla="*/ 151 h 553"/>
                  <a:gd name="T44" fmla="*/ 162 w 564"/>
                  <a:gd name="T45" fmla="*/ 182 h 553"/>
                  <a:gd name="T46" fmla="*/ 151 w 564"/>
                  <a:gd name="T47" fmla="*/ 176 h 553"/>
                  <a:gd name="T48" fmla="*/ 140 w 564"/>
                  <a:gd name="T49" fmla="*/ 149 h 553"/>
                  <a:gd name="T50" fmla="*/ 50 w 564"/>
                  <a:gd name="T51" fmla="*/ 170 h 553"/>
                  <a:gd name="T52" fmla="*/ 0 w 564"/>
                  <a:gd name="T53" fmla="*/ 236 h 553"/>
                  <a:gd name="T54" fmla="*/ 1 w 564"/>
                  <a:gd name="T55" fmla="*/ 232 h 553"/>
                  <a:gd name="T56" fmla="*/ 34 w 564"/>
                  <a:gd name="T57" fmla="*/ 157 h 553"/>
                  <a:gd name="T58" fmla="*/ 41 w 564"/>
                  <a:gd name="T59" fmla="*/ 152 h 553"/>
                  <a:gd name="T60" fmla="*/ 143 w 564"/>
                  <a:gd name="T61" fmla="*/ 128 h 553"/>
                  <a:gd name="T62" fmla="*/ 155 w 564"/>
                  <a:gd name="T63" fmla="*/ 134 h 553"/>
                  <a:gd name="T64" fmla="*/ 166 w 564"/>
                  <a:gd name="T65" fmla="*/ 161 h 553"/>
                  <a:gd name="T66" fmla="*/ 295 w 564"/>
                  <a:gd name="T67" fmla="*/ 134 h 553"/>
                  <a:gd name="T68" fmla="*/ 275 w 564"/>
                  <a:gd name="T69" fmla="*/ 12 h 553"/>
                  <a:gd name="T70" fmla="*/ 277 w 564"/>
                  <a:gd name="T71" fmla="*/ 5 h 553"/>
                  <a:gd name="T72" fmla="*/ 284 w 564"/>
                  <a:gd name="T73" fmla="*/ 1 h 553"/>
                  <a:gd name="T74" fmla="*/ 308 w 564"/>
                  <a:gd name="T75" fmla="*/ 0 h 553"/>
                  <a:gd name="T76" fmla="*/ 318 w 564"/>
                  <a:gd name="T77" fmla="*/ 8 h 553"/>
                  <a:gd name="T78" fmla="*/ 335 w 564"/>
                  <a:gd name="T79" fmla="*/ 98 h 553"/>
                  <a:gd name="T80" fmla="*/ 457 w 564"/>
                  <a:gd name="T81" fmla="*/ 74 h 553"/>
                  <a:gd name="T82" fmla="*/ 468 w 564"/>
                  <a:gd name="T83" fmla="*/ 82 h 553"/>
                  <a:gd name="T84" fmla="*/ 564 w 564"/>
                  <a:gd name="T85" fmla="*/ 505 h 553"/>
                  <a:gd name="T86" fmla="*/ 563 w 564"/>
                  <a:gd name="T87" fmla="*/ 512 h 553"/>
                  <a:gd name="T88" fmla="*/ 556 w 564"/>
                  <a:gd name="T89" fmla="*/ 517 h 553"/>
                  <a:gd name="T90" fmla="*/ 396 w 564"/>
                  <a:gd name="T91" fmla="*/ 553 h 553"/>
                  <a:gd name="T92" fmla="*/ 389 w 564"/>
                  <a:gd name="T93" fmla="*/ 551 h 553"/>
                  <a:gd name="T94" fmla="*/ 385 w 564"/>
                  <a:gd name="T95" fmla="*/ 545 h 553"/>
                  <a:gd name="T96" fmla="*/ 314 w 564"/>
                  <a:gd name="T97" fmla="*/ 225 h 553"/>
                  <a:gd name="T98" fmla="*/ 306 w 564"/>
                  <a:gd name="T99" fmla="*/ 227 h 553"/>
                  <a:gd name="T100" fmla="*/ 314 w 564"/>
                  <a:gd name="T101" fmla="*/ 259 h 553"/>
                  <a:gd name="T102" fmla="*/ 313 w 564"/>
                  <a:gd name="T103" fmla="*/ 267 h 553"/>
                  <a:gd name="T104" fmla="*/ 306 w 564"/>
                  <a:gd name="T105" fmla="*/ 271 h 553"/>
                  <a:gd name="T106" fmla="*/ 81 w 564"/>
                  <a:gd name="T107" fmla="*/ 313 h 553"/>
                  <a:gd name="T108" fmla="*/ 69 w 564"/>
                  <a:gd name="T109" fmla="*/ 306 h 553"/>
                  <a:gd name="T110" fmla="*/ 54 w 564"/>
                  <a:gd name="T111" fmla="*/ 241 h 553"/>
                  <a:gd name="T112" fmla="*/ 11 w 564"/>
                  <a:gd name="T113" fmla="*/ 246 h 553"/>
                  <a:gd name="T114" fmla="*/ 2 w 564"/>
                  <a:gd name="T115" fmla="*/ 242 h 553"/>
                  <a:gd name="T116" fmla="*/ 0 w 564"/>
                  <a:gd name="T117" fmla="*/ 236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64" h="553">
                    <a:moveTo>
                      <a:pt x="50" y="170"/>
                    </a:moveTo>
                    <a:lnTo>
                      <a:pt x="26" y="224"/>
                    </a:lnTo>
                    <a:lnTo>
                      <a:pt x="61" y="221"/>
                    </a:lnTo>
                    <a:cubicBezTo>
                      <a:pt x="66" y="220"/>
                      <a:pt x="71" y="224"/>
                      <a:pt x="72" y="228"/>
                    </a:cubicBezTo>
                    <a:lnTo>
                      <a:pt x="86" y="292"/>
                    </a:lnTo>
                    <a:lnTo>
                      <a:pt x="292" y="254"/>
                    </a:lnTo>
                    <a:lnTo>
                      <a:pt x="285" y="222"/>
                    </a:lnTo>
                    <a:cubicBezTo>
                      <a:pt x="285" y="219"/>
                      <a:pt x="285" y="216"/>
                      <a:pt x="286" y="214"/>
                    </a:cubicBezTo>
                    <a:cubicBezTo>
                      <a:pt x="288" y="212"/>
                      <a:pt x="290" y="210"/>
                      <a:pt x="293" y="210"/>
                    </a:cubicBezTo>
                    <a:lnTo>
                      <a:pt x="320" y="204"/>
                    </a:lnTo>
                    <a:cubicBezTo>
                      <a:pt x="322" y="203"/>
                      <a:pt x="325" y="204"/>
                      <a:pt x="327" y="205"/>
                    </a:cubicBezTo>
                    <a:cubicBezTo>
                      <a:pt x="329" y="207"/>
                      <a:pt x="331" y="209"/>
                      <a:pt x="331" y="211"/>
                    </a:cubicBezTo>
                    <a:lnTo>
                      <a:pt x="402" y="531"/>
                    </a:lnTo>
                    <a:lnTo>
                      <a:pt x="543" y="500"/>
                    </a:lnTo>
                    <a:lnTo>
                      <a:pt x="451" y="95"/>
                    </a:lnTo>
                    <a:lnTo>
                      <a:pt x="330" y="119"/>
                    </a:lnTo>
                    <a:cubicBezTo>
                      <a:pt x="326" y="120"/>
                      <a:pt x="321" y="118"/>
                      <a:pt x="319" y="113"/>
                    </a:cubicBezTo>
                    <a:lnTo>
                      <a:pt x="317" y="107"/>
                    </a:lnTo>
                    <a:lnTo>
                      <a:pt x="300" y="20"/>
                    </a:lnTo>
                    <a:lnTo>
                      <a:pt x="296" y="20"/>
                    </a:lnTo>
                    <a:lnTo>
                      <a:pt x="316" y="140"/>
                    </a:lnTo>
                    <a:cubicBezTo>
                      <a:pt x="317" y="145"/>
                      <a:pt x="313" y="150"/>
                      <a:pt x="308" y="151"/>
                    </a:cubicBezTo>
                    <a:lnTo>
                      <a:pt x="162" y="182"/>
                    </a:lnTo>
                    <a:cubicBezTo>
                      <a:pt x="158" y="183"/>
                      <a:pt x="153" y="181"/>
                      <a:pt x="151" y="176"/>
                    </a:cubicBezTo>
                    <a:lnTo>
                      <a:pt x="140" y="149"/>
                    </a:lnTo>
                    <a:lnTo>
                      <a:pt x="50" y="170"/>
                    </a:lnTo>
                    <a:close/>
                    <a:moveTo>
                      <a:pt x="0" y="236"/>
                    </a:moveTo>
                    <a:cubicBezTo>
                      <a:pt x="0" y="235"/>
                      <a:pt x="0" y="233"/>
                      <a:pt x="1" y="232"/>
                    </a:cubicBezTo>
                    <a:lnTo>
                      <a:pt x="34" y="157"/>
                    </a:lnTo>
                    <a:cubicBezTo>
                      <a:pt x="36" y="154"/>
                      <a:pt x="38" y="152"/>
                      <a:pt x="41" y="152"/>
                    </a:cubicBezTo>
                    <a:lnTo>
                      <a:pt x="143" y="128"/>
                    </a:lnTo>
                    <a:cubicBezTo>
                      <a:pt x="148" y="127"/>
                      <a:pt x="153" y="129"/>
                      <a:pt x="155" y="134"/>
                    </a:cubicBezTo>
                    <a:lnTo>
                      <a:pt x="166" y="161"/>
                    </a:lnTo>
                    <a:lnTo>
                      <a:pt x="295" y="134"/>
                    </a:lnTo>
                    <a:lnTo>
                      <a:pt x="275" y="12"/>
                    </a:lnTo>
                    <a:cubicBezTo>
                      <a:pt x="274" y="10"/>
                      <a:pt x="275" y="7"/>
                      <a:pt x="277" y="5"/>
                    </a:cubicBezTo>
                    <a:cubicBezTo>
                      <a:pt x="278" y="2"/>
                      <a:pt x="281" y="1"/>
                      <a:pt x="284" y="1"/>
                    </a:cubicBezTo>
                    <a:lnTo>
                      <a:pt x="308" y="0"/>
                    </a:lnTo>
                    <a:cubicBezTo>
                      <a:pt x="313" y="0"/>
                      <a:pt x="317" y="3"/>
                      <a:pt x="318" y="8"/>
                    </a:cubicBezTo>
                    <a:lnTo>
                      <a:pt x="335" y="98"/>
                    </a:lnTo>
                    <a:lnTo>
                      <a:pt x="457" y="74"/>
                    </a:lnTo>
                    <a:cubicBezTo>
                      <a:pt x="462" y="73"/>
                      <a:pt x="467" y="76"/>
                      <a:pt x="468" y="82"/>
                    </a:cubicBezTo>
                    <a:lnTo>
                      <a:pt x="564" y="505"/>
                    </a:lnTo>
                    <a:cubicBezTo>
                      <a:pt x="564" y="507"/>
                      <a:pt x="564" y="510"/>
                      <a:pt x="563" y="512"/>
                    </a:cubicBezTo>
                    <a:cubicBezTo>
                      <a:pt x="561" y="515"/>
                      <a:pt x="559" y="516"/>
                      <a:pt x="556" y="517"/>
                    </a:cubicBezTo>
                    <a:lnTo>
                      <a:pt x="396" y="553"/>
                    </a:lnTo>
                    <a:cubicBezTo>
                      <a:pt x="394" y="553"/>
                      <a:pt x="391" y="553"/>
                      <a:pt x="389" y="551"/>
                    </a:cubicBezTo>
                    <a:cubicBezTo>
                      <a:pt x="387" y="550"/>
                      <a:pt x="385" y="548"/>
                      <a:pt x="385" y="545"/>
                    </a:cubicBezTo>
                    <a:lnTo>
                      <a:pt x="314" y="225"/>
                    </a:lnTo>
                    <a:lnTo>
                      <a:pt x="306" y="227"/>
                    </a:lnTo>
                    <a:lnTo>
                      <a:pt x="314" y="259"/>
                    </a:lnTo>
                    <a:cubicBezTo>
                      <a:pt x="314" y="262"/>
                      <a:pt x="314" y="264"/>
                      <a:pt x="313" y="267"/>
                    </a:cubicBezTo>
                    <a:cubicBezTo>
                      <a:pt x="311" y="269"/>
                      <a:pt x="309" y="271"/>
                      <a:pt x="306" y="271"/>
                    </a:cubicBezTo>
                    <a:lnTo>
                      <a:pt x="81" y="313"/>
                    </a:lnTo>
                    <a:cubicBezTo>
                      <a:pt x="76" y="314"/>
                      <a:pt x="71" y="311"/>
                      <a:pt x="69" y="306"/>
                    </a:cubicBezTo>
                    <a:lnTo>
                      <a:pt x="54" y="241"/>
                    </a:lnTo>
                    <a:lnTo>
                      <a:pt x="11" y="246"/>
                    </a:lnTo>
                    <a:cubicBezTo>
                      <a:pt x="7" y="246"/>
                      <a:pt x="4" y="245"/>
                      <a:pt x="2" y="242"/>
                    </a:cubicBezTo>
                    <a:cubicBezTo>
                      <a:pt x="1" y="240"/>
                      <a:pt x="0" y="238"/>
                      <a:pt x="0" y="2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9" name="Freeform 118"/>
              <p:cNvSpPr>
                <a:spLocks noEditPoints="1"/>
              </p:cNvSpPr>
              <p:nvPr/>
            </p:nvSpPr>
            <p:spPr bwMode="auto">
              <a:xfrm>
                <a:off x="8485" y="2356"/>
                <a:ext cx="65" cy="66"/>
              </a:xfrm>
              <a:custGeom>
                <a:avLst/>
                <a:gdLst>
                  <a:gd name="T0" fmla="*/ 120 w 246"/>
                  <a:gd name="T1" fmla="*/ 24 h 251"/>
                  <a:gd name="T2" fmla="*/ 24 w 246"/>
                  <a:gd name="T3" fmla="*/ 105 h 251"/>
                  <a:gd name="T4" fmla="*/ 126 w 246"/>
                  <a:gd name="T5" fmla="*/ 226 h 251"/>
                  <a:gd name="T6" fmla="*/ 222 w 246"/>
                  <a:gd name="T7" fmla="*/ 146 h 251"/>
                  <a:gd name="T8" fmla="*/ 120 w 246"/>
                  <a:gd name="T9" fmla="*/ 24 h 251"/>
                  <a:gd name="T10" fmla="*/ 0 w 246"/>
                  <a:gd name="T11" fmla="*/ 104 h 251"/>
                  <a:gd name="T12" fmla="*/ 0 w 246"/>
                  <a:gd name="T13" fmla="*/ 103 h 251"/>
                  <a:gd name="T14" fmla="*/ 4 w 246"/>
                  <a:gd name="T15" fmla="*/ 96 h 251"/>
                  <a:gd name="T16" fmla="*/ 115 w 246"/>
                  <a:gd name="T17" fmla="*/ 3 h 251"/>
                  <a:gd name="T18" fmla="*/ 128 w 246"/>
                  <a:gd name="T19" fmla="*/ 4 h 251"/>
                  <a:gd name="T20" fmla="*/ 243 w 246"/>
                  <a:gd name="T21" fmla="*/ 141 h 251"/>
                  <a:gd name="T22" fmla="*/ 245 w 246"/>
                  <a:gd name="T23" fmla="*/ 148 h 251"/>
                  <a:gd name="T24" fmla="*/ 242 w 246"/>
                  <a:gd name="T25" fmla="*/ 155 h 251"/>
                  <a:gd name="T26" fmla="*/ 131 w 246"/>
                  <a:gd name="T27" fmla="*/ 247 h 251"/>
                  <a:gd name="T28" fmla="*/ 117 w 246"/>
                  <a:gd name="T29" fmla="*/ 246 h 251"/>
                  <a:gd name="T30" fmla="*/ 3 w 246"/>
                  <a:gd name="T31" fmla="*/ 110 h 251"/>
                  <a:gd name="T32" fmla="*/ 0 w 246"/>
                  <a:gd name="T33" fmla="*/ 10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1">
                    <a:moveTo>
                      <a:pt x="120" y="24"/>
                    </a:moveTo>
                    <a:lnTo>
                      <a:pt x="24" y="105"/>
                    </a:lnTo>
                    <a:lnTo>
                      <a:pt x="126" y="226"/>
                    </a:lnTo>
                    <a:lnTo>
                      <a:pt x="222" y="146"/>
                    </a:lnTo>
                    <a:lnTo>
                      <a:pt x="120" y="24"/>
                    </a:lnTo>
                    <a:close/>
                    <a:moveTo>
                      <a:pt x="0" y="104"/>
                    </a:moveTo>
                    <a:cubicBezTo>
                      <a:pt x="0" y="103"/>
                      <a:pt x="0" y="103"/>
                      <a:pt x="0" y="103"/>
                    </a:cubicBezTo>
                    <a:cubicBezTo>
                      <a:pt x="1" y="100"/>
                      <a:pt x="2" y="98"/>
                      <a:pt x="4" y="96"/>
                    </a:cubicBezTo>
                    <a:lnTo>
                      <a:pt x="115" y="3"/>
                    </a:lnTo>
                    <a:cubicBezTo>
                      <a:pt x="119" y="0"/>
                      <a:pt x="125" y="0"/>
                      <a:pt x="128" y="4"/>
                    </a:cubicBezTo>
                    <a:lnTo>
                      <a:pt x="243" y="141"/>
                    </a:lnTo>
                    <a:cubicBezTo>
                      <a:pt x="245" y="143"/>
                      <a:pt x="246" y="146"/>
                      <a:pt x="245" y="148"/>
                    </a:cubicBezTo>
                    <a:cubicBezTo>
                      <a:pt x="245" y="151"/>
                      <a:pt x="244" y="153"/>
                      <a:pt x="242" y="155"/>
                    </a:cubicBezTo>
                    <a:lnTo>
                      <a:pt x="131" y="247"/>
                    </a:lnTo>
                    <a:cubicBezTo>
                      <a:pt x="127" y="251"/>
                      <a:pt x="121" y="250"/>
                      <a:pt x="117" y="246"/>
                    </a:cubicBezTo>
                    <a:lnTo>
                      <a:pt x="3" y="110"/>
                    </a:lnTo>
                    <a:cubicBezTo>
                      <a:pt x="1" y="108"/>
                      <a:pt x="0" y="106"/>
                      <a:pt x="0" y="10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0" name="Freeform 119"/>
              <p:cNvSpPr>
                <a:spLocks noEditPoints="1"/>
              </p:cNvSpPr>
              <p:nvPr/>
            </p:nvSpPr>
            <p:spPr bwMode="auto">
              <a:xfrm>
                <a:off x="8543" y="2426"/>
                <a:ext cx="66" cy="67"/>
              </a:xfrm>
              <a:custGeom>
                <a:avLst/>
                <a:gdLst>
                  <a:gd name="T0" fmla="*/ 119 w 246"/>
                  <a:gd name="T1" fmla="*/ 24 h 249"/>
                  <a:gd name="T2" fmla="*/ 23 w 246"/>
                  <a:gd name="T3" fmla="*/ 104 h 249"/>
                  <a:gd name="T4" fmla="*/ 125 w 246"/>
                  <a:gd name="T5" fmla="*/ 225 h 249"/>
                  <a:gd name="T6" fmla="*/ 221 w 246"/>
                  <a:gd name="T7" fmla="*/ 145 h 249"/>
                  <a:gd name="T8" fmla="*/ 119 w 246"/>
                  <a:gd name="T9" fmla="*/ 24 h 249"/>
                  <a:gd name="T10" fmla="*/ 0 w 246"/>
                  <a:gd name="T11" fmla="*/ 103 h 249"/>
                  <a:gd name="T12" fmla="*/ 3 w 246"/>
                  <a:gd name="T13" fmla="*/ 95 h 249"/>
                  <a:gd name="T14" fmla="*/ 114 w 246"/>
                  <a:gd name="T15" fmla="*/ 2 h 249"/>
                  <a:gd name="T16" fmla="*/ 121 w 246"/>
                  <a:gd name="T17" fmla="*/ 0 h 249"/>
                  <a:gd name="T18" fmla="*/ 128 w 246"/>
                  <a:gd name="T19" fmla="*/ 3 h 249"/>
                  <a:gd name="T20" fmla="*/ 242 w 246"/>
                  <a:gd name="T21" fmla="*/ 140 h 249"/>
                  <a:gd name="T22" fmla="*/ 241 w 246"/>
                  <a:gd name="T23" fmla="*/ 154 h 249"/>
                  <a:gd name="T24" fmla="*/ 130 w 246"/>
                  <a:gd name="T25" fmla="*/ 247 h 249"/>
                  <a:gd name="T26" fmla="*/ 123 w 246"/>
                  <a:gd name="T27" fmla="*/ 249 h 249"/>
                  <a:gd name="T28" fmla="*/ 116 w 246"/>
                  <a:gd name="T29" fmla="*/ 246 h 249"/>
                  <a:gd name="T30" fmla="*/ 2 w 246"/>
                  <a:gd name="T31" fmla="*/ 109 h 249"/>
                  <a:gd name="T32" fmla="*/ 0 w 246"/>
                  <a:gd name="T33" fmla="*/ 103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49">
                    <a:moveTo>
                      <a:pt x="119" y="24"/>
                    </a:moveTo>
                    <a:lnTo>
                      <a:pt x="23" y="104"/>
                    </a:lnTo>
                    <a:lnTo>
                      <a:pt x="125" y="225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114" y="2"/>
                    </a:lnTo>
                    <a:cubicBezTo>
                      <a:pt x="116" y="1"/>
                      <a:pt x="118" y="0"/>
                      <a:pt x="121" y="0"/>
                    </a:cubicBezTo>
                    <a:cubicBezTo>
                      <a:pt x="124" y="0"/>
                      <a:pt x="126" y="1"/>
                      <a:pt x="128" y="3"/>
                    </a:cubicBezTo>
                    <a:lnTo>
                      <a:pt x="242" y="140"/>
                    </a:lnTo>
                    <a:cubicBezTo>
                      <a:pt x="246" y="144"/>
                      <a:pt x="245" y="150"/>
                      <a:pt x="241" y="154"/>
                    </a:cubicBezTo>
                    <a:lnTo>
                      <a:pt x="130" y="247"/>
                    </a:lnTo>
                    <a:cubicBezTo>
                      <a:pt x="128" y="249"/>
                      <a:pt x="126" y="249"/>
                      <a:pt x="123" y="249"/>
                    </a:cubicBezTo>
                    <a:cubicBezTo>
                      <a:pt x="120" y="249"/>
                      <a:pt x="118" y="248"/>
                      <a:pt x="116" y="246"/>
                    </a:cubicBezTo>
                    <a:lnTo>
                      <a:pt x="2" y="109"/>
                    </a:lnTo>
                    <a:cubicBezTo>
                      <a:pt x="0" y="107"/>
                      <a:pt x="0" y="105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1" name="Freeform 120"/>
              <p:cNvSpPr>
                <a:spLocks noEditPoints="1"/>
              </p:cNvSpPr>
              <p:nvPr/>
            </p:nvSpPr>
            <p:spPr bwMode="auto">
              <a:xfrm>
                <a:off x="8625" y="2423"/>
                <a:ext cx="66" cy="67"/>
              </a:xfrm>
              <a:custGeom>
                <a:avLst/>
                <a:gdLst>
                  <a:gd name="T0" fmla="*/ 119 w 246"/>
                  <a:gd name="T1" fmla="*/ 24 h 250"/>
                  <a:gd name="T2" fmla="*/ 24 w 246"/>
                  <a:gd name="T3" fmla="*/ 104 h 250"/>
                  <a:gd name="T4" fmla="*/ 125 w 246"/>
                  <a:gd name="T5" fmla="*/ 226 h 250"/>
                  <a:gd name="T6" fmla="*/ 221 w 246"/>
                  <a:gd name="T7" fmla="*/ 145 h 250"/>
                  <a:gd name="T8" fmla="*/ 119 w 246"/>
                  <a:gd name="T9" fmla="*/ 24 h 250"/>
                  <a:gd name="T10" fmla="*/ 0 w 246"/>
                  <a:gd name="T11" fmla="*/ 103 h 250"/>
                  <a:gd name="T12" fmla="*/ 3 w 246"/>
                  <a:gd name="T13" fmla="*/ 95 h 250"/>
                  <a:gd name="T14" fmla="*/ 114 w 246"/>
                  <a:gd name="T15" fmla="*/ 2 h 250"/>
                  <a:gd name="T16" fmla="*/ 121 w 246"/>
                  <a:gd name="T17" fmla="*/ 0 h 250"/>
                  <a:gd name="T18" fmla="*/ 128 w 246"/>
                  <a:gd name="T19" fmla="*/ 4 h 250"/>
                  <a:gd name="T20" fmla="*/ 242 w 246"/>
                  <a:gd name="T21" fmla="*/ 140 h 250"/>
                  <a:gd name="T22" fmla="*/ 241 w 246"/>
                  <a:gd name="T23" fmla="*/ 154 h 250"/>
                  <a:gd name="T24" fmla="*/ 131 w 246"/>
                  <a:gd name="T25" fmla="*/ 247 h 250"/>
                  <a:gd name="T26" fmla="*/ 123 w 246"/>
                  <a:gd name="T27" fmla="*/ 249 h 250"/>
                  <a:gd name="T28" fmla="*/ 117 w 246"/>
                  <a:gd name="T29" fmla="*/ 246 h 250"/>
                  <a:gd name="T30" fmla="*/ 2 w 246"/>
                  <a:gd name="T31" fmla="*/ 109 h 250"/>
                  <a:gd name="T32" fmla="*/ 0 w 246"/>
                  <a:gd name="T33" fmla="*/ 10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0">
                    <a:moveTo>
                      <a:pt x="119" y="24"/>
                    </a:moveTo>
                    <a:lnTo>
                      <a:pt x="24" y="104"/>
                    </a:lnTo>
                    <a:lnTo>
                      <a:pt x="125" y="226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114" y="2"/>
                    </a:lnTo>
                    <a:cubicBezTo>
                      <a:pt x="116" y="1"/>
                      <a:pt x="118" y="0"/>
                      <a:pt x="121" y="0"/>
                    </a:cubicBezTo>
                    <a:cubicBezTo>
                      <a:pt x="124" y="0"/>
                      <a:pt x="126" y="2"/>
                      <a:pt x="128" y="4"/>
                    </a:cubicBezTo>
                    <a:lnTo>
                      <a:pt x="242" y="140"/>
                    </a:lnTo>
                    <a:cubicBezTo>
                      <a:pt x="246" y="144"/>
                      <a:pt x="245" y="150"/>
                      <a:pt x="241" y="154"/>
                    </a:cubicBezTo>
                    <a:lnTo>
                      <a:pt x="131" y="247"/>
                    </a:lnTo>
                    <a:cubicBezTo>
                      <a:pt x="129" y="249"/>
                      <a:pt x="126" y="250"/>
                      <a:pt x="123" y="249"/>
                    </a:cubicBezTo>
                    <a:cubicBezTo>
                      <a:pt x="121" y="249"/>
                      <a:pt x="118" y="248"/>
                      <a:pt x="117" y="246"/>
                    </a:cubicBezTo>
                    <a:lnTo>
                      <a:pt x="2" y="109"/>
                    </a:lnTo>
                    <a:cubicBezTo>
                      <a:pt x="1" y="107"/>
                      <a:pt x="0" y="105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2" name="Freeform 121"/>
              <p:cNvSpPr>
                <a:spLocks noEditPoints="1"/>
              </p:cNvSpPr>
              <p:nvPr/>
            </p:nvSpPr>
            <p:spPr bwMode="auto">
              <a:xfrm>
                <a:off x="8569" y="2353"/>
                <a:ext cx="65" cy="66"/>
              </a:xfrm>
              <a:custGeom>
                <a:avLst/>
                <a:gdLst>
                  <a:gd name="T0" fmla="*/ 119 w 246"/>
                  <a:gd name="T1" fmla="*/ 24 h 250"/>
                  <a:gd name="T2" fmla="*/ 24 w 246"/>
                  <a:gd name="T3" fmla="*/ 105 h 250"/>
                  <a:gd name="T4" fmla="*/ 126 w 246"/>
                  <a:gd name="T5" fmla="*/ 226 h 250"/>
                  <a:gd name="T6" fmla="*/ 221 w 246"/>
                  <a:gd name="T7" fmla="*/ 145 h 250"/>
                  <a:gd name="T8" fmla="*/ 119 w 246"/>
                  <a:gd name="T9" fmla="*/ 24 h 250"/>
                  <a:gd name="T10" fmla="*/ 0 w 246"/>
                  <a:gd name="T11" fmla="*/ 103 h 250"/>
                  <a:gd name="T12" fmla="*/ 3 w 246"/>
                  <a:gd name="T13" fmla="*/ 96 h 250"/>
                  <a:gd name="T14" fmla="*/ 114 w 246"/>
                  <a:gd name="T15" fmla="*/ 3 h 250"/>
                  <a:gd name="T16" fmla="*/ 121 w 246"/>
                  <a:gd name="T17" fmla="*/ 0 h 250"/>
                  <a:gd name="T18" fmla="*/ 128 w 246"/>
                  <a:gd name="T19" fmla="*/ 4 h 250"/>
                  <a:gd name="T20" fmla="*/ 243 w 246"/>
                  <a:gd name="T21" fmla="*/ 140 h 250"/>
                  <a:gd name="T22" fmla="*/ 241 w 246"/>
                  <a:gd name="T23" fmla="*/ 154 h 250"/>
                  <a:gd name="T24" fmla="*/ 131 w 246"/>
                  <a:gd name="T25" fmla="*/ 247 h 250"/>
                  <a:gd name="T26" fmla="*/ 124 w 246"/>
                  <a:gd name="T27" fmla="*/ 250 h 250"/>
                  <a:gd name="T28" fmla="*/ 117 w 246"/>
                  <a:gd name="T29" fmla="*/ 246 h 250"/>
                  <a:gd name="T30" fmla="*/ 2 w 246"/>
                  <a:gd name="T31" fmla="*/ 110 h 250"/>
                  <a:gd name="T32" fmla="*/ 0 w 246"/>
                  <a:gd name="T33" fmla="*/ 10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0">
                    <a:moveTo>
                      <a:pt x="119" y="24"/>
                    </a:moveTo>
                    <a:lnTo>
                      <a:pt x="24" y="105"/>
                    </a:lnTo>
                    <a:lnTo>
                      <a:pt x="126" y="226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1"/>
                      <a:pt x="1" y="98"/>
                      <a:pt x="3" y="96"/>
                    </a:cubicBezTo>
                    <a:lnTo>
                      <a:pt x="114" y="3"/>
                    </a:lnTo>
                    <a:cubicBezTo>
                      <a:pt x="116" y="1"/>
                      <a:pt x="119" y="0"/>
                      <a:pt x="121" y="0"/>
                    </a:cubicBezTo>
                    <a:cubicBezTo>
                      <a:pt x="124" y="1"/>
                      <a:pt x="126" y="2"/>
                      <a:pt x="128" y="4"/>
                    </a:cubicBezTo>
                    <a:lnTo>
                      <a:pt x="243" y="140"/>
                    </a:lnTo>
                    <a:cubicBezTo>
                      <a:pt x="246" y="144"/>
                      <a:pt x="246" y="151"/>
                      <a:pt x="241" y="154"/>
                    </a:cubicBezTo>
                    <a:lnTo>
                      <a:pt x="131" y="247"/>
                    </a:lnTo>
                    <a:cubicBezTo>
                      <a:pt x="129" y="249"/>
                      <a:pt x="126" y="250"/>
                      <a:pt x="124" y="250"/>
                    </a:cubicBezTo>
                    <a:cubicBezTo>
                      <a:pt x="121" y="249"/>
                      <a:pt x="119" y="248"/>
                      <a:pt x="117" y="246"/>
                    </a:cubicBezTo>
                    <a:lnTo>
                      <a:pt x="2" y="110"/>
                    </a:lnTo>
                    <a:cubicBezTo>
                      <a:pt x="1" y="108"/>
                      <a:pt x="0" y="106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3" name="Freeform 122"/>
              <p:cNvSpPr>
                <a:spLocks noEditPoints="1"/>
              </p:cNvSpPr>
              <p:nvPr/>
            </p:nvSpPr>
            <p:spPr bwMode="auto">
              <a:xfrm>
                <a:off x="9074" y="2178"/>
                <a:ext cx="84" cy="120"/>
              </a:xfrm>
              <a:custGeom>
                <a:avLst/>
                <a:gdLst>
                  <a:gd name="T0" fmla="*/ 51 w 316"/>
                  <a:gd name="T1" fmla="*/ 20 h 453"/>
                  <a:gd name="T2" fmla="*/ 21 w 316"/>
                  <a:gd name="T3" fmla="*/ 413 h 453"/>
                  <a:gd name="T4" fmla="*/ 265 w 316"/>
                  <a:gd name="T5" fmla="*/ 432 h 453"/>
                  <a:gd name="T6" fmla="*/ 295 w 316"/>
                  <a:gd name="T7" fmla="*/ 39 h 453"/>
                  <a:gd name="T8" fmla="*/ 51 w 316"/>
                  <a:gd name="T9" fmla="*/ 20 h 453"/>
                  <a:gd name="T10" fmla="*/ 0 w 316"/>
                  <a:gd name="T11" fmla="*/ 422 h 453"/>
                  <a:gd name="T12" fmla="*/ 0 w 316"/>
                  <a:gd name="T13" fmla="*/ 422 h 453"/>
                  <a:gd name="T14" fmla="*/ 32 w 316"/>
                  <a:gd name="T15" fmla="*/ 9 h 453"/>
                  <a:gd name="T16" fmla="*/ 42 w 316"/>
                  <a:gd name="T17" fmla="*/ 0 h 453"/>
                  <a:gd name="T18" fmla="*/ 307 w 316"/>
                  <a:gd name="T19" fmla="*/ 20 h 453"/>
                  <a:gd name="T20" fmla="*/ 313 w 316"/>
                  <a:gd name="T21" fmla="*/ 23 h 453"/>
                  <a:gd name="T22" fmla="*/ 316 w 316"/>
                  <a:gd name="T23" fmla="*/ 30 h 453"/>
                  <a:gd name="T24" fmla="*/ 284 w 316"/>
                  <a:gd name="T25" fmla="*/ 443 h 453"/>
                  <a:gd name="T26" fmla="*/ 281 w 316"/>
                  <a:gd name="T27" fmla="*/ 450 h 453"/>
                  <a:gd name="T28" fmla="*/ 274 w 316"/>
                  <a:gd name="T29" fmla="*/ 452 h 453"/>
                  <a:gd name="T30" fmla="*/ 9 w 316"/>
                  <a:gd name="T31" fmla="*/ 432 h 453"/>
                  <a:gd name="T32" fmla="*/ 0 w 316"/>
                  <a:gd name="T33" fmla="*/ 422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6" h="453">
                    <a:moveTo>
                      <a:pt x="51" y="20"/>
                    </a:moveTo>
                    <a:lnTo>
                      <a:pt x="21" y="413"/>
                    </a:lnTo>
                    <a:lnTo>
                      <a:pt x="265" y="432"/>
                    </a:lnTo>
                    <a:lnTo>
                      <a:pt x="295" y="39"/>
                    </a:lnTo>
                    <a:lnTo>
                      <a:pt x="51" y="20"/>
                    </a:lnTo>
                    <a:close/>
                    <a:moveTo>
                      <a:pt x="0" y="422"/>
                    </a:moveTo>
                    <a:cubicBezTo>
                      <a:pt x="0" y="422"/>
                      <a:pt x="0" y="422"/>
                      <a:pt x="0" y="422"/>
                    </a:cubicBezTo>
                    <a:lnTo>
                      <a:pt x="32" y="9"/>
                    </a:lnTo>
                    <a:cubicBezTo>
                      <a:pt x="32" y="4"/>
                      <a:pt x="37" y="0"/>
                      <a:pt x="42" y="0"/>
                    </a:cubicBezTo>
                    <a:lnTo>
                      <a:pt x="307" y="20"/>
                    </a:lnTo>
                    <a:cubicBezTo>
                      <a:pt x="309" y="20"/>
                      <a:pt x="312" y="21"/>
                      <a:pt x="313" y="23"/>
                    </a:cubicBezTo>
                    <a:cubicBezTo>
                      <a:pt x="315" y="25"/>
                      <a:pt x="316" y="28"/>
                      <a:pt x="316" y="30"/>
                    </a:cubicBezTo>
                    <a:lnTo>
                      <a:pt x="284" y="443"/>
                    </a:lnTo>
                    <a:cubicBezTo>
                      <a:pt x="284" y="446"/>
                      <a:pt x="283" y="448"/>
                      <a:pt x="281" y="450"/>
                    </a:cubicBezTo>
                    <a:cubicBezTo>
                      <a:pt x="279" y="452"/>
                      <a:pt x="276" y="453"/>
                      <a:pt x="274" y="452"/>
                    </a:cubicBezTo>
                    <a:lnTo>
                      <a:pt x="9" y="432"/>
                    </a:lnTo>
                    <a:cubicBezTo>
                      <a:pt x="4" y="432"/>
                      <a:pt x="0" y="428"/>
                      <a:pt x="0" y="42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4" name="Freeform 123"/>
              <p:cNvSpPr>
                <a:spLocks noEditPoints="1"/>
              </p:cNvSpPr>
              <p:nvPr/>
            </p:nvSpPr>
            <p:spPr bwMode="auto">
              <a:xfrm>
                <a:off x="9110" y="2309"/>
                <a:ext cx="89" cy="121"/>
              </a:xfrm>
              <a:custGeom>
                <a:avLst/>
                <a:gdLst>
                  <a:gd name="T0" fmla="*/ 278 w 334"/>
                  <a:gd name="T1" fmla="*/ 21 h 455"/>
                  <a:gd name="T2" fmla="*/ 21 w 334"/>
                  <a:gd name="T3" fmla="*/ 45 h 455"/>
                  <a:gd name="T4" fmla="*/ 57 w 334"/>
                  <a:gd name="T5" fmla="*/ 434 h 455"/>
                  <a:gd name="T6" fmla="*/ 314 w 334"/>
                  <a:gd name="T7" fmla="*/ 411 h 455"/>
                  <a:gd name="T8" fmla="*/ 278 w 334"/>
                  <a:gd name="T9" fmla="*/ 21 h 455"/>
                  <a:gd name="T10" fmla="*/ 0 w 334"/>
                  <a:gd name="T11" fmla="*/ 36 h 455"/>
                  <a:gd name="T12" fmla="*/ 3 w 334"/>
                  <a:gd name="T13" fmla="*/ 29 h 455"/>
                  <a:gd name="T14" fmla="*/ 9 w 334"/>
                  <a:gd name="T15" fmla="*/ 26 h 455"/>
                  <a:gd name="T16" fmla="*/ 286 w 334"/>
                  <a:gd name="T17" fmla="*/ 0 h 455"/>
                  <a:gd name="T18" fmla="*/ 296 w 334"/>
                  <a:gd name="T19" fmla="*/ 9 h 455"/>
                  <a:gd name="T20" fmla="*/ 334 w 334"/>
                  <a:gd name="T21" fmla="*/ 419 h 455"/>
                  <a:gd name="T22" fmla="*/ 332 w 334"/>
                  <a:gd name="T23" fmla="*/ 426 h 455"/>
                  <a:gd name="T24" fmla="*/ 325 w 334"/>
                  <a:gd name="T25" fmla="*/ 429 h 455"/>
                  <a:gd name="T26" fmla="*/ 49 w 334"/>
                  <a:gd name="T27" fmla="*/ 455 h 455"/>
                  <a:gd name="T28" fmla="*/ 39 w 334"/>
                  <a:gd name="T29" fmla="*/ 446 h 455"/>
                  <a:gd name="T30" fmla="*/ 0 w 334"/>
                  <a:gd name="T31" fmla="*/ 37 h 455"/>
                  <a:gd name="T32" fmla="*/ 0 w 334"/>
                  <a:gd name="T33" fmla="*/ 36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34" h="455">
                    <a:moveTo>
                      <a:pt x="278" y="21"/>
                    </a:moveTo>
                    <a:lnTo>
                      <a:pt x="21" y="45"/>
                    </a:lnTo>
                    <a:lnTo>
                      <a:pt x="57" y="434"/>
                    </a:lnTo>
                    <a:lnTo>
                      <a:pt x="314" y="411"/>
                    </a:lnTo>
                    <a:lnTo>
                      <a:pt x="278" y="21"/>
                    </a:lnTo>
                    <a:close/>
                    <a:moveTo>
                      <a:pt x="0" y="36"/>
                    </a:moveTo>
                    <a:cubicBezTo>
                      <a:pt x="0" y="33"/>
                      <a:pt x="1" y="31"/>
                      <a:pt x="3" y="29"/>
                    </a:cubicBezTo>
                    <a:cubicBezTo>
                      <a:pt x="4" y="27"/>
                      <a:pt x="7" y="26"/>
                      <a:pt x="9" y="26"/>
                    </a:cubicBezTo>
                    <a:lnTo>
                      <a:pt x="286" y="0"/>
                    </a:lnTo>
                    <a:cubicBezTo>
                      <a:pt x="291" y="0"/>
                      <a:pt x="296" y="4"/>
                      <a:pt x="296" y="9"/>
                    </a:cubicBezTo>
                    <a:lnTo>
                      <a:pt x="334" y="419"/>
                    </a:lnTo>
                    <a:cubicBezTo>
                      <a:pt x="334" y="421"/>
                      <a:pt x="333" y="424"/>
                      <a:pt x="332" y="426"/>
                    </a:cubicBezTo>
                    <a:cubicBezTo>
                      <a:pt x="330" y="428"/>
                      <a:pt x="328" y="429"/>
                      <a:pt x="325" y="429"/>
                    </a:cubicBezTo>
                    <a:lnTo>
                      <a:pt x="49" y="455"/>
                    </a:lnTo>
                    <a:cubicBezTo>
                      <a:pt x="44" y="455"/>
                      <a:pt x="39" y="451"/>
                      <a:pt x="39" y="446"/>
                    </a:cubicBezTo>
                    <a:lnTo>
                      <a:pt x="0" y="37"/>
                    </a:lnTo>
                    <a:cubicBezTo>
                      <a:pt x="0" y="36"/>
                      <a:pt x="0" y="36"/>
                      <a:pt x="0" y="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5" name="Freeform 124"/>
              <p:cNvSpPr>
                <a:spLocks noEditPoints="1"/>
              </p:cNvSpPr>
              <p:nvPr/>
            </p:nvSpPr>
            <p:spPr bwMode="auto">
              <a:xfrm>
                <a:off x="9129" y="2435"/>
                <a:ext cx="128" cy="152"/>
              </a:xfrm>
              <a:custGeom>
                <a:avLst/>
                <a:gdLst>
                  <a:gd name="T0" fmla="*/ 320 w 482"/>
                  <a:gd name="T1" fmla="*/ 24 h 570"/>
                  <a:gd name="T2" fmla="*/ 22 w 482"/>
                  <a:gd name="T3" fmla="*/ 116 h 570"/>
                  <a:gd name="T4" fmla="*/ 102 w 482"/>
                  <a:gd name="T5" fmla="*/ 371 h 570"/>
                  <a:gd name="T6" fmla="*/ 151 w 482"/>
                  <a:gd name="T7" fmla="*/ 356 h 570"/>
                  <a:gd name="T8" fmla="*/ 164 w 482"/>
                  <a:gd name="T9" fmla="*/ 362 h 570"/>
                  <a:gd name="T10" fmla="*/ 221 w 482"/>
                  <a:gd name="T11" fmla="*/ 546 h 570"/>
                  <a:gd name="T12" fmla="*/ 459 w 482"/>
                  <a:gd name="T13" fmla="*/ 472 h 570"/>
                  <a:gd name="T14" fmla="*/ 402 w 482"/>
                  <a:gd name="T15" fmla="*/ 288 h 570"/>
                  <a:gd name="T16" fmla="*/ 403 w 482"/>
                  <a:gd name="T17" fmla="*/ 280 h 570"/>
                  <a:gd name="T18" fmla="*/ 408 w 482"/>
                  <a:gd name="T19" fmla="*/ 275 h 570"/>
                  <a:gd name="T20" fmla="*/ 449 w 482"/>
                  <a:gd name="T21" fmla="*/ 263 h 570"/>
                  <a:gd name="T22" fmla="*/ 432 w 482"/>
                  <a:gd name="T23" fmla="*/ 209 h 570"/>
                  <a:gd name="T24" fmla="*/ 391 w 482"/>
                  <a:gd name="T25" fmla="*/ 221 h 570"/>
                  <a:gd name="T26" fmla="*/ 379 w 482"/>
                  <a:gd name="T27" fmla="*/ 215 h 570"/>
                  <a:gd name="T28" fmla="*/ 320 w 482"/>
                  <a:gd name="T29" fmla="*/ 24 h 570"/>
                  <a:gd name="T30" fmla="*/ 0 w 482"/>
                  <a:gd name="T31" fmla="*/ 110 h 570"/>
                  <a:gd name="T32" fmla="*/ 7 w 482"/>
                  <a:gd name="T33" fmla="*/ 101 h 570"/>
                  <a:gd name="T34" fmla="*/ 323 w 482"/>
                  <a:gd name="T35" fmla="*/ 2 h 570"/>
                  <a:gd name="T36" fmla="*/ 336 w 482"/>
                  <a:gd name="T37" fmla="*/ 9 h 570"/>
                  <a:gd name="T38" fmla="*/ 395 w 482"/>
                  <a:gd name="T39" fmla="*/ 199 h 570"/>
                  <a:gd name="T40" fmla="*/ 435 w 482"/>
                  <a:gd name="T41" fmla="*/ 187 h 570"/>
                  <a:gd name="T42" fmla="*/ 448 w 482"/>
                  <a:gd name="T43" fmla="*/ 193 h 570"/>
                  <a:gd name="T44" fmla="*/ 471 w 482"/>
                  <a:gd name="T45" fmla="*/ 266 h 570"/>
                  <a:gd name="T46" fmla="*/ 470 w 482"/>
                  <a:gd name="T47" fmla="*/ 274 h 570"/>
                  <a:gd name="T48" fmla="*/ 464 w 482"/>
                  <a:gd name="T49" fmla="*/ 279 h 570"/>
                  <a:gd name="T50" fmla="*/ 424 w 482"/>
                  <a:gd name="T51" fmla="*/ 291 h 570"/>
                  <a:gd name="T52" fmla="*/ 481 w 482"/>
                  <a:gd name="T53" fmla="*/ 476 h 570"/>
                  <a:gd name="T54" fmla="*/ 474 w 482"/>
                  <a:gd name="T55" fmla="*/ 488 h 570"/>
                  <a:gd name="T56" fmla="*/ 218 w 482"/>
                  <a:gd name="T57" fmla="*/ 568 h 570"/>
                  <a:gd name="T58" fmla="*/ 205 w 482"/>
                  <a:gd name="T59" fmla="*/ 562 h 570"/>
                  <a:gd name="T60" fmla="*/ 148 w 482"/>
                  <a:gd name="T61" fmla="*/ 377 h 570"/>
                  <a:gd name="T62" fmla="*/ 98 w 482"/>
                  <a:gd name="T63" fmla="*/ 392 h 570"/>
                  <a:gd name="T64" fmla="*/ 86 w 482"/>
                  <a:gd name="T65" fmla="*/ 386 h 570"/>
                  <a:gd name="T66" fmla="*/ 1 w 482"/>
                  <a:gd name="T67" fmla="*/ 113 h 570"/>
                  <a:gd name="T68" fmla="*/ 0 w 482"/>
                  <a:gd name="T69" fmla="*/ 11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2" h="570">
                    <a:moveTo>
                      <a:pt x="320" y="24"/>
                    </a:moveTo>
                    <a:lnTo>
                      <a:pt x="22" y="116"/>
                    </a:lnTo>
                    <a:lnTo>
                      <a:pt x="102" y="371"/>
                    </a:lnTo>
                    <a:lnTo>
                      <a:pt x="151" y="356"/>
                    </a:lnTo>
                    <a:cubicBezTo>
                      <a:pt x="157" y="354"/>
                      <a:pt x="162" y="357"/>
                      <a:pt x="164" y="362"/>
                    </a:cubicBezTo>
                    <a:lnTo>
                      <a:pt x="221" y="546"/>
                    </a:lnTo>
                    <a:lnTo>
                      <a:pt x="459" y="472"/>
                    </a:lnTo>
                    <a:lnTo>
                      <a:pt x="402" y="288"/>
                    </a:lnTo>
                    <a:cubicBezTo>
                      <a:pt x="401" y="285"/>
                      <a:pt x="401" y="282"/>
                      <a:pt x="403" y="280"/>
                    </a:cubicBezTo>
                    <a:cubicBezTo>
                      <a:pt x="404" y="278"/>
                      <a:pt x="406" y="276"/>
                      <a:pt x="408" y="275"/>
                    </a:cubicBezTo>
                    <a:lnTo>
                      <a:pt x="449" y="263"/>
                    </a:lnTo>
                    <a:lnTo>
                      <a:pt x="432" y="209"/>
                    </a:lnTo>
                    <a:lnTo>
                      <a:pt x="391" y="221"/>
                    </a:lnTo>
                    <a:cubicBezTo>
                      <a:pt x="386" y="223"/>
                      <a:pt x="381" y="220"/>
                      <a:pt x="379" y="215"/>
                    </a:cubicBezTo>
                    <a:lnTo>
                      <a:pt x="320" y="24"/>
                    </a:lnTo>
                    <a:close/>
                    <a:moveTo>
                      <a:pt x="0" y="110"/>
                    </a:moveTo>
                    <a:cubicBezTo>
                      <a:pt x="0" y="106"/>
                      <a:pt x="3" y="102"/>
                      <a:pt x="7" y="101"/>
                    </a:cubicBezTo>
                    <a:lnTo>
                      <a:pt x="323" y="2"/>
                    </a:lnTo>
                    <a:cubicBezTo>
                      <a:pt x="328" y="0"/>
                      <a:pt x="334" y="3"/>
                      <a:pt x="336" y="9"/>
                    </a:cubicBezTo>
                    <a:lnTo>
                      <a:pt x="395" y="199"/>
                    </a:lnTo>
                    <a:lnTo>
                      <a:pt x="435" y="187"/>
                    </a:lnTo>
                    <a:cubicBezTo>
                      <a:pt x="441" y="185"/>
                      <a:pt x="446" y="188"/>
                      <a:pt x="448" y="193"/>
                    </a:cubicBezTo>
                    <a:lnTo>
                      <a:pt x="471" y="266"/>
                    </a:lnTo>
                    <a:cubicBezTo>
                      <a:pt x="471" y="269"/>
                      <a:pt x="471" y="271"/>
                      <a:pt x="470" y="274"/>
                    </a:cubicBezTo>
                    <a:cubicBezTo>
                      <a:pt x="469" y="276"/>
                      <a:pt x="467" y="278"/>
                      <a:pt x="464" y="279"/>
                    </a:cubicBezTo>
                    <a:lnTo>
                      <a:pt x="424" y="291"/>
                    </a:lnTo>
                    <a:lnTo>
                      <a:pt x="481" y="476"/>
                    </a:lnTo>
                    <a:cubicBezTo>
                      <a:pt x="482" y="481"/>
                      <a:pt x="480" y="487"/>
                      <a:pt x="474" y="488"/>
                    </a:cubicBezTo>
                    <a:lnTo>
                      <a:pt x="218" y="568"/>
                    </a:lnTo>
                    <a:cubicBezTo>
                      <a:pt x="213" y="570"/>
                      <a:pt x="207" y="567"/>
                      <a:pt x="205" y="562"/>
                    </a:cubicBezTo>
                    <a:lnTo>
                      <a:pt x="148" y="377"/>
                    </a:lnTo>
                    <a:lnTo>
                      <a:pt x="98" y="392"/>
                    </a:lnTo>
                    <a:cubicBezTo>
                      <a:pt x="93" y="394"/>
                      <a:pt x="87" y="391"/>
                      <a:pt x="86" y="386"/>
                    </a:cubicBezTo>
                    <a:lnTo>
                      <a:pt x="1" y="113"/>
                    </a:lnTo>
                    <a:cubicBezTo>
                      <a:pt x="0" y="112"/>
                      <a:pt x="0" y="111"/>
                      <a:pt x="0" y="1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6" name="Freeform 125"/>
              <p:cNvSpPr>
                <a:spLocks noEditPoints="1"/>
              </p:cNvSpPr>
              <p:nvPr/>
            </p:nvSpPr>
            <p:spPr bwMode="auto">
              <a:xfrm>
                <a:off x="8857" y="2360"/>
                <a:ext cx="118" cy="152"/>
              </a:xfrm>
              <a:custGeom>
                <a:avLst/>
                <a:gdLst>
                  <a:gd name="T0" fmla="*/ 85 w 440"/>
                  <a:gd name="T1" fmla="*/ 84 h 571"/>
                  <a:gd name="T2" fmla="*/ 78 w 440"/>
                  <a:gd name="T3" fmla="*/ 94 h 571"/>
                  <a:gd name="T4" fmla="*/ 22 w 440"/>
                  <a:gd name="T5" fmla="*/ 114 h 571"/>
                  <a:gd name="T6" fmla="*/ 38 w 440"/>
                  <a:gd name="T7" fmla="*/ 158 h 571"/>
                  <a:gd name="T8" fmla="*/ 49 w 440"/>
                  <a:gd name="T9" fmla="*/ 155 h 571"/>
                  <a:gd name="T10" fmla="*/ 61 w 440"/>
                  <a:gd name="T11" fmla="*/ 161 h 571"/>
                  <a:gd name="T12" fmla="*/ 198 w 440"/>
                  <a:gd name="T13" fmla="*/ 548 h 571"/>
                  <a:gd name="T14" fmla="*/ 417 w 440"/>
                  <a:gd name="T15" fmla="*/ 471 h 571"/>
                  <a:gd name="T16" fmla="*/ 280 w 440"/>
                  <a:gd name="T17" fmla="*/ 83 h 571"/>
                  <a:gd name="T18" fmla="*/ 286 w 440"/>
                  <a:gd name="T19" fmla="*/ 71 h 571"/>
                  <a:gd name="T20" fmla="*/ 294 w 440"/>
                  <a:gd name="T21" fmla="*/ 68 h 571"/>
                  <a:gd name="T22" fmla="*/ 278 w 440"/>
                  <a:gd name="T23" fmla="*/ 23 h 571"/>
                  <a:gd name="T24" fmla="*/ 155 w 440"/>
                  <a:gd name="T25" fmla="*/ 67 h 571"/>
                  <a:gd name="T26" fmla="*/ 147 w 440"/>
                  <a:gd name="T27" fmla="*/ 66 h 571"/>
                  <a:gd name="T28" fmla="*/ 142 w 440"/>
                  <a:gd name="T29" fmla="*/ 61 h 571"/>
                  <a:gd name="T30" fmla="*/ 135 w 440"/>
                  <a:gd name="T31" fmla="*/ 40 h 571"/>
                  <a:gd name="T32" fmla="*/ 77 w 440"/>
                  <a:gd name="T33" fmla="*/ 60 h 571"/>
                  <a:gd name="T34" fmla="*/ 84 w 440"/>
                  <a:gd name="T35" fmla="*/ 81 h 571"/>
                  <a:gd name="T36" fmla="*/ 85 w 440"/>
                  <a:gd name="T37" fmla="*/ 84 h 571"/>
                  <a:gd name="T38" fmla="*/ 0 w 440"/>
                  <a:gd name="T39" fmla="*/ 108 h 571"/>
                  <a:gd name="T40" fmla="*/ 6 w 440"/>
                  <a:gd name="T41" fmla="*/ 99 h 571"/>
                  <a:gd name="T42" fmla="*/ 62 w 440"/>
                  <a:gd name="T43" fmla="*/ 78 h 571"/>
                  <a:gd name="T44" fmla="*/ 55 w 440"/>
                  <a:gd name="T45" fmla="*/ 57 h 571"/>
                  <a:gd name="T46" fmla="*/ 61 w 440"/>
                  <a:gd name="T47" fmla="*/ 45 h 571"/>
                  <a:gd name="T48" fmla="*/ 138 w 440"/>
                  <a:gd name="T49" fmla="*/ 18 h 571"/>
                  <a:gd name="T50" fmla="*/ 145 w 440"/>
                  <a:gd name="T51" fmla="*/ 18 h 571"/>
                  <a:gd name="T52" fmla="*/ 151 w 440"/>
                  <a:gd name="T53" fmla="*/ 24 h 571"/>
                  <a:gd name="T54" fmla="*/ 158 w 440"/>
                  <a:gd name="T55" fmla="*/ 45 h 571"/>
                  <a:gd name="T56" fmla="*/ 281 w 440"/>
                  <a:gd name="T57" fmla="*/ 1 h 571"/>
                  <a:gd name="T58" fmla="*/ 288 w 440"/>
                  <a:gd name="T59" fmla="*/ 2 h 571"/>
                  <a:gd name="T60" fmla="*/ 294 w 440"/>
                  <a:gd name="T61" fmla="*/ 7 h 571"/>
                  <a:gd name="T62" fmla="*/ 316 w 440"/>
                  <a:gd name="T63" fmla="*/ 71 h 571"/>
                  <a:gd name="T64" fmla="*/ 310 w 440"/>
                  <a:gd name="T65" fmla="*/ 83 h 571"/>
                  <a:gd name="T66" fmla="*/ 302 w 440"/>
                  <a:gd name="T67" fmla="*/ 86 h 571"/>
                  <a:gd name="T68" fmla="*/ 439 w 440"/>
                  <a:gd name="T69" fmla="*/ 473 h 571"/>
                  <a:gd name="T70" fmla="*/ 433 w 440"/>
                  <a:gd name="T71" fmla="*/ 486 h 571"/>
                  <a:gd name="T72" fmla="*/ 196 w 440"/>
                  <a:gd name="T73" fmla="*/ 570 h 571"/>
                  <a:gd name="T74" fmla="*/ 188 w 440"/>
                  <a:gd name="T75" fmla="*/ 570 h 571"/>
                  <a:gd name="T76" fmla="*/ 183 w 440"/>
                  <a:gd name="T77" fmla="*/ 564 h 571"/>
                  <a:gd name="T78" fmla="*/ 46 w 440"/>
                  <a:gd name="T79" fmla="*/ 177 h 571"/>
                  <a:gd name="T80" fmla="*/ 35 w 440"/>
                  <a:gd name="T81" fmla="*/ 180 h 571"/>
                  <a:gd name="T82" fmla="*/ 23 w 440"/>
                  <a:gd name="T83" fmla="*/ 174 h 571"/>
                  <a:gd name="T84" fmla="*/ 1 w 440"/>
                  <a:gd name="T85" fmla="*/ 111 h 571"/>
                  <a:gd name="T86" fmla="*/ 0 w 440"/>
                  <a:gd name="T87" fmla="*/ 108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0" h="571">
                    <a:moveTo>
                      <a:pt x="85" y="84"/>
                    </a:moveTo>
                    <a:cubicBezTo>
                      <a:pt x="85" y="89"/>
                      <a:pt x="82" y="92"/>
                      <a:pt x="78" y="94"/>
                    </a:cubicBezTo>
                    <a:lnTo>
                      <a:pt x="22" y="114"/>
                    </a:lnTo>
                    <a:lnTo>
                      <a:pt x="38" y="158"/>
                    </a:lnTo>
                    <a:lnTo>
                      <a:pt x="49" y="155"/>
                    </a:lnTo>
                    <a:cubicBezTo>
                      <a:pt x="54" y="153"/>
                      <a:pt x="59" y="156"/>
                      <a:pt x="61" y="161"/>
                    </a:cubicBezTo>
                    <a:lnTo>
                      <a:pt x="198" y="548"/>
                    </a:lnTo>
                    <a:lnTo>
                      <a:pt x="417" y="471"/>
                    </a:lnTo>
                    <a:lnTo>
                      <a:pt x="280" y="83"/>
                    </a:lnTo>
                    <a:cubicBezTo>
                      <a:pt x="278" y="78"/>
                      <a:pt x="281" y="73"/>
                      <a:pt x="286" y="71"/>
                    </a:cubicBezTo>
                    <a:lnTo>
                      <a:pt x="294" y="68"/>
                    </a:lnTo>
                    <a:lnTo>
                      <a:pt x="278" y="23"/>
                    </a:lnTo>
                    <a:lnTo>
                      <a:pt x="155" y="67"/>
                    </a:lnTo>
                    <a:cubicBezTo>
                      <a:pt x="153" y="68"/>
                      <a:pt x="150" y="67"/>
                      <a:pt x="147" y="66"/>
                    </a:cubicBezTo>
                    <a:cubicBezTo>
                      <a:pt x="145" y="65"/>
                      <a:pt x="143" y="63"/>
                      <a:pt x="142" y="61"/>
                    </a:cubicBezTo>
                    <a:lnTo>
                      <a:pt x="135" y="40"/>
                    </a:lnTo>
                    <a:lnTo>
                      <a:pt x="77" y="60"/>
                    </a:lnTo>
                    <a:lnTo>
                      <a:pt x="84" y="81"/>
                    </a:lnTo>
                    <a:cubicBezTo>
                      <a:pt x="85" y="82"/>
                      <a:pt x="85" y="83"/>
                      <a:pt x="85" y="84"/>
                    </a:cubicBezTo>
                    <a:close/>
                    <a:moveTo>
                      <a:pt x="0" y="108"/>
                    </a:moveTo>
                    <a:cubicBezTo>
                      <a:pt x="0" y="104"/>
                      <a:pt x="2" y="100"/>
                      <a:pt x="6" y="99"/>
                    </a:cubicBezTo>
                    <a:lnTo>
                      <a:pt x="62" y="78"/>
                    </a:lnTo>
                    <a:lnTo>
                      <a:pt x="55" y="57"/>
                    </a:lnTo>
                    <a:cubicBezTo>
                      <a:pt x="53" y="52"/>
                      <a:pt x="56" y="47"/>
                      <a:pt x="61" y="45"/>
                    </a:cubicBezTo>
                    <a:lnTo>
                      <a:pt x="138" y="18"/>
                    </a:lnTo>
                    <a:cubicBezTo>
                      <a:pt x="140" y="17"/>
                      <a:pt x="143" y="17"/>
                      <a:pt x="145" y="18"/>
                    </a:cubicBezTo>
                    <a:cubicBezTo>
                      <a:pt x="148" y="19"/>
                      <a:pt x="150" y="21"/>
                      <a:pt x="151" y="24"/>
                    </a:cubicBezTo>
                    <a:lnTo>
                      <a:pt x="158" y="45"/>
                    </a:lnTo>
                    <a:lnTo>
                      <a:pt x="281" y="1"/>
                    </a:lnTo>
                    <a:cubicBezTo>
                      <a:pt x="283" y="0"/>
                      <a:pt x="286" y="1"/>
                      <a:pt x="288" y="2"/>
                    </a:cubicBezTo>
                    <a:cubicBezTo>
                      <a:pt x="291" y="3"/>
                      <a:pt x="293" y="5"/>
                      <a:pt x="294" y="7"/>
                    </a:cubicBezTo>
                    <a:lnTo>
                      <a:pt x="316" y="71"/>
                    </a:lnTo>
                    <a:cubicBezTo>
                      <a:pt x="318" y="76"/>
                      <a:pt x="315" y="81"/>
                      <a:pt x="310" y="83"/>
                    </a:cubicBezTo>
                    <a:lnTo>
                      <a:pt x="302" y="86"/>
                    </a:lnTo>
                    <a:lnTo>
                      <a:pt x="439" y="473"/>
                    </a:lnTo>
                    <a:cubicBezTo>
                      <a:pt x="440" y="478"/>
                      <a:pt x="438" y="484"/>
                      <a:pt x="433" y="486"/>
                    </a:cubicBezTo>
                    <a:lnTo>
                      <a:pt x="196" y="570"/>
                    </a:lnTo>
                    <a:cubicBezTo>
                      <a:pt x="193" y="571"/>
                      <a:pt x="190" y="571"/>
                      <a:pt x="188" y="570"/>
                    </a:cubicBezTo>
                    <a:cubicBezTo>
                      <a:pt x="186" y="568"/>
                      <a:pt x="184" y="566"/>
                      <a:pt x="183" y="564"/>
                    </a:cubicBezTo>
                    <a:lnTo>
                      <a:pt x="46" y="177"/>
                    </a:lnTo>
                    <a:lnTo>
                      <a:pt x="35" y="180"/>
                    </a:lnTo>
                    <a:cubicBezTo>
                      <a:pt x="30" y="182"/>
                      <a:pt x="25" y="179"/>
                      <a:pt x="23" y="174"/>
                    </a:cubicBezTo>
                    <a:lnTo>
                      <a:pt x="1" y="111"/>
                    </a:lnTo>
                    <a:cubicBezTo>
                      <a:pt x="0" y="110"/>
                      <a:pt x="0" y="109"/>
                      <a:pt x="0" y="10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7" name="Freeform 126"/>
              <p:cNvSpPr>
                <a:spLocks noEditPoints="1"/>
              </p:cNvSpPr>
              <p:nvPr/>
            </p:nvSpPr>
            <p:spPr bwMode="auto">
              <a:xfrm>
                <a:off x="10666" y="3609"/>
                <a:ext cx="126" cy="115"/>
              </a:xfrm>
              <a:custGeom>
                <a:avLst/>
                <a:gdLst>
                  <a:gd name="T0" fmla="*/ 97 w 471"/>
                  <a:gd name="T1" fmla="*/ 25 h 434"/>
                  <a:gd name="T2" fmla="*/ 24 w 471"/>
                  <a:gd name="T3" fmla="*/ 109 h 434"/>
                  <a:gd name="T4" fmla="*/ 374 w 471"/>
                  <a:gd name="T5" fmla="*/ 410 h 434"/>
                  <a:gd name="T6" fmla="*/ 447 w 471"/>
                  <a:gd name="T7" fmla="*/ 325 h 434"/>
                  <a:gd name="T8" fmla="*/ 97 w 471"/>
                  <a:gd name="T9" fmla="*/ 25 h 434"/>
                  <a:gd name="T10" fmla="*/ 0 w 471"/>
                  <a:gd name="T11" fmla="*/ 110 h 434"/>
                  <a:gd name="T12" fmla="*/ 2 w 471"/>
                  <a:gd name="T13" fmla="*/ 104 h 434"/>
                  <a:gd name="T14" fmla="*/ 88 w 471"/>
                  <a:gd name="T15" fmla="*/ 4 h 434"/>
                  <a:gd name="T16" fmla="*/ 102 w 471"/>
                  <a:gd name="T17" fmla="*/ 3 h 434"/>
                  <a:gd name="T18" fmla="*/ 467 w 471"/>
                  <a:gd name="T19" fmla="*/ 317 h 434"/>
                  <a:gd name="T20" fmla="*/ 468 w 471"/>
                  <a:gd name="T21" fmla="*/ 331 h 434"/>
                  <a:gd name="T22" fmla="*/ 382 w 471"/>
                  <a:gd name="T23" fmla="*/ 430 h 434"/>
                  <a:gd name="T24" fmla="*/ 376 w 471"/>
                  <a:gd name="T25" fmla="*/ 434 h 434"/>
                  <a:gd name="T26" fmla="*/ 368 w 471"/>
                  <a:gd name="T27" fmla="*/ 431 h 434"/>
                  <a:gd name="T28" fmla="*/ 3 w 471"/>
                  <a:gd name="T29" fmla="*/ 118 h 434"/>
                  <a:gd name="T30" fmla="*/ 0 w 471"/>
                  <a:gd name="T31" fmla="*/ 111 h 434"/>
                  <a:gd name="T32" fmla="*/ 0 w 471"/>
                  <a:gd name="T33" fmla="*/ 11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34">
                    <a:moveTo>
                      <a:pt x="97" y="25"/>
                    </a:moveTo>
                    <a:lnTo>
                      <a:pt x="24" y="109"/>
                    </a:lnTo>
                    <a:lnTo>
                      <a:pt x="374" y="410"/>
                    </a:lnTo>
                    <a:lnTo>
                      <a:pt x="447" y="325"/>
                    </a:lnTo>
                    <a:lnTo>
                      <a:pt x="97" y="25"/>
                    </a:lnTo>
                    <a:close/>
                    <a:moveTo>
                      <a:pt x="0" y="110"/>
                    </a:moveTo>
                    <a:cubicBezTo>
                      <a:pt x="0" y="108"/>
                      <a:pt x="1" y="106"/>
                      <a:pt x="2" y="104"/>
                    </a:cubicBezTo>
                    <a:lnTo>
                      <a:pt x="88" y="4"/>
                    </a:lnTo>
                    <a:cubicBezTo>
                      <a:pt x="92" y="0"/>
                      <a:pt x="98" y="0"/>
                      <a:pt x="102" y="3"/>
                    </a:cubicBezTo>
                    <a:lnTo>
                      <a:pt x="467" y="317"/>
                    </a:lnTo>
                    <a:cubicBezTo>
                      <a:pt x="471" y="320"/>
                      <a:pt x="471" y="327"/>
                      <a:pt x="468" y="331"/>
                    </a:cubicBezTo>
                    <a:lnTo>
                      <a:pt x="382" y="430"/>
                    </a:lnTo>
                    <a:cubicBezTo>
                      <a:pt x="381" y="432"/>
                      <a:pt x="378" y="434"/>
                      <a:pt x="376" y="434"/>
                    </a:cubicBezTo>
                    <a:cubicBezTo>
                      <a:pt x="373" y="434"/>
                      <a:pt x="370" y="433"/>
                      <a:pt x="368" y="431"/>
                    </a:cubicBezTo>
                    <a:lnTo>
                      <a:pt x="3" y="118"/>
                    </a:lnTo>
                    <a:cubicBezTo>
                      <a:pt x="1" y="116"/>
                      <a:pt x="0" y="114"/>
                      <a:pt x="0" y="111"/>
                    </a:cubicBezTo>
                    <a:cubicBezTo>
                      <a:pt x="0" y="111"/>
                      <a:pt x="0" y="111"/>
                      <a:pt x="0" y="1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8" name="Freeform 127"/>
              <p:cNvSpPr>
                <a:spLocks noEditPoints="1"/>
              </p:cNvSpPr>
              <p:nvPr/>
            </p:nvSpPr>
            <p:spPr bwMode="auto">
              <a:xfrm>
                <a:off x="10694" y="3550"/>
                <a:ext cx="125" cy="116"/>
              </a:xfrm>
              <a:custGeom>
                <a:avLst/>
                <a:gdLst>
                  <a:gd name="T0" fmla="*/ 97 w 472"/>
                  <a:gd name="T1" fmla="*/ 25 h 435"/>
                  <a:gd name="T2" fmla="*/ 24 w 472"/>
                  <a:gd name="T3" fmla="*/ 110 h 435"/>
                  <a:gd name="T4" fmla="*/ 374 w 472"/>
                  <a:gd name="T5" fmla="*/ 411 h 435"/>
                  <a:gd name="T6" fmla="*/ 447 w 472"/>
                  <a:gd name="T7" fmla="*/ 326 h 435"/>
                  <a:gd name="T8" fmla="*/ 97 w 472"/>
                  <a:gd name="T9" fmla="*/ 25 h 435"/>
                  <a:gd name="T10" fmla="*/ 0 w 472"/>
                  <a:gd name="T11" fmla="*/ 111 h 435"/>
                  <a:gd name="T12" fmla="*/ 2 w 472"/>
                  <a:gd name="T13" fmla="*/ 105 h 435"/>
                  <a:gd name="T14" fmla="*/ 88 w 472"/>
                  <a:gd name="T15" fmla="*/ 5 h 435"/>
                  <a:gd name="T16" fmla="*/ 102 w 472"/>
                  <a:gd name="T17" fmla="*/ 4 h 435"/>
                  <a:gd name="T18" fmla="*/ 467 w 472"/>
                  <a:gd name="T19" fmla="*/ 317 h 435"/>
                  <a:gd name="T20" fmla="*/ 468 w 472"/>
                  <a:gd name="T21" fmla="*/ 331 h 435"/>
                  <a:gd name="T22" fmla="*/ 382 w 472"/>
                  <a:gd name="T23" fmla="*/ 431 h 435"/>
                  <a:gd name="T24" fmla="*/ 376 w 472"/>
                  <a:gd name="T25" fmla="*/ 434 h 435"/>
                  <a:gd name="T26" fmla="*/ 369 w 472"/>
                  <a:gd name="T27" fmla="*/ 432 h 435"/>
                  <a:gd name="T28" fmla="*/ 3 w 472"/>
                  <a:gd name="T29" fmla="*/ 118 h 435"/>
                  <a:gd name="T30" fmla="*/ 0 w 472"/>
                  <a:gd name="T31" fmla="*/ 112 h 435"/>
                  <a:gd name="T32" fmla="*/ 0 w 472"/>
                  <a:gd name="T33" fmla="*/ 111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2" h="435">
                    <a:moveTo>
                      <a:pt x="97" y="25"/>
                    </a:moveTo>
                    <a:lnTo>
                      <a:pt x="24" y="110"/>
                    </a:lnTo>
                    <a:lnTo>
                      <a:pt x="374" y="411"/>
                    </a:lnTo>
                    <a:lnTo>
                      <a:pt x="447" y="326"/>
                    </a:lnTo>
                    <a:lnTo>
                      <a:pt x="97" y="25"/>
                    </a:lnTo>
                    <a:close/>
                    <a:moveTo>
                      <a:pt x="0" y="111"/>
                    </a:moveTo>
                    <a:cubicBezTo>
                      <a:pt x="0" y="109"/>
                      <a:pt x="1" y="106"/>
                      <a:pt x="2" y="105"/>
                    </a:cubicBezTo>
                    <a:lnTo>
                      <a:pt x="88" y="5"/>
                    </a:lnTo>
                    <a:cubicBezTo>
                      <a:pt x="92" y="1"/>
                      <a:pt x="98" y="0"/>
                      <a:pt x="102" y="4"/>
                    </a:cubicBezTo>
                    <a:lnTo>
                      <a:pt x="467" y="317"/>
                    </a:lnTo>
                    <a:cubicBezTo>
                      <a:pt x="471" y="321"/>
                      <a:pt x="472" y="327"/>
                      <a:pt x="468" y="331"/>
                    </a:cubicBezTo>
                    <a:lnTo>
                      <a:pt x="382" y="431"/>
                    </a:lnTo>
                    <a:cubicBezTo>
                      <a:pt x="381" y="433"/>
                      <a:pt x="378" y="434"/>
                      <a:pt x="376" y="434"/>
                    </a:cubicBezTo>
                    <a:cubicBezTo>
                      <a:pt x="373" y="435"/>
                      <a:pt x="371" y="434"/>
                      <a:pt x="369" y="432"/>
                    </a:cubicBezTo>
                    <a:lnTo>
                      <a:pt x="3" y="118"/>
                    </a:lnTo>
                    <a:cubicBezTo>
                      <a:pt x="1" y="117"/>
                      <a:pt x="0" y="114"/>
                      <a:pt x="0" y="112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9" name="Freeform 128"/>
              <p:cNvSpPr>
                <a:spLocks noEditPoints="1"/>
              </p:cNvSpPr>
              <p:nvPr/>
            </p:nvSpPr>
            <p:spPr bwMode="auto">
              <a:xfrm>
                <a:off x="10713" y="4055"/>
                <a:ext cx="41" cy="124"/>
              </a:xfrm>
              <a:custGeom>
                <a:avLst/>
                <a:gdLst>
                  <a:gd name="T0" fmla="*/ 30 w 154"/>
                  <a:gd name="T1" fmla="*/ 20 h 465"/>
                  <a:gd name="T2" fmla="*/ 20 w 154"/>
                  <a:gd name="T3" fmla="*/ 442 h 465"/>
                  <a:gd name="T4" fmla="*/ 125 w 154"/>
                  <a:gd name="T5" fmla="*/ 445 h 465"/>
                  <a:gd name="T6" fmla="*/ 134 w 154"/>
                  <a:gd name="T7" fmla="*/ 22 h 465"/>
                  <a:gd name="T8" fmla="*/ 30 w 154"/>
                  <a:gd name="T9" fmla="*/ 20 h 465"/>
                  <a:gd name="T10" fmla="*/ 0 w 154"/>
                  <a:gd name="T11" fmla="*/ 452 h 465"/>
                  <a:gd name="T12" fmla="*/ 0 w 154"/>
                  <a:gd name="T13" fmla="*/ 452 h 465"/>
                  <a:gd name="T14" fmla="*/ 10 w 154"/>
                  <a:gd name="T15" fmla="*/ 9 h 465"/>
                  <a:gd name="T16" fmla="*/ 13 w 154"/>
                  <a:gd name="T17" fmla="*/ 2 h 465"/>
                  <a:gd name="T18" fmla="*/ 20 w 154"/>
                  <a:gd name="T19" fmla="*/ 0 h 465"/>
                  <a:gd name="T20" fmla="*/ 145 w 154"/>
                  <a:gd name="T21" fmla="*/ 3 h 465"/>
                  <a:gd name="T22" fmla="*/ 154 w 154"/>
                  <a:gd name="T23" fmla="*/ 13 h 465"/>
                  <a:gd name="T24" fmla="*/ 144 w 154"/>
                  <a:gd name="T25" fmla="*/ 455 h 465"/>
                  <a:gd name="T26" fmla="*/ 134 w 154"/>
                  <a:gd name="T27" fmla="*/ 464 h 465"/>
                  <a:gd name="T28" fmla="*/ 10 w 154"/>
                  <a:gd name="T29" fmla="*/ 462 h 465"/>
                  <a:gd name="T30" fmla="*/ 3 w 154"/>
                  <a:gd name="T31" fmla="*/ 459 h 465"/>
                  <a:gd name="T32" fmla="*/ 0 w 154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4" h="465">
                    <a:moveTo>
                      <a:pt x="30" y="20"/>
                    </a:moveTo>
                    <a:lnTo>
                      <a:pt x="20" y="442"/>
                    </a:lnTo>
                    <a:lnTo>
                      <a:pt x="125" y="445"/>
                    </a:lnTo>
                    <a:lnTo>
                      <a:pt x="134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lnTo>
                      <a:pt x="10" y="9"/>
                    </a:lnTo>
                    <a:cubicBezTo>
                      <a:pt x="10" y="7"/>
                      <a:pt x="11" y="4"/>
                      <a:pt x="13" y="2"/>
                    </a:cubicBezTo>
                    <a:cubicBezTo>
                      <a:pt x="15" y="1"/>
                      <a:pt x="18" y="0"/>
                      <a:pt x="20" y="0"/>
                    </a:cubicBezTo>
                    <a:lnTo>
                      <a:pt x="145" y="3"/>
                    </a:lnTo>
                    <a:cubicBezTo>
                      <a:pt x="150" y="3"/>
                      <a:pt x="154" y="7"/>
                      <a:pt x="154" y="13"/>
                    </a:cubicBezTo>
                    <a:lnTo>
                      <a:pt x="144" y="455"/>
                    </a:lnTo>
                    <a:cubicBezTo>
                      <a:pt x="144" y="460"/>
                      <a:pt x="139" y="465"/>
                      <a:pt x="134" y="464"/>
                    </a:cubicBezTo>
                    <a:lnTo>
                      <a:pt x="10" y="462"/>
                    </a:lnTo>
                    <a:cubicBezTo>
                      <a:pt x="7" y="462"/>
                      <a:pt x="4" y="461"/>
                      <a:pt x="3" y="459"/>
                    </a:cubicBezTo>
                    <a:cubicBezTo>
                      <a:pt x="1" y="457"/>
                      <a:pt x="0" y="455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0" name="Freeform 129"/>
              <p:cNvSpPr>
                <a:spLocks noEditPoints="1"/>
              </p:cNvSpPr>
              <p:nvPr/>
            </p:nvSpPr>
            <p:spPr bwMode="auto">
              <a:xfrm>
                <a:off x="10663" y="4054"/>
                <a:ext cx="43" cy="124"/>
              </a:xfrm>
              <a:custGeom>
                <a:avLst/>
                <a:gdLst>
                  <a:gd name="T0" fmla="*/ 29 w 162"/>
                  <a:gd name="T1" fmla="*/ 20 h 465"/>
                  <a:gd name="T2" fmla="*/ 20 w 162"/>
                  <a:gd name="T3" fmla="*/ 443 h 465"/>
                  <a:gd name="T4" fmla="*/ 133 w 162"/>
                  <a:gd name="T5" fmla="*/ 445 h 465"/>
                  <a:gd name="T6" fmla="*/ 142 w 162"/>
                  <a:gd name="T7" fmla="*/ 23 h 465"/>
                  <a:gd name="T8" fmla="*/ 29 w 162"/>
                  <a:gd name="T9" fmla="*/ 20 h 465"/>
                  <a:gd name="T10" fmla="*/ 0 w 162"/>
                  <a:gd name="T11" fmla="*/ 453 h 465"/>
                  <a:gd name="T12" fmla="*/ 0 w 162"/>
                  <a:gd name="T13" fmla="*/ 452 h 465"/>
                  <a:gd name="T14" fmla="*/ 10 w 162"/>
                  <a:gd name="T15" fmla="*/ 10 h 465"/>
                  <a:gd name="T16" fmla="*/ 13 w 162"/>
                  <a:gd name="T17" fmla="*/ 3 h 465"/>
                  <a:gd name="T18" fmla="*/ 20 w 162"/>
                  <a:gd name="T19" fmla="*/ 0 h 465"/>
                  <a:gd name="T20" fmla="*/ 152 w 162"/>
                  <a:gd name="T21" fmla="*/ 4 h 465"/>
                  <a:gd name="T22" fmla="*/ 162 w 162"/>
                  <a:gd name="T23" fmla="*/ 14 h 465"/>
                  <a:gd name="T24" fmla="*/ 152 w 162"/>
                  <a:gd name="T25" fmla="*/ 456 h 465"/>
                  <a:gd name="T26" fmla="*/ 142 w 162"/>
                  <a:gd name="T27" fmla="*/ 465 h 465"/>
                  <a:gd name="T28" fmla="*/ 9 w 162"/>
                  <a:gd name="T29" fmla="*/ 462 h 465"/>
                  <a:gd name="T30" fmla="*/ 2 w 162"/>
                  <a:gd name="T31" fmla="*/ 459 h 465"/>
                  <a:gd name="T32" fmla="*/ 0 w 162"/>
                  <a:gd name="T33" fmla="*/ 453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" h="465">
                    <a:moveTo>
                      <a:pt x="29" y="20"/>
                    </a:moveTo>
                    <a:lnTo>
                      <a:pt x="20" y="443"/>
                    </a:lnTo>
                    <a:lnTo>
                      <a:pt x="133" y="445"/>
                    </a:lnTo>
                    <a:lnTo>
                      <a:pt x="142" y="23"/>
                    </a:lnTo>
                    <a:lnTo>
                      <a:pt x="29" y="20"/>
                    </a:lnTo>
                    <a:close/>
                    <a:moveTo>
                      <a:pt x="0" y="453"/>
                    </a:moveTo>
                    <a:lnTo>
                      <a:pt x="0" y="452"/>
                    </a:lnTo>
                    <a:lnTo>
                      <a:pt x="10" y="10"/>
                    </a:lnTo>
                    <a:cubicBezTo>
                      <a:pt x="10" y="7"/>
                      <a:pt x="11" y="5"/>
                      <a:pt x="13" y="3"/>
                    </a:cubicBezTo>
                    <a:cubicBezTo>
                      <a:pt x="15" y="1"/>
                      <a:pt x="17" y="0"/>
                      <a:pt x="20" y="0"/>
                    </a:cubicBezTo>
                    <a:lnTo>
                      <a:pt x="152" y="4"/>
                    </a:lnTo>
                    <a:cubicBezTo>
                      <a:pt x="158" y="4"/>
                      <a:pt x="162" y="8"/>
                      <a:pt x="162" y="14"/>
                    </a:cubicBezTo>
                    <a:lnTo>
                      <a:pt x="152" y="456"/>
                    </a:lnTo>
                    <a:cubicBezTo>
                      <a:pt x="152" y="461"/>
                      <a:pt x="147" y="465"/>
                      <a:pt x="142" y="465"/>
                    </a:cubicBezTo>
                    <a:lnTo>
                      <a:pt x="9" y="462"/>
                    </a:lnTo>
                    <a:cubicBezTo>
                      <a:pt x="7" y="462"/>
                      <a:pt x="4" y="461"/>
                      <a:pt x="2" y="459"/>
                    </a:cubicBezTo>
                    <a:cubicBezTo>
                      <a:pt x="1" y="457"/>
                      <a:pt x="0" y="455"/>
                      <a:pt x="0" y="45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1" name="Freeform 130"/>
              <p:cNvSpPr>
                <a:spLocks noEditPoints="1"/>
              </p:cNvSpPr>
              <p:nvPr/>
            </p:nvSpPr>
            <p:spPr bwMode="auto">
              <a:xfrm>
                <a:off x="10666" y="3922"/>
                <a:ext cx="43" cy="124"/>
              </a:xfrm>
              <a:custGeom>
                <a:avLst/>
                <a:gdLst>
                  <a:gd name="T0" fmla="*/ 30 w 163"/>
                  <a:gd name="T1" fmla="*/ 20 h 465"/>
                  <a:gd name="T2" fmla="*/ 20 w 163"/>
                  <a:gd name="T3" fmla="*/ 442 h 465"/>
                  <a:gd name="T4" fmla="*/ 133 w 163"/>
                  <a:gd name="T5" fmla="*/ 445 h 465"/>
                  <a:gd name="T6" fmla="*/ 143 w 163"/>
                  <a:gd name="T7" fmla="*/ 22 h 465"/>
                  <a:gd name="T8" fmla="*/ 30 w 163"/>
                  <a:gd name="T9" fmla="*/ 20 h 465"/>
                  <a:gd name="T10" fmla="*/ 0 w 163"/>
                  <a:gd name="T11" fmla="*/ 452 h 465"/>
                  <a:gd name="T12" fmla="*/ 0 w 163"/>
                  <a:gd name="T13" fmla="*/ 451 h 465"/>
                  <a:gd name="T14" fmla="*/ 10 w 163"/>
                  <a:gd name="T15" fmla="*/ 9 h 465"/>
                  <a:gd name="T16" fmla="*/ 20 w 163"/>
                  <a:gd name="T17" fmla="*/ 0 h 465"/>
                  <a:gd name="T18" fmla="*/ 153 w 163"/>
                  <a:gd name="T19" fmla="*/ 3 h 465"/>
                  <a:gd name="T20" fmla="*/ 160 w 163"/>
                  <a:gd name="T21" fmla="*/ 6 h 465"/>
                  <a:gd name="T22" fmla="*/ 163 w 163"/>
                  <a:gd name="T23" fmla="*/ 13 h 465"/>
                  <a:gd name="T24" fmla="*/ 152 w 163"/>
                  <a:gd name="T25" fmla="*/ 455 h 465"/>
                  <a:gd name="T26" fmla="*/ 149 w 163"/>
                  <a:gd name="T27" fmla="*/ 462 h 465"/>
                  <a:gd name="T28" fmla="*/ 142 w 163"/>
                  <a:gd name="T29" fmla="*/ 465 h 465"/>
                  <a:gd name="T30" fmla="*/ 10 w 163"/>
                  <a:gd name="T31" fmla="*/ 462 h 465"/>
                  <a:gd name="T32" fmla="*/ 0 w 163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3" h="465">
                    <a:moveTo>
                      <a:pt x="30" y="20"/>
                    </a:moveTo>
                    <a:lnTo>
                      <a:pt x="20" y="442"/>
                    </a:lnTo>
                    <a:lnTo>
                      <a:pt x="133" y="445"/>
                    </a:lnTo>
                    <a:lnTo>
                      <a:pt x="143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1"/>
                    </a:lnTo>
                    <a:lnTo>
                      <a:pt x="10" y="9"/>
                    </a:lnTo>
                    <a:cubicBezTo>
                      <a:pt x="10" y="4"/>
                      <a:pt x="15" y="0"/>
                      <a:pt x="20" y="0"/>
                    </a:cubicBezTo>
                    <a:lnTo>
                      <a:pt x="153" y="3"/>
                    </a:lnTo>
                    <a:cubicBezTo>
                      <a:pt x="156" y="3"/>
                      <a:pt x="158" y="4"/>
                      <a:pt x="160" y="6"/>
                    </a:cubicBezTo>
                    <a:cubicBezTo>
                      <a:pt x="162" y="8"/>
                      <a:pt x="162" y="10"/>
                      <a:pt x="163" y="13"/>
                    </a:cubicBezTo>
                    <a:lnTo>
                      <a:pt x="152" y="455"/>
                    </a:lnTo>
                    <a:cubicBezTo>
                      <a:pt x="152" y="458"/>
                      <a:pt x="151" y="460"/>
                      <a:pt x="149" y="462"/>
                    </a:cubicBezTo>
                    <a:cubicBezTo>
                      <a:pt x="148" y="464"/>
                      <a:pt x="145" y="465"/>
                      <a:pt x="142" y="465"/>
                    </a:cubicBezTo>
                    <a:lnTo>
                      <a:pt x="10" y="462"/>
                    </a:lnTo>
                    <a:cubicBezTo>
                      <a:pt x="4" y="461"/>
                      <a:pt x="0" y="457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2" name="Freeform 131"/>
              <p:cNvSpPr>
                <a:spLocks noEditPoints="1"/>
              </p:cNvSpPr>
              <p:nvPr/>
            </p:nvSpPr>
            <p:spPr bwMode="auto">
              <a:xfrm>
                <a:off x="10716" y="3923"/>
                <a:ext cx="42" cy="124"/>
              </a:xfrm>
              <a:custGeom>
                <a:avLst/>
                <a:gdLst>
                  <a:gd name="T0" fmla="*/ 30 w 155"/>
                  <a:gd name="T1" fmla="*/ 20 h 465"/>
                  <a:gd name="T2" fmla="*/ 20 w 155"/>
                  <a:gd name="T3" fmla="*/ 443 h 465"/>
                  <a:gd name="T4" fmla="*/ 125 w 155"/>
                  <a:gd name="T5" fmla="*/ 445 h 465"/>
                  <a:gd name="T6" fmla="*/ 135 w 155"/>
                  <a:gd name="T7" fmla="*/ 22 h 465"/>
                  <a:gd name="T8" fmla="*/ 30 w 155"/>
                  <a:gd name="T9" fmla="*/ 20 h 465"/>
                  <a:gd name="T10" fmla="*/ 0 w 155"/>
                  <a:gd name="T11" fmla="*/ 452 h 465"/>
                  <a:gd name="T12" fmla="*/ 0 w 155"/>
                  <a:gd name="T13" fmla="*/ 452 h 465"/>
                  <a:gd name="T14" fmla="*/ 10 w 155"/>
                  <a:gd name="T15" fmla="*/ 10 h 465"/>
                  <a:gd name="T16" fmla="*/ 13 w 155"/>
                  <a:gd name="T17" fmla="*/ 3 h 465"/>
                  <a:gd name="T18" fmla="*/ 21 w 155"/>
                  <a:gd name="T19" fmla="*/ 0 h 465"/>
                  <a:gd name="T20" fmla="*/ 145 w 155"/>
                  <a:gd name="T21" fmla="*/ 3 h 465"/>
                  <a:gd name="T22" fmla="*/ 155 w 155"/>
                  <a:gd name="T23" fmla="*/ 13 h 465"/>
                  <a:gd name="T24" fmla="*/ 145 w 155"/>
                  <a:gd name="T25" fmla="*/ 455 h 465"/>
                  <a:gd name="T26" fmla="*/ 135 w 155"/>
                  <a:gd name="T27" fmla="*/ 465 h 465"/>
                  <a:gd name="T28" fmla="*/ 10 w 155"/>
                  <a:gd name="T29" fmla="*/ 462 h 465"/>
                  <a:gd name="T30" fmla="*/ 3 w 155"/>
                  <a:gd name="T31" fmla="*/ 459 h 465"/>
                  <a:gd name="T32" fmla="*/ 0 w 155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5" h="465">
                    <a:moveTo>
                      <a:pt x="30" y="20"/>
                    </a:moveTo>
                    <a:lnTo>
                      <a:pt x="20" y="443"/>
                    </a:lnTo>
                    <a:lnTo>
                      <a:pt x="125" y="445"/>
                    </a:lnTo>
                    <a:lnTo>
                      <a:pt x="135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lnTo>
                      <a:pt x="10" y="10"/>
                    </a:lnTo>
                    <a:cubicBezTo>
                      <a:pt x="10" y="7"/>
                      <a:pt x="12" y="4"/>
                      <a:pt x="13" y="3"/>
                    </a:cubicBezTo>
                    <a:cubicBezTo>
                      <a:pt x="15" y="1"/>
                      <a:pt x="18" y="0"/>
                      <a:pt x="21" y="0"/>
                    </a:cubicBezTo>
                    <a:lnTo>
                      <a:pt x="145" y="3"/>
                    </a:lnTo>
                    <a:cubicBezTo>
                      <a:pt x="150" y="3"/>
                      <a:pt x="155" y="8"/>
                      <a:pt x="155" y="13"/>
                    </a:cubicBezTo>
                    <a:lnTo>
                      <a:pt x="145" y="455"/>
                    </a:lnTo>
                    <a:cubicBezTo>
                      <a:pt x="145" y="461"/>
                      <a:pt x="140" y="465"/>
                      <a:pt x="135" y="465"/>
                    </a:cubicBezTo>
                    <a:lnTo>
                      <a:pt x="10" y="462"/>
                    </a:lnTo>
                    <a:cubicBezTo>
                      <a:pt x="7" y="462"/>
                      <a:pt x="5" y="461"/>
                      <a:pt x="3" y="459"/>
                    </a:cubicBezTo>
                    <a:cubicBezTo>
                      <a:pt x="1" y="457"/>
                      <a:pt x="0" y="455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3" name="Freeform 132"/>
              <p:cNvSpPr>
                <a:spLocks noEditPoints="1"/>
              </p:cNvSpPr>
              <p:nvPr/>
            </p:nvSpPr>
            <p:spPr bwMode="auto">
              <a:xfrm>
                <a:off x="10886" y="4056"/>
                <a:ext cx="114" cy="130"/>
              </a:xfrm>
              <a:custGeom>
                <a:avLst/>
                <a:gdLst>
                  <a:gd name="T0" fmla="*/ 309 w 429"/>
                  <a:gd name="T1" fmla="*/ 25 h 489"/>
                  <a:gd name="T2" fmla="*/ 23 w 429"/>
                  <a:gd name="T3" fmla="*/ 390 h 489"/>
                  <a:gd name="T4" fmla="*/ 119 w 429"/>
                  <a:gd name="T5" fmla="*/ 465 h 489"/>
                  <a:gd name="T6" fmla="*/ 404 w 429"/>
                  <a:gd name="T7" fmla="*/ 99 h 489"/>
                  <a:gd name="T8" fmla="*/ 309 w 429"/>
                  <a:gd name="T9" fmla="*/ 25 h 489"/>
                  <a:gd name="T10" fmla="*/ 0 w 429"/>
                  <a:gd name="T11" fmla="*/ 392 h 489"/>
                  <a:gd name="T12" fmla="*/ 2 w 429"/>
                  <a:gd name="T13" fmla="*/ 386 h 489"/>
                  <a:gd name="T14" fmla="*/ 299 w 429"/>
                  <a:gd name="T15" fmla="*/ 5 h 489"/>
                  <a:gd name="T16" fmla="*/ 313 w 429"/>
                  <a:gd name="T17" fmla="*/ 3 h 489"/>
                  <a:gd name="T18" fmla="*/ 424 w 429"/>
                  <a:gd name="T19" fmla="*/ 90 h 489"/>
                  <a:gd name="T20" fmla="*/ 425 w 429"/>
                  <a:gd name="T21" fmla="*/ 104 h 489"/>
                  <a:gd name="T22" fmla="*/ 128 w 429"/>
                  <a:gd name="T23" fmla="*/ 485 h 489"/>
                  <a:gd name="T24" fmla="*/ 122 w 429"/>
                  <a:gd name="T25" fmla="*/ 489 h 489"/>
                  <a:gd name="T26" fmla="*/ 115 w 429"/>
                  <a:gd name="T27" fmla="*/ 487 h 489"/>
                  <a:gd name="T28" fmla="*/ 4 w 429"/>
                  <a:gd name="T29" fmla="*/ 400 h 489"/>
                  <a:gd name="T30" fmla="*/ 0 w 429"/>
                  <a:gd name="T31" fmla="*/ 392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9" h="489">
                    <a:moveTo>
                      <a:pt x="309" y="25"/>
                    </a:moveTo>
                    <a:lnTo>
                      <a:pt x="23" y="390"/>
                    </a:lnTo>
                    <a:lnTo>
                      <a:pt x="119" y="465"/>
                    </a:lnTo>
                    <a:lnTo>
                      <a:pt x="404" y="99"/>
                    </a:lnTo>
                    <a:lnTo>
                      <a:pt x="309" y="25"/>
                    </a:lnTo>
                    <a:close/>
                    <a:moveTo>
                      <a:pt x="0" y="392"/>
                    </a:moveTo>
                    <a:cubicBezTo>
                      <a:pt x="0" y="390"/>
                      <a:pt x="0" y="388"/>
                      <a:pt x="2" y="386"/>
                    </a:cubicBezTo>
                    <a:lnTo>
                      <a:pt x="299" y="5"/>
                    </a:lnTo>
                    <a:cubicBezTo>
                      <a:pt x="303" y="1"/>
                      <a:pt x="309" y="0"/>
                      <a:pt x="313" y="3"/>
                    </a:cubicBezTo>
                    <a:lnTo>
                      <a:pt x="424" y="90"/>
                    </a:lnTo>
                    <a:cubicBezTo>
                      <a:pt x="428" y="93"/>
                      <a:pt x="429" y="99"/>
                      <a:pt x="425" y="104"/>
                    </a:cubicBezTo>
                    <a:lnTo>
                      <a:pt x="128" y="485"/>
                    </a:lnTo>
                    <a:cubicBezTo>
                      <a:pt x="127" y="487"/>
                      <a:pt x="124" y="488"/>
                      <a:pt x="122" y="489"/>
                    </a:cubicBezTo>
                    <a:cubicBezTo>
                      <a:pt x="119" y="489"/>
                      <a:pt x="117" y="488"/>
                      <a:pt x="115" y="487"/>
                    </a:cubicBezTo>
                    <a:lnTo>
                      <a:pt x="4" y="400"/>
                    </a:lnTo>
                    <a:cubicBezTo>
                      <a:pt x="1" y="398"/>
                      <a:pt x="0" y="395"/>
                      <a:pt x="0" y="3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4" name="Freeform 133"/>
              <p:cNvSpPr>
                <a:spLocks noEditPoints="1"/>
              </p:cNvSpPr>
              <p:nvPr/>
            </p:nvSpPr>
            <p:spPr bwMode="auto">
              <a:xfrm>
                <a:off x="10082" y="2673"/>
                <a:ext cx="116" cy="114"/>
              </a:xfrm>
              <a:custGeom>
                <a:avLst/>
                <a:gdLst>
                  <a:gd name="T0" fmla="*/ 313 w 433"/>
                  <a:gd name="T1" fmla="*/ 24 h 432"/>
                  <a:gd name="T2" fmla="*/ 24 w 433"/>
                  <a:gd name="T3" fmla="*/ 313 h 432"/>
                  <a:gd name="T4" fmla="*/ 119 w 433"/>
                  <a:gd name="T5" fmla="*/ 408 h 432"/>
                  <a:gd name="T6" fmla="*/ 408 w 433"/>
                  <a:gd name="T7" fmla="*/ 119 h 432"/>
                  <a:gd name="T8" fmla="*/ 313 w 433"/>
                  <a:gd name="T9" fmla="*/ 24 h 432"/>
                  <a:gd name="T10" fmla="*/ 0 w 433"/>
                  <a:gd name="T11" fmla="*/ 313 h 432"/>
                  <a:gd name="T12" fmla="*/ 3 w 433"/>
                  <a:gd name="T13" fmla="*/ 306 h 432"/>
                  <a:gd name="T14" fmla="*/ 306 w 433"/>
                  <a:gd name="T15" fmla="*/ 3 h 432"/>
                  <a:gd name="T16" fmla="*/ 313 w 433"/>
                  <a:gd name="T17" fmla="*/ 0 h 432"/>
                  <a:gd name="T18" fmla="*/ 320 w 433"/>
                  <a:gd name="T19" fmla="*/ 3 h 432"/>
                  <a:gd name="T20" fmla="*/ 429 w 433"/>
                  <a:gd name="T21" fmla="*/ 112 h 432"/>
                  <a:gd name="T22" fmla="*/ 429 w 433"/>
                  <a:gd name="T23" fmla="*/ 126 h 432"/>
                  <a:gd name="T24" fmla="*/ 126 w 433"/>
                  <a:gd name="T25" fmla="*/ 429 h 432"/>
                  <a:gd name="T26" fmla="*/ 119 w 433"/>
                  <a:gd name="T27" fmla="*/ 432 h 432"/>
                  <a:gd name="T28" fmla="*/ 113 w 433"/>
                  <a:gd name="T29" fmla="*/ 429 h 432"/>
                  <a:gd name="T30" fmla="*/ 3 w 433"/>
                  <a:gd name="T31" fmla="*/ 320 h 432"/>
                  <a:gd name="T32" fmla="*/ 0 w 433"/>
                  <a:gd name="T33" fmla="*/ 313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3" h="432">
                    <a:moveTo>
                      <a:pt x="313" y="24"/>
                    </a:moveTo>
                    <a:lnTo>
                      <a:pt x="24" y="313"/>
                    </a:lnTo>
                    <a:lnTo>
                      <a:pt x="119" y="408"/>
                    </a:lnTo>
                    <a:lnTo>
                      <a:pt x="408" y="119"/>
                    </a:lnTo>
                    <a:lnTo>
                      <a:pt x="313" y="24"/>
                    </a:lnTo>
                    <a:close/>
                    <a:moveTo>
                      <a:pt x="0" y="313"/>
                    </a:moveTo>
                    <a:cubicBezTo>
                      <a:pt x="0" y="310"/>
                      <a:pt x="1" y="308"/>
                      <a:pt x="3" y="306"/>
                    </a:cubicBezTo>
                    <a:lnTo>
                      <a:pt x="306" y="3"/>
                    </a:lnTo>
                    <a:cubicBezTo>
                      <a:pt x="308" y="1"/>
                      <a:pt x="310" y="0"/>
                      <a:pt x="313" y="0"/>
                    </a:cubicBezTo>
                    <a:cubicBezTo>
                      <a:pt x="315" y="0"/>
                      <a:pt x="318" y="1"/>
                      <a:pt x="320" y="3"/>
                    </a:cubicBezTo>
                    <a:lnTo>
                      <a:pt x="429" y="112"/>
                    </a:lnTo>
                    <a:cubicBezTo>
                      <a:pt x="433" y="116"/>
                      <a:pt x="433" y="122"/>
                      <a:pt x="429" y="126"/>
                    </a:cubicBezTo>
                    <a:lnTo>
                      <a:pt x="126" y="429"/>
                    </a:lnTo>
                    <a:cubicBezTo>
                      <a:pt x="125" y="431"/>
                      <a:pt x="122" y="432"/>
                      <a:pt x="119" y="432"/>
                    </a:cubicBezTo>
                    <a:cubicBezTo>
                      <a:pt x="117" y="432"/>
                      <a:pt x="114" y="431"/>
                      <a:pt x="113" y="429"/>
                    </a:cubicBezTo>
                    <a:lnTo>
                      <a:pt x="3" y="320"/>
                    </a:lnTo>
                    <a:cubicBezTo>
                      <a:pt x="1" y="318"/>
                      <a:pt x="0" y="315"/>
                      <a:pt x="0" y="3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5" name="Freeform 134"/>
              <p:cNvSpPr>
                <a:spLocks noEditPoints="1"/>
              </p:cNvSpPr>
              <p:nvPr/>
            </p:nvSpPr>
            <p:spPr bwMode="auto">
              <a:xfrm>
                <a:off x="9039" y="3084"/>
                <a:ext cx="125" cy="123"/>
              </a:xfrm>
              <a:custGeom>
                <a:avLst/>
                <a:gdLst>
                  <a:gd name="T0" fmla="*/ 247 w 469"/>
                  <a:gd name="T1" fmla="*/ 61 h 463"/>
                  <a:gd name="T2" fmla="*/ 244 w 469"/>
                  <a:gd name="T3" fmla="*/ 68 h 463"/>
                  <a:gd name="T4" fmla="*/ 24 w 469"/>
                  <a:gd name="T5" fmla="*/ 281 h 463"/>
                  <a:gd name="T6" fmla="*/ 177 w 469"/>
                  <a:gd name="T7" fmla="*/ 440 h 463"/>
                  <a:gd name="T8" fmla="*/ 397 w 469"/>
                  <a:gd name="T9" fmla="*/ 226 h 463"/>
                  <a:gd name="T10" fmla="*/ 404 w 469"/>
                  <a:gd name="T11" fmla="*/ 223 h 463"/>
                  <a:gd name="T12" fmla="*/ 411 w 469"/>
                  <a:gd name="T13" fmla="*/ 226 h 463"/>
                  <a:gd name="T14" fmla="*/ 418 w 469"/>
                  <a:gd name="T15" fmla="*/ 233 h 463"/>
                  <a:gd name="T16" fmla="*/ 444 w 469"/>
                  <a:gd name="T17" fmla="*/ 208 h 463"/>
                  <a:gd name="T18" fmla="*/ 404 w 469"/>
                  <a:gd name="T19" fmla="*/ 167 h 463"/>
                  <a:gd name="T20" fmla="*/ 395 w 469"/>
                  <a:gd name="T21" fmla="*/ 176 h 463"/>
                  <a:gd name="T22" fmla="*/ 388 w 469"/>
                  <a:gd name="T23" fmla="*/ 179 h 463"/>
                  <a:gd name="T24" fmla="*/ 381 w 469"/>
                  <a:gd name="T25" fmla="*/ 176 h 463"/>
                  <a:gd name="T26" fmla="*/ 338 w 469"/>
                  <a:gd name="T27" fmla="*/ 132 h 463"/>
                  <a:gd name="T28" fmla="*/ 336 w 469"/>
                  <a:gd name="T29" fmla="*/ 125 h 463"/>
                  <a:gd name="T30" fmla="*/ 339 w 469"/>
                  <a:gd name="T31" fmla="*/ 118 h 463"/>
                  <a:gd name="T32" fmla="*/ 348 w 469"/>
                  <a:gd name="T33" fmla="*/ 109 h 463"/>
                  <a:gd name="T34" fmla="*/ 265 w 469"/>
                  <a:gd name="T35" fmla="*/ 24 h 463"/>
                  <a:gd name="T36" fmla="*/ 240 w 469"/>
                  <a:gd name="T37" fmla="*/ 49 h 463"/>
                  <a:gd name="T38" fmla="*/ 245 w 469"/>
                  <a:gd name="T39" fmla="*/ 54 h 463"/>
                  <a:gd name="T40" fmla="*/ 247 w 469"/>
                  <a:gd name="T41" fmla="*/ 61 h 463"/>
                  <a:gd name="T42" fmla="*/ 0 w 469"/>
                  <a:gd name="T43" fmla="*/ 281 h 463"/>
                  <a:gd name="T44" fmla="*/ 0 w 469"/>
                  <a:gd name="T45" fmla="*/ 281 h 463"/>
                  <a:gd name="T46" fmla="*/ 3 w 469"/>
                  <a:gd name="T47" fmla="*/ 274 h 463"/>
                  <a:gd name="T48" fmla="*/ 224 w 469"/>
                  <a:gd name="T49" fmla="*/ 61 h 463"/>
                  <a:gd name="T50" fmla="*/ 219 w 469"/>
                  <a:gd name="T51" fmla="*/ 56 h 463"/>
                  <a:gd name="T52" fmla="*/ 219 w 469"/>
                  <a:gd name="T53" fmla="*/ 42 h 463"/>
                  <a:gd name="T54" fmla="*/ 259 w 469"/>
                  <a:gd name="T55" fmla="*/ 3 h 463"/>
                  <a:gd name="T56" fmla="*/ 266 w 469"/>
                  <a:gd name="T57" fmla="*/ 0 h 463"/>
                  <a:gd name="T58" fmla="*/ 273 w 469"/>
                  <a:gd name="T59" fmla="*/ 3 h 463"/>
                  <a:gd name="T60" fmla="*/ 370 w 469"/>
                  <a:gd name="T61" fmla="*/ 102 h 463"/>
                  <a:gd name="T62" fmla="*/ 372 w 469"/>
                  <a:gd name="T63" fmla="*/ 109 h 463"/>
                  <a:gd name="T64" fmla="*/ 372 w 469"/>
                  <a:gd name="T65" fmla="*/ 109 h 463"/>
                  <a:gd name="T66" fmla="*/ 369 w 469"/>
                  <a:gd name="T67" fmla="*/ 116 h 463"/>
                  <a:gd name="T68" fmla="*/ 359 w 469"/>
                  <a:gd name="T69" fmla="*/ 126 h 463"/>
                  <a:gd name="T70" fmla="*/ 388 w 469"/>
                  <a:gd name="T71" fmla="*/ 155 h 463"/>
                  <a:gd name="T72" fmla="*/ 398 w 469"/>
                  <a:gd name="T73" fmla="*/ 146 h 463"/>
                  <a:gd name="T74" fmla="*/ 405 w 469"/>
                  <a:gd name="T75" fmla="*/ 143 h 463"/>
                  <a:gd name="T76" fmla="*/ 412 w 469"/>
                  <a:gd name="T77" fmla="*/ 146 h 463"/>
                  <a:gd name="T78" fmla="*/ 465 w 469"/>
                  <a:gd name="T79" fmla="*/ 201 h 463"/>
                  <a:gd name="T80" fmla="*/ 465 w 469"/>
                  <a:gd name="T81" fmla="*/ 215 h 463"/>
                  <a:gd name="T82" fmla="*/ 425 w 469"/>
                  <a:gd name="T83" fmla="*/ 254 h 463"/>
                  <a:gd name="T84" fmla="*/ 418 w 469"/>
                  <a:gd name="T85" fmla="*/ 257 h 463"/>
                  <a:gd name="T86" fmla="*/ 411 w 469"/>
                  <a:gd name="T87" fmla="*/ 254 h 463"/>
                  <a:gd name="T88" fmla="*/ 404 w 469"/>
                  <a:gd name="T89" fmla="*/ 247 h 463"/>
                  <a:gd name="T90" fmla="*/ 183 w 469"/>
                  <a:gd name="T91" fmla="*/ 461 h 463"/>
                  <a:gd name="T92" fmla="*/ 176 w 469"/>
                  <a:gd name="T93" fmla="*/ 463 h 463"/>
                  <a:gd name="T94" fmla="*/ 169 w 469"/>
                  <a:gd name="T95" fmla="*/ 460 h 463"/>
                  <a:gd name="T96" fmla="*/ 3 w 469"/>
                  <a:gd name="T97" fmla="*/ 288 h 463"/>
                  <a:gd name="T98" fmla="*/ 0 w 469"/>
                  <a:gd name="T99" fmla="*/ 281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9" h="463">
                    <a:moveTo>
                      <a:pt x="247" y="61"/>
                    </a:moveTo>
                    <a:cubicBezTo>
                      <a:pt x="247" y="64"/>
                      <a:pt x="246" y="66"/>
                      <a:pt x="244" y="68"/>
                    </a:cubicBezTo>
                    <a:lnTo>
                      <a:pt x="24" y="281"/>
                    </a:lnTo>
                    <a:lnTo>
                      <a:pt x="177" y="440"/>
                    </a:lnTo>
                    <a:lnTo>
                      <a:pt x="397" y="226"/>
                    </a:lnTo>
                    <a:cubicBezTo>
                      <a:pt x="399" y="224"/>
                      <a:pt x="402" y="223"/>
                      <a:pt x="404" y="223"/>
                    </a:cubicBezTo>
                    <a:cubicBezTo>
                      <a:pt x="407" y="223"/>
                      <a:pt x="409" y="224"/>
                      <a:pt x="411" y="226"/>
                    </a:cubicBezTo>
                    <a:lnTo>
                      <a:pt x="418" y="233"/>
                    </a:lnTo>
                    <a:lnTo>
                      <a:pt x="444" y="208"/>
                    </a:lnTo>
                    <a:lnTo>
                      <a:pt x="404" y="167"/>
                    </a:lnTo>
                    <a:lnTo>
                      <a:pt x="395" y="176"/>
                    </a:lnTo>
                    <a:cubicBezTo>
                      <a:pt x="393" y="178"/>
                      <a:pt x="390" y="179"/>
                      <a:pt x="388" y="179"/>
                    </a:cubicBezTo>
                    <a:cubicBezTo>
                      <a:pt x="385" y="179"/>
                      <a:pt x="383" y="178"/>
                      <a:pt x="381" y="176"/>
                    </a:cubicBezTo>
                    <a:lnTo>
                      <a:pt x="338" y="132"/>
                    </a:lnTo>
                    <a:cubicBezTo>
                      <a:pt x="337" y="130"/>
                      <a:pt x="336" y="128"/>
                      <a:pt x="336" y="125"/>
                    </a:cubicBezTo>
                    <a:cubicBezTo>
                      <a:pt x="336" y="122"/>
                      <a:pt x="337" y="120"/>
                      <a:pt x="339" y="118"/>
                    </a:cubicBezTo>
                    <a:lnTo>
                      <a:pt x="348" y="109"/>
                    </a:lnTo>
                    <a:lnTo>
                      <a:pt x="265" y="24"/>
                    </a:lnTo>
                    <a:lnTo>
                      <a:pt x="240" y="49"/>
                    </a:lnTo>
                    <a:lnTo>
                      <a:pt x="245" y="54"/>
                    </a:lnTo>
                    <a:cubicBezTo>
                      <a:pt x="246" y="56"/>
                      <a:pt x="247" y="58"/>
                      <a:pt x="247" y="61"/>
                    </a:cubicBezTo>
                    <a:close/>
                    <a:moveTo>
                      <a:pt x="0" y="281"/>
                    </a:moveTo>
                    <a:lnTo>
                      <a:pt x="0" y="281"/>
                    </a:lnTo>
                    <a:cubicBezTo>
                      <a:pt x="0" y="278"/>
                      <a:pt x="1" y="276"/>
                      <a:pt x="3" y="274"/>
                    </a:cubicBezTo>
                    <a:lnTo>
                      <a:pt x="224" y="61"/>
                    </a:lnTo>
                    <a:lnTo>
                      <a:pt x="219" y="56"/>
                    </a:lnTo>
                    <a:cubicBezTo>
                      <a:pt x="215" y="52"/>
                      <a:pt x="215" y="45"/>
                      <a:pt x="219" y="42"/>
                    </a:cubicBezTo>
                    <a:lnTo>
                      <a:pt x="259" y="3"/>
                    </a:lnTo>
                    <a:cubicBezTo>
                      <a:pt x="261" y="1"/>
                      <a:pt x="263" y="0"/>
                      <a:pt x="266" y="0"/>
                    </a:cubicBezTo>
                    <a:cubicBezTo>
                      <a:pt x="268" y="0"/>
                      <a:pt x="271" y="1"/>
                      <a:pt x="273" y="3"/>
                    </a:cubicBezTo>
                    <a:lnTo>
                      <a:pt x="370" y="102"/>
                    </a:lnTo>
                    <a:cubicBezTo>
                      <a:pt x="371" y="104"/>
                      <a:pt x="372" y="107"/>
                      <a:pt x="372" y="109"/>
                    </a:cubicBezTo>
                    <a:lnTo>
                      <a:pt x="372" y="109"/>
                    </a:lnTo>
                    <a:cubicBezTo>
                      <a:pt x="372" y="112"/>
                      <a:pt x="371" y="114"/>
                      <a:pt x="369" y="116"/>
                    </a:cubicBezTo>
                    <a:lnTo>
                      <a:pt x="359" y="126"/>
                    </a:lnTo>
                    <a:lnTo>
                      <a:pt x="388" y="155"/>
                    </a:lnTo>
                    <a:lnTo>
                      <a:pt x="398" y="146"/>
                    </a:lnTo>
                    <a:cubicBezTo>
                      <a:pt x="400" y="144"/>
                      <a:pt x="402" y="143"/>
                      <a:pt x="405" y="143"/>
                    </a:cubicBezTo>
                    <a:cubicBezTo>
                      <a:pt x="407" y="143"/>
                      <a:pt x="410" y="144"/>
                      <a:pt x="412" y="146"/>
                    </a:cubicBezTo>
                    <a:lnTo>
                      <a:pt x="465" y="201"/>
                    </a:lnTo>
                    <a:cubicBezTo>
                      <a:pt x="469" y="205"/>
                      <a:pt x="469" y="211"/>
                      <a:pt x="465" y="215"/>
                    </a:cubicBezTo>
                    <a:lnTo>
                      <a:pt x="425" y="254"/>
                    </a:lnTo>
                    <a:cubicBezTo>
                      <a:pt x="423" y="256"/>
                      <a:pt x="420" y="257"/>
                      <a:pt x="418" y="257"/>
                    </a:cubicBezTo>
                    <a:cubicBezTo>
                      <a:pt x="415" y="257"/>
                      <a:pt x="413" y="256"/>
                      <a:pt x="411" y="254"/>
                    </a:cubicBezTo>
                    <a:lnTo>
                      <a:pt x="404" y="247"/>
                    </a:lnTo>
                    <a:lnTo>
                      <a:pt x="183" y="461"/>
                    </a:lnTo>
                    <a:cubicBezTo>
                      <a:pt x="181" y="462"/>
                      <a:pt x="179" y="463"/>
                      <a:pt x="176" y="463"/>
                    </a:cubicBezTo>
                    <a:cubicBezTo>
                      <a:pt x="174" y="463"/>
                      <a:pt x="171" y="462"/>
                      <a:pt x="169" y="460"/>
                    </a:cubicBezTo>
                    <a:lnTo>
                      <a:pt x="3" y="288"/>
                    </a:lnTo>
                    <a:cubicBezTo>
                      <a:pt x="1" y="286"/>
                      <a:pt x="0" y="284"/>
                      <a:pt x="0" y="2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6" name="Freeform 135"/>
              <p:cNvSpPr>
                <a:spLocks noEditPoints="1"/>
              </p:cNvSpPr>
              <p:nvPr/>
            </p:nvSpPr>
            <p:spPr bwMode="auto">
              <a:xfrm>
                <a:off x="8614" y="3213"/>
                <a:ext cx="167" cy="161"/>
              </a:xfrm>
              <a:custGeom>
                <a:avLst/>
                <a:gdLst>
                  <a:gd name="T0" fmla="*/ 230 w 626"/>
                  <a:gd name="T1" fmla="*/ 25 h 604"/>
                  <a:gd name="T2" fmla="*/ 24 w 626"/>
                  <a:gd name="T3" fmla="*/ 283 h 604"/>
                  <a:gd name="T4" fmla="*/ 396 w 626"/>
                  <a:gd name="T5" fmla="*/ 580 h 604"/>
                  <a:gd name="T6" fmla="*/ 602 w 626"/>
                  <a:gd name="T7" fmla="*/ 321 h 604"/>
                  <a:gd name="T8" fmla="*/ 230 w 626"/>
                  <a:gd name="T9" fmla="*/ 25 h 604"/>
                  <a:gd name="T10" fmla="*/ 0 w 626"/>
                  <a:gd name="T11" fmla="*/ 285 h 604"/>
                  <a:gd name="T12" fmla="*/ 2 w 626"/>
                  <a:gd name="T13" fmla="*/ 279 h 604"/>
                  <a:gd name="T14" fmla="*/ 220 w 626"/>
                  <a:gd name="T15" fmla="*/ 5 h 604"/>
                  <a:gd name="T16" fmla="*/ 234 w 626"/>
                  <a:gd name="T17" fmla="*/ 3 h 604"/>
                  <a:gd name="T18" fmla="*/ 622 w 626"/>
                  <a:gd name="T19" fmla="*/ 312 h 604"/>
                  <a:gd name="T20" fmla="*/ 625 w 626"/>
                  <a:gd name="T21" fmla="*/ 318 h 604"/>
                  <a:gd name="T22" fmla="*/ 623 w 626"/>
                  <a:gd name="T23" fmla="*/ 325 h 604"/>
                  <a:gd name="T24" fmla="*/ 405 w 626"/>
                  <a:gd name="T25" fmla="*/ 600 h 604"/>
                  <a:gd name="T26" fmla="*/ 398 w 626"/>
                  <a:gd name="T27" fmla="*/ 603 h 604"/>
                  <a:gd name="T28" fmla="*/ 391 w 626"/>
                  <a:gd name="T29" fmla="*/ 601 h 604"/>
                  <a:gd name="T30" fmla="*/ 4 w 626"/>
                  <a:gd name="T31" fmla="*/ 292 h 604"/>
                  <a:gd name="T32" fmla="*/ 0 w 626"/>
                  <a:gd name="T33" fmla="*/ 286 h 604"/>
                  <a:gd name="T34" fmla="*/ 0 w 626"/>
                  <a:gd name="T35" fmla="*/ 285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6" h="604">
                    <a:moveTo>
                      <a:pt x="230" y="25"/>
                    </a:moveTo>
                    <a:lnTo>
                      <a:pt x="24" y="283"/>
                    </a:lnTo>
                    <a:lnTo>
                      <a:pt x="396" y="580"/>
                    </a:lnTo>
                    <a:lnTo>
                      <a:pt x="602" y="321"/>
                    </a:lnTo>
                    <a:lnTo>
                      <a:pt x="230" y="25"/>
                    </a:lnTo>
                    <a:close/>
                    <a:moveTo>
                      <a:pt x="0" y="285"/>
                    </a:moveTo>
                    <a:cubicBezTo>
                      <a:pt x="0" y="282"/>
                      <a:pt x="1" y="280"/>
                      <a:pt x="2" y="279"/>
                    </a:cubicBezTo>
                    <a:lnTo>
                      <a:pt x="220" y="5"/>
                    </a:lnTo>
                    <a:cubicBezTo>
                      <a:pt x="224" y="0"/>
                      <a:pt x="230" y="0"/>
                      <a:pt x="234" y="3"/>
                    </a:cubicBezTo>
                    <a:lnTo>
                      <a:pt x="622" y="312"/>
                    </a:lnTo>
                    <a:cubicBezTo>
                      <a:pt x="624" y="313"/>
                      <a:pt x="625" y="316"/>
                      <a:pt x="625" y="318"/>
                    </a:cubicBezTo>
                    <a:cubicBezTo>
                      <a:pt x="626" y="321"/>
                      <a:pt x="625" y="323"/>
                      <a:pt x="623" y="325"/>
                    </a:cubicBezTo>
                    <a:lnTo>
                      <a:pt x="405" y="600"/>
                    </a:lnTo>
                    <a:cubicBezTo>
                      <a:pt x="403" y="602"/>
                      <a:pt x="401" y="603"/>
                      <a:pt x="398" y="603"/>
                    </a:cubicBezTo>
                    <a:cubicBezTo>
                      <a:pt x="396" y="604"/>
                      <a:pt x="393" y="603"/>
                      <a:pt x="391" y="601"/>
                    </a:cubicBezTo>
                    <a:lnTo>
                      <a:pt x="4" y="292"/>
                    </a:lnTo>
                    <a:cubicBezTo>
                      <a:pt x="2" y="291"/>
                      <a:pt x="0" y="288"/>
                      <a:pt x="0" y="286"/>
                    </a:cubicBezTo>
                    <a:cubicBezTo>
                      <a:pt x="0" y="285"/>
                      <a:pt x="0" y="285"/>
                      <a:pt x="0" y="28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7" name="Freeform 136"/>
              <p:cNvSpPr>
                <a:spLocks noEditPoints="1"/>
              </p:cNvSpPr>
              <p:nvPr/>
            </p:nvSpPr>
            <p:spPr bwMode="auto">
              <a:xfrm>
                <a:off x="8806" y="3196"/>
                <a:ext cx="128" cy="138"/>
              </a:xfrm>
              <a:custGeom>
                <a:avLst/>
                <a:gdLst>
                  <a:gd name="T0" fmla="*/ 308 w 482"/>
                  <a:gd name="T1" fmla="*/ 25 h 518"/>
                  <a:gd name="T2" fmla="*/ 24 w 482"/>
                  <a:gd name="T3" fmla="*/ 371 h 518"/>
                  <a:gd name="T4" fmla="*/ 173 w 482"/>
                  <a:gd name="T5" fmla="*/ 494 h 518"/>
                  <a:gd name="T6" fmla="*/ 458 w 482"/>
                  <a:gd name="T7" fmla="*/ 148 h 518"/>
                  <a:gd name="T8" fmla="*/ 308 w 482"/>
                  <a:gd name="T9" fmla="*/ 25 h 518"/>
                  <a:gd name="T10" fmla="*/ 0 w 482"/>
                  <a:gd name="T11" fmla="*/ 372 h 518"/>
                  <a:gd name="T12" fmla="*/ 2 w 482"/>
                  <a:gd name="T13" fmla="*/ 366 h 518"/>
                  <a:gd name="T14" fmla="*/ 299 w 482"/>
                  <a:gd name="T15" fmla="*/ 5 h 518"/>
                  <a:gd name="T16" fmla="*/ 313 w 482"/>
                  <a:gd name="T17" fmla="*/ 3 h 518"/>
                  <a:gd name="T18" fmla="*/ 478 w 482"/>
                  <a:gd name="T19" fmla="*/ 139 h 518"/>
                  <a:gd name="T20" fmla="*/ 481 w 482"/>
                  <a:gd name="T21" fmla="*/ 145 h 518"/>
                  <a:gd name="T22" fmla="*/ 479 w 482"/>
                  <a:gd name="T23" fmla="*/ 152 h 518"/>
                  <a:gd name="T24" fmla="*/ 182 w 482"/>
                  <a:gd name="T25" fmla="*/ 514 h 518"/>
                  <a:gd name="T26" fmla="*/ 175 w 482"/>
                  <a:gd name="T27" fmla="*/ 517 h 518"/>
                  <a:gd name="T28" fmla="*/ 168 w 482"/>
                  <a:gd name="T29" fmla="*/ 515 h 518"/>
                  <a:gd name="T30" fmla="*/ 4 w 482"/>
                  <a:gd name="T31" fmla="*/ 380 h 518"/>
                  <a:gd name="T32" fmla="*/ 0 w 482"/>
                  <a:gd name="T33" fmla="*/ 372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2" h="518">
                    <a:moveTo>
                      <a:pt x="308" y="25"/>
                    </a:moveTo>
                    <a:lnTo>
                      <a:pt x="24" y="371"/>
                    </a:lnTo>
                    <a:lnTo>
                      <a:pt x="173" y="494"/>
                    </a:lnTo>
                    <a:lnTo>
                      <a:pt x="458" y="148"/>
                    </a:lnTo>
                    <a:lnTo>
                      <a:pt x="308" y="25"/>
                    </a:lnTo>
                    <a:close/>
                    <a:moveTo>
                      <a:pt x="0" y="372"/>
                    </a:moveTo>
                    <a:cubicBezTo>
                      <a:pt x="0" y="370"/>
                      <a:pt x="1" y="368"/>
                      <a:pt x="2" y="366"/>
                    </a:cubicBezTo>
                    <a:lnTo>
                      <a:pt x="299" y="5"/>
                    </a:lnTo>
                    <a:cubicBezTo>
                      <a:pt x="303" y="1"/>
                      <a:pt x="309" y="0"/>
                      <a:pt x="313" y="3"/>
                    </a:cubicBezTo>
                    <a:lnTo>
                      <a:pt x="478" y="139"/>
                    </a:lnTo>
                    <a:cubicBezTo>
                      <a:pt x="480" y="140"/>
                      <a:pt x="481" y="143"/>
                      <a:pt x="481" y="145"/>
                    </a:cubicBezTo>
                    <a:cubicBezTo>
                      <a:pt x="482" y="148"/>
                      <a:pt x="481" y="150"/>
                      <a:pt x="479" y="152"/>
                    </a:cubicBezTo>
                    <a:lnTo>
                      <a:pt x="182" y="514"/>
                    </a:lnTo>
                    <a:cubicBezTo>
                      <a:pt x="180" y="516"/>
                      <a:pt x="178" y="517"/>
                      <a:pt x="175" y="517"/>
                    </a:cubicBezTo>
                    <a:cubicBezTo>
                      <a:pt x="173" y="518"/>
                      <a:pt x="170" y="517"/>
                      <a:pt x="168" y="515"/>
                    </a:cubicBezTo>
                    <a:lnTo>
                      <a:pt x="4" y="380"/>
                    </a:lnTo>
                    <a:cubicBezTo>
                      <a:pt x="1" y="378"/>
                      <a:pt x="0" y="375"/>
                      <a:pt x="0" y="37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8" name="Freeform 137"/>
              <p:cNvSpPr>
                <a:spLocks noEditPoints="1"/>
              </p:cNvSpPr>
              <p:nvPr/>
            </p:nvSpPr>
            <p:spPr bwMode="auto">
              <a:xfrm>
                <a:off x="8759" y="3158"/>
                <a:ext cx="128" cy="138"/>
              </a:xfrm>
              <a:custGeom>
                <a:avLst/>
                <a:gdLst>
                  <a:gd name="T0" fmla="*/ 308 w 482"/>
                  <a:gd name="T1" fmla="*/ 25 h 518"/>
                  <a:gd name="T2" fmla="*/ 24 w 482"/>
                  <a:gd name="T3" fmla="*/ 371 h 518"/>
                  <a:gd name="T4" fmla="*/ 173 w 482"/>
                  <a:gd name="T5" fmla="*/ 494 h 518"/>
                  <a:gd name="T6" fmla="*/ 458 w 482"/>
                  <a:gd name="T7" fmla="*/ 147 h 518"/>
                  <a:gd name="T8" fmla="*/ 308 w 482"/>
                  <a:gd name="T9" fmla="*/ 25 h 518"/>
                  <a:gd name="T10" fmla="*/ 0 w 482"/>
                  <a:gd name="T11" fmla="*/ 372 h 518"/>
                  <a:gd name="T12" fmla="*/ 3 w 482"/>
                  <a:gd name="T13" fmla="*/ 366 h 518"/>
                  <a:gd name="T14" fmla="*/ 299 w 482"/>
                  <a:gd name="T15" fmla="*/ 5 h 518"/>
                  <a:gd name="T16" fmla="*/ 313 w 482"/>
                  <a:gd name="T17" fmla="*/ 3 h 518"/>
                  <a:gd name="T18" fmla="*/ 478 w 482"/>
                  <a:gd name="T19" fmla="*/ 139 h 518"/>
                  <a:gd name="T20" fmla="*/ 482 w 482"/>
                  <a:gd name="T21" fmla="*/ 145 h 518"/>
                  <a:gd name="T22" fmla="*/ 479 w 482"/>
                  <a:gd name="T23" fmla="*/ 152 h 518"/>
                  <a:gd name="T24" fmla="*/ 182 w 482"/>
                  <a:gd name="T25" fmla="*/ 514 h 518"/>
                  <a:gd name="T26" fmla="*/ 175 w 482"/>
                  <a:gd name="T27" fmla="*/ 517 h 518"/>
                  <a:gd name="T28" fmla="*/ 168 w 482"/>
                  <a:gd name="T29" fmla="*/ 515 h 518"/>
                  <a:gd name="T30" fmla="*/ 4 w 482"/>
                  <a:gd name="T31" fmla="*/ 380 h 518"/>
                  <a:gd name="T32" fmla="*/ 0 w 482"/>
                  <a:gd name="T33" fmla="*/ 372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2" h="518">
                    <a:moveTo>
                      <a:pt x="308" y="25"/>
                    </a:moveTo>
                    <a:lnTo>
                      <a:pt x="24" y="371"/>
                    </a:lnTo>
                    <a:lnTo>
                      <a:pt x="173" y="494"/>
                    </a:lnTo>
                    <a:lnTo>
                      <a:pt x="458" y="147"/>
                    </a:lnTo>
                    <a:lnTo>
                      <a:pt x="308" y="25"/>
                    </a:lnTo>
                    <a:close/>
                    <a:moveTo>
                      <a:pt x="0" y="372"/>
                    </a:moveTo>
                    <a:cubicBezTo>
                      <a:pt x="0" y="370"/>
                      <a:pt x="1" y="368"/>
                      <a:pt x="3" y="366"/>
                    </a:cubicBezTo>
                    <a:lnTo>
                      <a:pt x="299" y="5"/>
                    </a:lnTo>
                    <a:cubicBezTo>
                      <a:pt x="303" y="0"/>
                      <a:pt x="309" y="0"/>
                      <a:pt x="313" y="3"/>
                    </a:cubicBezTo>
                    <a:lnTo>
                      <a:pt x="478" y="139"/>
                    </a:lnTo>
                    <a:cubicBezTo>
                      <a:pt x="480" y="140"/>
                      <a:pt x="481" y="143"/>
                      <a:pt x="482" y="145"/>
                    </a:cubicBezTo>
                    <a:cubicBezTo>
                      <a:pt x="482" y="148"/>
                      <a:pt x="481" y="150"/>
                      <a:pt x="479" y="152"/>
                    </a:cubicBezTo>
                    <a:lnTo>
                      <a:pt x="182" y="514"/>
                    </a:lnTo>
                    <a:cubicBezTo>
                      <a:pt x="180" y="516"/>
                      <a:pt x="178" y="517"/>
                      <a:pt x="175" y="517"/>
                    </a:cubicBezTo>
                    <a:cubicBezTo>
                      <a:pt x="173" y="518"/>
                      <a:pt x="170" y="517"/>
                      <a:pt x="168" y="515"/>
                    </a:cubicBezTo>
                    <a:lnTo>
                      <a:pt x="4" y="380"/>
                    </a:lnTo>
                    <a:cubicBezTo>
                      <a:pt x="2" y="378"/>
                      <a:pt x="0" y="375"/>
                      <a:pt x="0" y="37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9" name="Freeform 138"/>
              <p:cNvSpPr>
                <a:spLocks noEditPoints="1"/>
              </p:cNvSpPr>
              <p:nvPr/>
            </p:nvSpPr>
            <p:spPr bwMode="auto">
              <a:xfrm>
                <a:off x="10047" y="3936"/>
                <a:ext cx="150" cy="222"/>
              </a:xfrm>
              <a:custGeom>
                <a:avLst/>
                <a:gdLst>
                  <a:gd name="T0" fmla="*/ 380 w 563"/>
                  <a:gd name="T1" fmla="*/ 23 h 833"/>
                  <a:gd name="T2" fmla="*/ 264 w 563"/>
                  <a:gd name="T3" fmla="*/ 259 h 833"/>
                  <a:gd name="T4" fmla="*/ 23 w 563"/>
                  <a:gd name="T5" fmla="*/ 746 h 833"/>
                  <a:gd name="T6" fmla="*/ 155 w 563"/>
                  <a:gd name="T7" fmla="*/ 810 h 833"/>
                  <a:gd name="T8" fmla="*/ 275 w 563"/>
                  <a:gd name="T9" fmla="*/ 549 h 833"/>
                  <a:gd name="T10" fmla="*/ 281 w 563"/>
                  <a:gd name="T11" fmla="*/ 544 h 833"/>
                  <a:gd name="T12" fmla="*/ 289 w 563"/>
                  <a:gd name="T13" fmla="*/ 544 h 833"/>
                  <a:gd name="T14" fmla="*/ 345 w 563"/>
                  <a:gd name="T15" fmla="*/ 573 h 833"/>
                  <a:gd name="T16" fmla="*/ 543 w 563"/>
                  <a:gd name="T17" fmla="*/ 141 h 833"/>
                  <a:gd name="T18" fmla="*/ 538 w 563"/>
                  <a:gd name="T19" fmla="*/ 97 h 833"/>
                  <a:gd name="T20" fmla="*/ 535 w 563"/>
                  <a:gd name="T21" fmla="*/ 98 h 833"/>
                  <a:gd name="T22" fmla="*/ 528 w 563"/>
                  <a:gd name="T23" fmla="*/ 97 h 833"/>
                  <a:gd name="T24" fmla="*/ 380 w 563"/>
                  <a:gd name="T25" fmla="*/ 23 h 833"/>
                  <a:gd name="T26" fmla="*/ 0 w 563"/>
                  <a:gd name="T27" fmla="*/ 750 h 833"/>
                  <a:gd name="T28" fmla="*/ 1 w 563"/>
                  <a:gd name="T29" fmla="*/ 746 h 833"/>
                  <a:gd name="T30" fmla="*/ 366 w 563"/>
                  <a:gd name="T31" fmla="*/ 6 h 833"/>
                  <a:gd name="T32" fmla="*/ 372 w 563"/>
                  <a:gd name="T33" fmla="*/ 1 h 833"/>
                  <a:gd name="T34" fmla="*/ 380 w 563"/>
                  <a:gd name="T35" fmla="*/ 1 h 833"/>
                  <a:gd name="T36" fmla="*/ 527 w 563"/>
                  <a:gd name="T37" fmla="*/ 75 h 833"/>
                  <a:gd name="T38" fmla="*/ 535 w 563"/>
                  <a:gd name="T39" fmla="*/ 59 h 833"/>
                  <a:gd name="T40" fmla="*/ 545 w 563"/>
                  <a:gd name="T41" fmla="*/ 53 h 833"/>
                  <a:gd name="T42" fmla="*/ 554 w 563"/>
                  <a:gd name="T43" fmla="*/ 61 h 833"/>
                  <a:gd name="T44" fmla="*/ 563 w 563"/>
                  <a:gd name="T45" fmla="*/ 141 h 833"/>
                  <a:gd name="T46" fmla="*/ 562 w 563"/>
                  <a:gd name="T47" fmla="*/ 147 h 833"/>
                  <a:gd name="T48" fmla="*/ 359 w 563"/>
                  <a:gd name="T49" fmla="*/ 591 h 833"/>
                  <a:gd name="T50" fmla="*/ 353 w 563"/>
                  <a:gd name="T51" fmla="*/ 596 h 833"/>
                  <a:gd name="T52" fmla="*/ 345 w 563"/>
                  <a:gd name="T53" fmla="*/ 595 h 833"/>
                  <a:gd name="T54" fmla="*/ 289 w 563"/>
                  <a:gd name="T55" fmla="*/ 566 h 833"/>
                  <a:gd name="T56" fmla="*/ 168 w 563"/>
                  <a:gd name="T57" fmla="*/ 827 h 833"/>
                  <a:gd name="T58" fmla="*/ 163 w 563"/>
                  <a:gd name="T59" fmla="*/ 832 h 833"/>
                  <a:gd name="T60" fmla="*/ 155 w 563"/>
                  <a:gd name="T61" fmla="*/ 832 h 833"/>
                  <a:gd name="T62" fmla="*/ 6 w 563"/>
                  <a:gd name="T63" fmla="*/ 759 h 833"/>
                  <a:gd name="T64" fmla="*/ 1 w 563"/>
                  <a:gd name="T65" fmla="*/ 754 h 833"/>
                  <a:gd name="T66" fmla="*/ 0 w 563"/>
                  <a:gd name="T67" fmla="*/ 75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3" h="833">
                    <a:moveTo>
                      <a:pt x="380" y="23"/>
                    </a:moveTo>
                    <a:lnTo>
                      <a:pt x="264" y="259"/>
                    </a:lnTo>
                    <a:lnTo>
                      <a:pt x="23" y="746"/>
                    </a:lnTo>
                    <a:lnTo>
                      <a:pt x="155" y="810"/>
                    </a:lnTo>
                    <a:lnTo>
                      <a:pt x="275" y="549"/>
                    </a:lnTo>
                    <a:cubicBezTo>
                      <a:pt x="276" y="546"/>
                      <a:pt x="278" y="544"/>
                      <a:pt x="281" y="544"/>
                    </a:cubicBezTo>
                    <a:cubicBezTo>
                      <a:pt x="283" y="543"/>
                      <a:pt x="286" y="543"/>
                      <a:pt x="289" y="544"/>
                    </a:cubicBezTo>
                    <a:lnTo>
                      <a:pt x="345" y="573"/>
                    </a:lnTo>
                    <a:lnTo>
                      <a:pt x="543" y="141"/>
                    </a:lnTo>
                    <a:lnTo>
                      <a:pt x="538" y="97"/>
                    </a:lnTo>
                    <a:cubicBezTo>
                      <a:pt x="537" y="97"/>
                      <a:pt x="536" y="98"/>
                      <a:pt x="535" y="98"/>
                    </a:cubicBezTo>
                    <a:cubicBezTo>
                      <a:pt x="533" y="99"/>
                      <a:pt x="530" y="99"/>
                      <a:pt x="528" y="97"/>
                    </a:cubicBezTo>
                    <a:lnTo>
                      <a:pt x="380" y="23"/>
                    </a:lnTo>
                    <a:close/>
                    <a:moveTo>
                      <a:pt x="0" y="750"/>
                    </a:moveTo>
                    <a:cubicBezTo>
                      <a:pt x="0" y="749"/>
                      <a:pt x="1" y="747"/>
                      <a:pt x="1" y="746"/>
                    </a:cubicBezTo>
                    <a:lnTo>
                      <a:pt x="366" y="6"/>
                    </a:lnTo>
                    <a:cubicBezTo>
                      <a:pt x="368" y="3"/>
                      <a:pt x="370" y="1"/>
                      <a:pt x="372" y="1"/>
                    </a:cubicBezTo>
                    <a:cubicBezTo>
                      <a:pt x="375" y="0"/>
                      <a:pt x="377" y="0"/>
                      <a:pt x="380" y="1"/>
                    </a:cubicBezTo>
                    <a:lnTo>
                      <a:pt x="527" y="75"/>
                    </a:lnTo>
                    <a:lnTo>
                      <a:pt x="535" y="59"/>
                    </a:lnTo>
                    <a:cubicBezTo>
                      <a:pt x="537" y="55"/>
                      <a:pt x="541" y="52"/>
                      <a:pt x="545" y="53"/>
                    </a:cubicBezTo>
                    <a:cubicBezTo>
                      <a:pt x="550" y="54"/>
                      <a:pt x="553" y="57"/>
                      <a:pt x="554" y="61"/>
                    </a:cubicBezTo>
                    <a:lnTo>
                      <a:pt x="563" y="141"/>
                    </a:lnTo>
                    <a:cubicBezTo>
                      <a:pt x="563" y="143"/>
                      <a:pt x="563" y="145"/>
                      <a:pt x="562" y="147"/>
                    </a:cubicBezTo>
                    <a:lnTo>
                      <a:pt x="359" y="591"/>
                    </a:lnTo>
                    <a:cubicBezTo>
                      <a:pt x="357" y="593"/>
                      <a:pt x="355" y="595"/>
                      <a:pt x="353" y="596"/>
                    </a:cubicBezTo>
                    <a:cubicBezTo>
                      <a:pt x="350" y="597"/>
                      <a:pt x="348" y="597"/>
                      <a:pt x="345" y="595"/>
                    </a:cubicBezTo>
                    <a:lnTo>
                      <a:pt x="289" y="566"/>
                    </a:lnTo>
                    <a:lnTo>
                      <a:pt x="168" y="827"/>
                    </a:lnTo>
                    <a:cubicBezTo>
                      <a:pt x="167" y="829"/>
                      <a:pt x="165" y="831"/>
                      <a:pt x="163" y="832"/>
                    </a:cubicBezTo>
                    <a:cubicBezTo>
                      <a:pt x="160" y="833"/>
                      <a:pt x="158" y="833"/>
                      <a:pt x="155" y="832"/>
                    </a:cubicBezTo>
                    <a:lnTo>
                      <a:pt x="6" y="759"/>
                    </a:lnTo>
                    <a:cubicBezTo>
                      <a:pt x="3" y="758"/>
                      <a:pt x="2" y="756"/>
                      <a:pt x="1" y="754"/>
                    </a:cubicBezTo>
                    <a:cubicBezTo>
                      <a:pt x="0" y="752"/>
                      <a:pt x="0" y="751"/>
                      <a:pt x="0" y="75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0" name="Freeform 139"/>
              <p:cNvSpPr>
                <a:spLocks noEditPoints="1"/>
              </p:cNvSpPr>
              <p:nvPr/>
            </p:nvSpPr>
            <p:spPr bwMode="auto">
              <a:xfrm>
                <a:off x="10079" y="2683"/>
                <a:ext cx="289" cy="289"/>
              </a:xfrm>
              <a:custGeom>
                <a:avLst/>
                <a:gdLst>
                  <a:gd name="T0" fmla="*/ 964 w 1085"/>
                  <a:gd name="T1" fmla="*/ 24 h 1085"/>
                  <a:gd name="T2" fmla="*/ 24 w 1085"/>
                  <a:gd name="T3" fmla="*/ 964 h 1085"/>
                  <a:gd name="T4" fmla="*/ 120 w 1085"/>
                  <a:gd name="T5" fmla="*/ 1060 h 1085"/>
                  <a:gd name="T6" fmla="*/ 1060 w 1085"/>
                  <a:gd name="T7" fmla="*/ 120 h 1085"/>
                  <a:gd name="T8" fmla="*/ 964 w 1085"/>
                  <a:gd name="T9" fmla="*/ 24 h 1085"/>
                  <a:gd name="T10" fmla="*/ 0 w 1085"/>
                  <a:gd name="T11" fmla="*/ 964 h 1085"/>
                  <a:gd name="T12" fmla="*/ 3 w 1085"/>
                  <a:gd name="T13" fmla="*/ 957 h 1085"/>
                  <a:gd name="T14" fmla="*/ 957 w 1085"/>
                  <a:gd name="T15" fmla="*/ 3 h 1085"/>
                  <a:gd name="T16" fmla="*/ 964 w 1085"/>
                  <a:gd name="T17" fmla="*/ 0 h 1085"/>
                  <a:gd name="T18" fmla="*/ 971 w 1085"/>
                  <a:gd name="T19" fmla="*/ 3 h 1085"/>
                  <a:gd name="T20" fmla="*/ 1081 w 1085"/>
                  <a:gd name="T21" fmla="*/ 113 h 1085"/>
                  <a:gd name="T22" fmla="*/ 1081 w 1085"/>
                  <a:gd name="T23" fmla="*/ 127 h 1085"/>
                  <a:gd name="T24" fmla="*/ 127 w 1085"/>
                  <a:gd name="T25" fmla="*/ 1081 h 1085"/>
                  <a:gd name="T26" fmla="*/ 113 w 1085"/>
                  <a:gd name="T27" fmla="*/ 1081 h 1085"/>
                  <a:gd name="T28" fmla="*/ 3 w 1085"/>
                  <a:gd name="T29" fmla="*/ 970 h 1085"/>
                  <a:gd name="T30" fmla="*/ 0 w 1085"/>
                  <a:gd name="T31" fmla="*/ 964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85" h="1085">
                    <a:moveTo>
                      <a:pt x="964" y="24"/>
                    </a:moveTo>
                    <a:lnTo>
                      <a:pt x="24" y="964"/>
                    </a:lnTo>
                    <a:lnTo>
                      <a:pt x="120" y="1060"/>
                    </a:lnTo>
                    <a:lnTo>
                      <a:pt x="1060" y="120"/>
                    </a:lnTo>
                    <a:lnTo>
                      <a:pt x="964" y="24"/>
                    </a:lnTo>
                    <a:close/>
                    <a:moveTo>
                      <a:pt x="0" y="964"/>
                    </a:moveTo>
                    <a:cubicBezTo>
                      <a:pt x="0" y="961"/>
                      <a:pt x="1" y="958"/>
                      <a:pt x="3" y="957"/>
                    </a:cubicBezTo>
                    <a:lnTo>
                      <a:pt x="957" y="3"/>
                    </a:lnTo>
                    <a:cubicBezTo>
                      <a:pt x="958" y="1"/>
                      <a:pt x="961" y="0"/>
                      <a:pt x="964" y="0"/>
                    </a:cubicBezTo>
                    <a:cubicBezTo>
                      <a:pt x="966" y="0"/>
                      <a:pt x="969" y="1"/>
                      <a:pt x="971" y="3"/>
                    </a:cubicBezTo>
                    <a:lnTo>
                      <a:pt x="1081" y="113"/>
                    </a:lnTo>
                    <a:cubicBezTo>
                      <a:pt x="1085" y="117"/>
                      <a:pt x="1085" y="123"/>
                      <a:pt x="1081" y="127"/>
                    </a:cubicBezTo>
                    <a:lnTo>
                      <a:pt x="127" y="1081"/>
                    </a:lnTo>
                    <a:cubicBezTo>
                      <a:pt x="124" y="1085"/>
                      <a:pt x="117" y="1085"/>
                      <a:pt x="113" y="1081"/>
                    </a:cubicBezTo>
                    <a:lnTo>
                      <a:pt x="3" y="970"/>
                    </a:lnTo>
                    <a:cubicBezTo>
                      <a:pt x="1" y="969"/>
                      <a:pt x="0" y="966"/>
                      <a:pt x="0" y="96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1" name="Freeform 140"/>
              <p:cNvSpPr>
                <a:spLocks noEditPoints="1"/>
              </p:cNvSpPr>
              <p:nvPr/>
            </p:nvSpPr>
            <p:spPr bwMode="auto">
              <a:xfrm>
                <a:off x="10563" y="2218"/>
                <a:ext cx="117" cy="107"/>
              </a:xfrm>
              <a:custGeom>
                <a:avLst/>
                <a:gdLst>
                  <a:gd name="T0" fmla="*/ 175 w 440"/>
                  <a:gd name="T1" fmla="*/ 25 h 402"/>
                  <a:gd name="T2" fmla="*/ 24 w 440"/>
                  <a:gd name="T3" fmla="*/ 175 h 402"/>
                  <a:gd name="T4" fmla="*/ 227 w 440"/>
                  <a:gd name="T5" fmla="*/ 378 h 402"/>
                  <a:gd name="T6" fmla="*/ 416 w 440"/>
                  <a:gd name="T7" fmla="*/ 190 h 402"/>
                  <a:gd name="T8" fmla="*/ 360 w 440"/>
                  <a:gd name="T9" fmla="*/ 134 h 402"/>
                  <a:gd name="T10" fmla="*/ 328 w 440"/>
                  <a:gd name="T11" fmla="*/ 165 h 402"/>
                  <a:gd name="T12" fmla="*/ 314 w 440"/>
                  <a:gd name="T13" fmla="*/ 165 h 402"/>
                  <a:gd name="T14" fmla="*/ 175 w 440"/>
                  <a:gd name="T15" fmla="*/ 25 h 402"/>
                  <a:gd name="T16" fmla="*/ 0 w 440"/>
                  <a:gd name="T17" fmla="*/ 175 h 402"/>
                  <a:gd name="T18" fmla="*/ 3 w 440"/>
                  <a:gd name="T19" fmla="*/ 168 h 402"/>
                  <a:gd name="T20" fmla="*/ 168 w 440"/>
                  <a:gd name="T21" fmla="*/ 4 h 402"/>
                  <a:gd name="T22" fmla="*/ 182 w 440"/>
                  <a:gd name="T23" fmla="*/ 4 h 402"/>
                  <a:gd name="T24" fmla="*/ 321 w 440"/>
                  <a:gd name="T25" fmla="*/ 144 h 402"/>
                  <a:gd name="T26" fmla="*/ 353 w 440"/>
                  <a:gd name="T27" fmla="*/ 113 h 402"/>
                  <a:gd name="T28" fmla="*/ 367 w 440"/>
                  <a:gd name="T29" fmla="*/ 113 h 402"/>
                  <a:gd name="T30" fmla="*/ 437 w 440"/>
                  <a:gd name="T31" fmla="*/ 183 h 402"/>
                  <a:gd name="T32" fmla="*/ 437 w 440"/>
                  <a:gd name="T33" fmla="*/ 197 h 402"/>
                  <a:gd name="T34" fmla="*/ 234 w 440"/>
                  <a:gd name="T35" fmla="*/ 399 h 402"/>
                  <a:gd name="T36" fmla="*/ 227 w 440"/>
                  <a:gd name="T37" fmla="*/ 402 h 402"/>
                  <a:gd name="T38" fmla="*/ 220 w 440"/>
                  <a:gd name="T39" fmla="*/ 399 h 402"/>
                  <a:gd name="T40" fmla="*/ 3 w 440"/>
                  <a:gd name="T41" fmla="*/ 182 h 402"/>
                  <a:gd name="T42" fmla="*/ 0 w 440"/>
                  <a:gd name="T43" fmla="*/ 17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40" h="402">
                    <a:moveTo>
                      <a:pt x="175" y="25"/>
                    </a:moveTo>
                    <a:lnTo>
                      <a:pt x="24" y="175"/>
                    </a:lnTo>
                    <a:lnTo>
                      <a:pt x="227" y="378"/>
                    </a:lnTo>
                    <a:lnTo>
                      <a:pt x="416" y="190"/>
                    </a:lnTo>
                    <a:lnTo>
                      <a:pt x="360" y="134"/>
                    </a:lnTo>
                    <a:lnTo>
                      <a:pt x="328" y="165"/>
                    </a:lnTo>
                    <a:cubicBezTo>
                      <a:pt x="325" y="169"/>
                      <a:pt x="318" y="169"/>
                      <a:pt x="314" y="165"/>
                    </a:cubicBezTo>
                    <a:lnTo>
                      <a:pt x="175" y="25"/>
                    </a:lnTo>
                    <a:close/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8" y="4"/>
                    </a:lnTo>
                    <a:cubicBezTo>
                      <a:pt x="171" y="0"/>
                      <a:pt x="178" y="0"/>
                      <a:pt x="182" y="4"/>
                    </a:cubicBezTo>
                    <a:lnTo>
                      <a:pt x="321" y="144"/>
                    </a:lnTo>
                    <a:lnTo>
                      <a:pt x="353" y="113"/>
                    </a:lnTo>
                    <a:cubicBezTo>
                      <a:pt x="356" y="109"/>
                      <a:pt x="363" y="109"/>
                      <a:pt x="367" y="113"/>
                    </a:cubicBezTo>
                    <a:lnTo>
                      <a:pt x="437" y="183"/>
                    </a:lnTo>
                    <a:cubicBezTo>
                      <a:pt x="440" y="187"/>
                      <a:pt x="440" y="193"/>
                      <a:pt x="437" y="197"/>
                    </a:cubicBezTo>
                    <a:lnTo>
                      <a:pt x="234" y="399"/>
                    </a:lnTo>
                    <a:cubicBezTo>
                      <a:pt x="232" y="401"/>
                      <a:pt x="230" y="402"/>
                      <a:pt x="227" y="402"/>
                    </a:cubicBezTo>
                    <a:cubicBezTo>
                      <a:pt x="225" y="402"/>
                      <a:pt x="222" y="401"/>
                      <a:pt x="220" y="399"/>
                    </a:cubicBezTo>
                    <a:lnTo>
                      <a:pt x="3" y="182"/>
                    </a:ln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2" name="Freeform 141"/>
              <p:cNvSpPr>
                <a:spLocks noEditPoints="1"/>
              </p:cNvSpPr>
              <p:nvPr/>
            </p:nvSpPr>
            <p:spPr bwMode="auto">
              <a:xfrm>
                <a:off x="10645" y="1715"/>
                <a:ext cx="361" cy="327"/>
              </a:xfrm>
              <a:custGeom>
                <a:avLst/>
                <a:gdLst>
                  <a:gd name="T0" fmla="*/ 520 w 1358"/>
                  <a:gd name="T1" fmla="*/ 481 h 1231"/>
                  <a:gd name="T2" fmla="*/ 525 w 1358"/>
                  <a:gd name="T3" fmla="*/ 405 h 1231"/>
                  <a:gd name="T4" fmla="*/ 586 w 1358"/>
                  <a:gd name="T5" fmla="*/ 547 h 1231"/>
                  <a:gd name="T6" fmla="*/ 708 w 1358"/>
                  <a:gd name="T7" fmla="*/ 669 h 1231"/>
                  <a:gd name="T8" fmla="*/ 711 w 1358"/>
                  <a:gd name="T9" fmla="*/ 594 h 1231"/>
                  <a:gd name="T10" fmla="*/ 793 w 1358"/>
                  <a:gd name="T11" fmla="*/ 740 h 1231"/>
                  <a:gd name="T12" fmla="*/ 404 w 1358"/>
                  <a:gd name="T13" fmla="*/ 1054 h 1231"/>
                  <a:gd name="T14" fmla="*/ 864 w 1358"/>
                  <a:gd name="T15" fmla="*/ 811 h 1231"/>
                  <a:gd name="T16" fmla="*/ 1168 w 1358"/>
                  <a:gd name="T17" fmla="*/ 1011 h 1231"/>
                  <a:gd name="T18" fmla="*/ 1007 w 1358"/>
                  <a:gd name="T19" fmla="*/ 683 h 1231"/>
                  <a:gd name="T20" fmla="*/ 1079 w 1358"/>
                  <a:gd name="T21" fmla="*/ 696 h 1231"/>
                  <a:gd name="T22" fmla="*/ 1188 w 1358"/>
                  <a:gd name="T23" fmla="*/ 577 h 1231"/>
                  <a:gd name="T24" fmla="*/ 890 w 1358"/>
                  <a:gd name="T25" fmla="*/ 567 h 1231"/>
                  <a:gd name="T26" fmla="*/ 838 w 1358"/>
                  <a:gd name="T27" fmla="*/ 681 h 1231"/>
                  <a:gd name="T28" fmla="*/ 736 w 1358"/>
                  <a:gd name="T29" fmla="*/ 565 h 1231"/>
                  <a:gd name="T30" fmla="*/ 850 w 1358"/>
                  <a:gd name="T31" fmla="*/ 526 h 1231"/>
                  <a:gd name="T32" fmla="*/ 728 w 1358"/>
                  <a:gd name="T33" fmla="*/ 404 h 1231"/>
                  <a:gd name="T34" fmla="*/ 659 w 1358"/>
                  <a:gd name="T35" fmla="*/ 488 h 1231"/>
                  <a:gd name="T36" fmla="*/ 543 w 1358"/>
                  <a:gd name="T37" fmla="*/ 372 h 1231"/>
                  <a:gd name="T38" fmla="*/ 662 w 1358"/>
                  <a:gd name="T39" fmla="*/ 339 h 1231"/>
                  <a:gd name="T40" fmla="*/ 541 w 1358"/>
                  <a:gd name="T41" fmla="*/ 218 h 1231"/>
                  <a:gd name="T42" fmla="*/ 400 w 1358"/>
                  <a:gd name="T43" fmla="*/ 244 h 1231"/>
                  <a:gd name="T44" fmla="*/ 442 w 1358"/>
                  <a:gd name="T45" fmla="*/ 326 h 1231"/>
                  <a:gd name="T46" fmla="*/ 368 w 1358"/>
                  <a:gd name="T47" fmla="*/ 330 h 1231"/>
                  <a:gd name="T48" fmla="*/ 368 w 1358"/>
                  <a:gd name="T49" fmla="*/ 306 h 1231"/>
                  <a:gd name="T50" fmla="*/ 361 w 1358"/>
                  <a:gd name="T51" fmla="*/ 269 h 1231"/>
                  <a:gd name="T52" fmla="*/ 393 w 1358"/>
                  <a:gd name="T53" fmla="*/ 223 h 1231"/>
                  <a:gd name="T54" fmla="*/ 520 w 1358"/>
                  <a:gd name="T55" fmla="*/ 225 h 1231"/>
                  <a:gd name="T56" fmla="*/ 673 w 1358"/>
                  <a:gd name="T57" fmla="*/ 0 h 1231"/>
                  <a:gd name="T58" fmla="*/ 669 w 1358"/>
                  <a:gd name="T59" fmla="*/ 360 h 1231"/>
                  <a:gd name="T60" fmla="*/ 564 w 1358"/>
                  <a:gd name="T61" fmla="*/ 379 h 1231"/>
                  <a:gd name="T62" fmla="*/ 674 w 1358"/>
                  <a:gd name="T63" fmla="*/ 374 h 1231"/>
                  <a:gd name="T64" fmla="*/ 867 w 1358"/>
                  <a:gd name="T65" fmla="*/ 190 h 1231"/>
                  <a:gd name="T66" fmla="*/ 850 w 1358"/>
                  <a:gd name="T67" fmla="*/ 550 h 1231"/>
                  <a:gd name="T68" fmla="*/ 845 w 1358"/>
                  <a:gd name="T69" fmla="*/ 660 h 1231"/>
                  <a:gd name="T70" fmla="*/ 1046 w 1358"/>
                  <a:gd name="T71" fmla="*/ 383 h 1231"/>
                  <a:gd name="T72" fmla="*/ 1226 w 1358"/>
                  <a:gd name="T73" fmla="*/ 563 h 1231"/>
                  <a:gd name="T74" fmla="*/ 1228 w 1358"/>
                  <a:gd name="T75" fmla="*/ 860 h 1231"/>
                  <a:gd name="T76" fmla="*/ 1036 w 1358"/>
                  <a:gd name="T77" fmla="*/ 740 h 1231"/>
                  <a:gd name="T78" fmla="*/ 1189 w 1358"/>
                  <a:gd name="T79" fmla="*/ 1017 h 1231"/>
                  <a:gd name="T80" fmla="*/ 885 w 1358"/>
                  <a:gd name="T81" fmla="*/ 818 h 1231"/>
                  <a:gd name="T82" fmla="*/ 549 w 1358"/>
                  <a:gd name="T83" fmla="*/ 1227 h 1231"/>
                  <a:gd name="T84" fmla="*/ 383 w 1358"/>
                  <a:gd name="T85" fmla="*/ 1047 h 1231"/>
                  <a:gd name="T86" fmla="*/ 786 w 1358"/>
                  <a:gd name="T87" fmla="*/ 719 h 1231"/>
                  <a:gd name="T88" fmla="*/ 728 w 1358"/>
                  <a:gd name="T89" fmla="*/ 662 h 1231"/>
                  <a:gd name="T90" fmla="*/ 190 w 1358"/>
                  <a:gd name="T91" fmla="*/ 869 h 1231"/>
                  <a:gd name="T92" fmla="*/ 548 w 1358"/>
                  <a:gd name="T93" fmla="*/ 496 h 1231"/>
                  <a:gd name="T94" fmla="*/ 606 w 1358"/>
                  <a:gd name="T95" fmla="*/ 514 h 1231"/>
                  <a:gd name="T96" fmla="*/ 541 w 1358"/>
                  <a:gd name="T97" fmla="*/ 488 h 1231"/>
                  <a:gd name="T98" fmla="*/ 3 w 1358"/>
                  <a:gd name="T99" fmla="*/ 682 h 1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58" h="1231">
                    <a:moveTo>
                      <a:pt x="368" y="330"/>
                    </a:moveTo>
                    <a:lnTo>
                      <a:pt x="24" y="675"/>
                    </a:lnTo>
                    <a:lnTo>
                      <a:pt x="176" y="827"/>
                    </a:lnTo>
                    <a:lnTo>
                      <a:pt x="520" y="481"/>
                    </a:lnTo>
                    <a:lnTo>
                      <a:pt x="484" y="446"/>
                    </a:lnTo>
                    <a:cubicBezTo>
                      <a:pt x="481" y="442"/>
                      <a:pt x="481" y="435"/>
                      <a:pt x="484" y="432"/>
                    </a:cubicBezTo>
                    <a:lnTo>
                      <a:pt x="511" y="405"/>
                    </a:lnTo>
                    <a:cubicBezTo>
                      <a:pt x="515" y="401"/>
                      <a:pt x="521" y="401"/>
                      <a:pt x="525" y="405"/>
                    </a:cubicBezTo>
                    <a:lnTo>
                      <a:pt x="627" y="507"/>
                    </a:lnTo>
                    <a:cubicBezTo>
                      <a:pt x="630" y="510"/>
                      <a:pt x="630" y="517"/>
                      <a:pt x="627" y="521"/>
                    </a:cubicBezTo>
                    <a:lnTo>
                      <a:pt x="600" y="547"/>
                    </a:lnTo>
                    <a:cubicBezTo>
                      <a:pt x="596" y="551"/>
                      <a:pt x="590" y="551"/>
                      <a:pt x="586" y="547"/>
                    </a:cubicBezTo>
                    <a:lnTo>
                      <a:pt x="555" y="517"/>
                    </a:lnTo>
                    <a:lnTo>
                      <a:pt x="211" y="862"/>
                    </a:lnTo>
                    <a:lnTo>
                      <a:pt x="363" y="1014"/>
                    </a:lnTo>
                    <a:lnTo>
                      <a:pt x="708" y="669"/>
                    </a:lnTo>
                    <a:lnTo>
                      <a:pt x="677" y="638"/>
                    </a:lnTo>
                    <a:cubicBezTo>
                      <a:pt x="673" y="635"/>
                      <a:pt x="673" y="628"/>
                      <a:pt x="677" y="624"/>
                    </a:cubicBezTo>
                    <a:lnTo>
                      <a:pt x="704" y="597"/>
                    </a:lnTo>
                    <a:cubicBezTo>
                      <a:pt x="706" y="595"/>
                      <a:pt x="708" y="594"/>
                      <a:pt x="711" y="594"/>
                    </a:cubicBezTo>
                    <a:cubicBezTo>
                      <a:pt x="713" y="594"/>
                      <a:pt x="716" y="595"/>
                      <a:pt x="718" y="597"/>
                    </a:cubicBezTo>
                    <a:lnTo>
                      <a:pt x="820" y="699"/>
                    </a:lnTo>
                    <a:cubicBezTo>
                      <a:pt x="823" y="703"/>
                      <a:pt x="823" y="709"/>
                      <a:pt x="820" y="713"/>
                    </a:cubicBezTo>
                    <a:lnTo>
                      <a:pt x="793" y="740"/>
                    </a:lnTo>
                    <a:cubicBezTo>
                      <a:pt x="791" y="742"/>
                      <a:pt x="789" y="743"/>
                      <a:pt x="786" y="743"/>
                    </a:cubicBezTo>
                    <a:cubicBezTo>
                      <a:pt x="783" y="743"/>
                      <a:pt x="781" y="742"/>
                      <a:pt x="779" y="740"/>
                    </a:cubicBezTo>
                    <a:lnTo>
                      <a:pt x="748" y="709"/>
                    </a:lnTo>
                    <a:lnTo>
                      <a:pt x="404" y="1054"/>
                    </a:lnTo>
                    <a:lnTo>
                      <a:pt x="556" y="1206"/>
                    </a:lnTo>
                    <a:lnTo>
                      <a:pt x="900" y="861"/>
                    </a:lnTo>
                    <a:lnTo>
                      <a:pt x="864" y="825"/>
                    </a:lnTo>
                    <a:cubicBezTo>
                      <a:pt x="861" y="821"/>
                      <a:pt x="861" y="815"/>
                      <a:pt x="864" y="811"/>
                    </a:cubicBezTo>
                    <a:lnTo>
                      <a:pt x="891" y="785"/>
                    </a:lnTo>
                    <a:cubicBezTo>
                      <a:pt x="895" y="781"/>
                      <a:pt x="901" y="781"/>
                      <a:pt x="905" y="785"/>
                    </a:cubicBezTo>
                    <a:lnTo>
                      <a:pt x="1150" y="1029"/>
                    </a:lnTo>
                    <a:lnTo>
                      <a:pt x="1168" y="1011"/>
                    </a:lnTo>
                    <a:lnTo>
                      <a:pt x="923" y="766"/>
                    </a:lnTo>
                    <a:cubicBezTo>
                      <a:pt x="920" y="763"/>
                      <a:pt x="920" y="756"/>
                      <a:pt x="923" y="752"/>
                    </a:cubicBezTo>
                    <a:lnTo>
                      <a:pt x="993" y="683"/>
                    </a:lnTo>
                    <a:cubicBezTo>
                      <a:pt x="997" y="679"/>
                      <a:pt x="1003" y="679"/>
                      <a:pt x="1007" y="683"/>
                    </a:cubicBezTo>
                    <a:lnTo>
                      <a:pt x="1043" y="719"/>
                    </a:lnTo>
                    <a:lnTo>
                      <a:pt x="1065" y="696"/>
                    </a:lnTo>
                    <a:cubicBezTo>
                      <a:pt x="1067" y="694"/>
                      <a:pt x="1069" y="693"/>
                      <a:pt x="1072" y="693"/>
                    </a:cubicBezTo>
                    <a:cubicBezTo>
                      <a:pt x="1075" y="693"/>
                      <a:pt x="1077" y="694"/>
                      <a:pt x="1079" y="696"/>
                    </a:cubicBezTo>
                    <a:lnTo>
                      <a:pt x="1221" y="839"/>
                    </a:lnTo>
                    <a:lnTo>
                      <a:pt x="1334" y="727"/>
                    </a:lnTo>
                    <a:lnTo>
                      <a:pt x="1191" y="584"/>
                    </a:lnTo>
                    <a:cubicBezTo>
                      <a:pt x="1189" y="582"/>
                      <a:pt x="1188" y="580"/>
                      <a:pt x="1188" y="577"/>
                    </a:cubicBezTo>
                    <a:cubicBezTo>
                      <a:pt x="1188" y="574"/>
                      <a:pt x="1189" y="572"/>
                      <a:pt x="1191" y="570"/>
                    </a:cubicBezTo>
                    <a:lnTo>
                      <a:pt x="1205" y="556"/>
                    </a:lnTo>
                    <a:lnTo>
                      <a:pt x="1053" y="404"/>
                    </a:lnTo>
                    <a:lnTo>
                      <a:pt x="890" y="567"/>
                    </a:lnTo>
                    <a:lnTo>
                      <a:pt x="921" y="597"/>
                    </a:lnTo>
                    <a:cubicBezTo>
                      <a:pt x="925" y="601"/>
                      <a:pt x="925" y="607"/>
                      <a:pt x="921" y="611"/>
                    </a:cubicBezTo>
                    <a:lnTo>
                      <a:pt x="852" y="681"/>
                    </a:lnTo>
                    <a:cubicBezTo>
                      <a:pt x="848" y="685"/>
                      <a:pt x="842" y="685"/>
                      <a:pt x="838" y="681"/>
                    </a:cubicBezTo>
                    <a:lnTo>
                      <a:pt x="736" y="579"/>
                    </a:lnTo>
                    <a:cubicBezTo>
                      <a:pt x="734" y="577"/>
                      <a:pt x="733" y="575"/>
                      <a:pt x="733" y="572"/>
                    </a:cubicBezTo>
                    <a:lnTo>
                      <a:pt x="733" y="572"/>
                    </a:lnTo>
                    <a:cubicBezTo>
                      <a:pt x="733" y="570"/>
                      <a:pt x="734" y="567"/>
                      <a:pt x="736" y="565"/>
                    </a:cubicBezTo>
                    <a:lnTo>
                      <a:pt x="806" y="496"/>
                    </a:lnTo>
                    <a:cubicBezTo>
                      <a:pt x="807" y="494"/>
                      <a:pt x="810" y="493"/>
                      <a:pt x="812" y="493"/>
                    </a:cubicBezTo>
                    <a:cubicBezTo>
                      <a:pt x="815" y="493"/>
                      <a:pt x="818" y="494"/>
                      <a:pt x="819" y="496"/>
                    </a:cubicBezTo>
                    <a:lnTo>
                      <a:pt x="850" y="526"/>
                    </a:lnTo>
                    <a:lnTo>
                      <a:pt x="1012" y="363"/>
                    </a:lnTo>
                    <a:lnTo>
                      <a:pt x="860" y="211"/>
                    </a:lnTo>
                    <a:lnTo>
                      <a:pt x="698" y="374"/>
                    </a:lnTo>
                    <a:lnTo>
                      <a:pt x="728" y="404"/>
                    </a:lnTo>
                    <a:cubicBezTo>
                      <a:pt x="730" y="406"/>
                      <a:pt x="731" y="409"/>
                      <a:pt x="731" y="411"/>
                    </a:cubicBezTo>
                    <a:lnTo>
                      <a:pt x="731" y="411"/>
                    </a:lnTo>
                    <a:cubicBezTo>
                      <a:pt x="731" y="414"/>
                      <a:pt x="730" y="417"/>
                      <a:pt x="728" y="418"/>
                    </a:cubicBezTo>
                    <a:lnTo>
                      <a:pt x="659" y="488"/>
                    </a:lnTo>
                    <a:cubicBezTo>
                      <a:pt x="657" y="490"/>
                      <a:pt x="655" y="491"/>
                      <a:pt x="652" y="491"/>
                    </a:cubicBezTo>
                    <a:cubicBezTo>
                      <a:pt x="649" y="491"/>
                      <a:pt x="647" y="490"/>
                      <a:pt x="645" y="488"/>
                    </a:cubicBezTo>
                    <a:lnTo>
                      <a:pt x="543" y="386"/>
                    </a:lnTo>
                    <a:cubicBezTo>
                      <a:pt x="539" y="383"/>
                      <a:pt x="539" y="376"/>
                      <a:pt x="543" y="372"/>
                    </a:cubicBezTo>
                    <a:lnTo>
                      <a:pt x="612" y="303"/>
                    </a:lnTo>
                    <a:cubicBezTo>
                      <a:pt x="614" y="301"/>
                      <a:pt x="617" y="300"/>
                      <a:pt x="619" y="300"/>
                    </a:cubicBezTo>
                    <a:cubicBezTo>
                      <a:pt x="622" y="300"/>
                      <a:pt x="624" y="301"/>
                      <a:pt x="626" y="303"/>
                    </a:cubicBezTo>
                    <a:lnTo>
                      <a:pt x="662" y="339"/>
                    </a:lnTo>
                    <a:lnTo>
                      <a:pt x="825" y="176"/>
                    </a:lnTo>
                    <a:lnTo>
                      <a:pt x="673" y="24"/>
                    </a:lnTo>
                    <a:lnTo>
                      <a:pt x="510" y="187"/>
                    </a:lnTo>
                    <a:lnTo>
                      <a:pt x="541" y="218"/>
                    </a:lnTo>
                    <a:cubicBezTo>
                      <a:pt x="545" y="221"/>
                      <a:pt x="545" y="228"/>
                      <a:pt x="541" y="232"/>
                    </a:cubicBezTo>
                    <a:lnTo>
                      <a:pt x="471" y="301"/>
                    </a:lnTo>
                    <a:cubicBezTo>
                      <a:pt x="467" y="305"/>
                      <a:pt x="461" y="305"/>
                      <a:pt x="457" y="301"/>
                    </a:cubicBezTo>
                    <a:lnTo>
                      <a:pt x="400" y="244"/>
                    </a:lnTo>
                    <a:lnTo>
                      <a:pt x="382" y="262"/>
                    </a:lnTo>
                    <a:lnTo>
                      <a:pt x="439" y="319"/>
                    </a:lnTo>
                    <a:cubicBezTo>
                      <a:pt x="441" y="321"/>
                      <a:pt x="442" y="324"/>
                      <a:pt x="442" y="326"/>
                    </a:cubicBezTo>
                    <a:lnTo>
                      <a:pt x="442" y="326"/>
                    </a:lnTo>
                    <a:cubicBezTo>
                      <a:pt x="442" y="329"/>
                      <a:pt x="441" y="331"/>
                      <a:pt x="439" y="333"/>
                    </a:cubicBezTo>
                    <a:lnTo>
                      <a:pt x="412" y="360"/>
                    </a:lnTo>
                    <a:cubicBezTo>
                      <a:pt x="408" y="364"/>
                      <a:pt x="402" y="364"/>
                      <a:pt x="398" y="360"/>
                    </a:cubicBezTo>
                    <a:lnTo>
                      <a:pt x="368" y="330"/>
                    </a:lnTo>
                    <a:close/>
                    <a:moveTo>
                      <a:pt x="0" y="675"/>
                    </a:moveTo>
                    <a:cubicBezTo>
                      <a:pt x="0" y="672"/>
                      <a:pt x="1" y="670"/>
                      <a:pt x="3" y="668"/>
                    </a:cubicBezTo>
                    <a:lnTo>
                      <a:pt x="361" y="309"/>
                    </a:lnTo>
                    <a:cubicBezTo>
                      <a:pt x="363" y="307"/>
                      <a:pt x="365" y="306"/>
                      <a:pt x="368" y="306"/>
                    </a:cubicBezTo>
                    <a:cubicBezTo>
                      <a:pt x="370" y="306"/>
                      <a:pt x="373" y="307"/>
                      <a:pt x="375" y="309"/>
                    </a:cubicBezTo>
                    <a:lnTo>
                      <a:pt x="405" y="339"/>
                    </a:lnTo>
                    <a:lnTo>
                      <a:pt x="418" y="326"/>
                    </a:lnTo>
                    <a:lnTo>
                      <a:pt x="361" y="269"/>
                    </a:lnTo>
                    <a:cubicBezTo>
                      <a:pt x="359" y="267"/>
                      <a:pt x="358" y="265"/>
                      <a:pt x="358" y="262"/>
                    </a:cubicBezTo>
                    <a:lnTo>
                      <a:pt x="358" y="262"/>
                    </a:lnTo>
                    <a:cubicBezTo>
                      <a:pt x="358" y="260"/>
                      <a:pt x="359" y="257"/>
                      <a:pt x="361" y="255"/>
                    </a:cubicBezTo>
                    <a:lnTo>
                      <a:pt x="393" y="223"/>
                    </a:lnTo>
                    <a:cubicBezTo>
                      <a:pt x="395" y="221"/>
                      <a:pt x="397" y="220"/>
                      <a:pt x="400" y="220"/>
                    </a:cubicBezTo>
                    <a:cubicBezTo>
                      <a:pt x="403" y="220"/>
                      <a:pt x="405" y="221"/>
                      <a:pt x="407" y="223"/>
                    </a:cubicBezTo>
                    <a:lnTo>
                      <a:pt x="464" y="280"/>
                    </a:lnTo>
                    <a:lnTo>
                      <a:pt x="520" y="225"/>
                    </a:lnTo>
                    <a:lnTo>
                      <a:pt x="489" y="194"/>
                    </a:lnTo>
                    <a:cubicBezTo>
                      <a:pt x="486" y="190"/>
                      <a:pt x="486" y="184"/>
                      <a:pt x="489" y="180"/>
                    </a:cubicBezTo>
                    <a:lnTo>
                      <a:pt x="666" y="3"/>
                    </a:lnTo>
                    <a:cubicBezTo>
                      <a:pt x="668" y="1"/>
                      <a:pt x="670" y="0"/>
                      <a:pt x="673" y="0"/>
                    </a:cubicBezTo>
                    <a:cubicBezTo>
                      <a:pt x="675" y="0"/>
                      <a:pt x="678" y="1"/>
                      <a:pt x="680" y="3"/>
                    </a:cubicBezTo>
                    <a:lnTo>
                      <a:pt x="846" y="169"/>
                    </a:lnTo>
                    <a:cubicBezTo>
                      <a:pt x="849" y="173"/>
                      <a:pt x="849" y="179"/>
                      <a:pt x="846" y="183"/>
                    </a:cubicBezTo>
                    <a:lnTo>
                      <a:pt x="669" y="360"/>
                    </a:lnTo>
                    <a:cubicBezTo>
                      <a:pt x="667" y="362"/>
                      <a:pt x="665" y="363"/>
                      <a:pt x="662" y="363"/>
                    </a:cubicBezTo>
                    <a:cubicBezTo>
                      <a:pt x="660" y="363"/>
                      <a:pt x="657" y="362"/>
                      <a:pt x="655" y="360"/>
                    </a:cubicBezTo>
                    <a:lnTo>
                      <a:pt x="619" y="324"/>
                    </a:lnTo>
                    <a:lnTo>
                      <a:pt x="564" y="379"/>
                    </a:lnTo>
                    <a:lnTo>
                      <a:pt x="652" y="467"/>
                    </a:lnTo>
                    <a:lnTo>
                      <a:pt x="707" y="412"/>
                    </a:lnTo>
                    <a:lnTo>
                      <a:pt x="677" y="381"/>
                    </a:lnTo>
                    <a:cubicBezTo>
                      <a:pt x="675" y="380"/>
                      <a:pt x="673" y="378"/>
                      <a:pt x="674" y="374"/>
                    </a:cubicBezTo>
                    <a:cubicBezTo>
                      <a:pt x="674" y="372"/>
                      <a:pt x="675" y="369"/>
                      <a:pt x="677" y="367"/>
                    </a:cubicBezTo>
                    <a:lnTo>
                      <a:pt x="853" y="190"/>
                    </a:lnTo>
                    <a:cubicBezTo>
                      <a:pt x="855" y="189"/>
                      <a:pt x="858" y="188"/>
                      <a:pt x="860" y="188"/>
                    </a:cubicBezTo>
                    <a:cubicBezTo>
                      <a:pt x="863" y="188"/>
                      <a:pt x="866" y="189"/>
                      <a:pt x="867" y="190"/>
                    </a:cubicBezTo>
                    <a:lnTo>
                      <a:pt x="1033" y="356"/>
                    </a:lnTo>
                    <a:cubicBezTo>
                      <a:pt x="1037" y="360"/>
                      <a:pt x="1037" y="366"/>
                      <a:pt x="1033" y="370"/>
                    </a:cubicBezTo>
                    <a:lnTo>
                      <a:pt x="857" y="547"/>
                    </a:lnTo>
                    <a:cubicBezTo>
                      <a:pt x="855" y="549"/>
                      <a:pt x="853" y="550"/>
                      <a:pt x="850" y="550"/>
                    </a:cubicBezTo>
                    <a:cubicBezTo>
                      <a:pt x="847" y="550"/>
                      <a:pt x="845" y="549"/>
                      <a:pt x="843" y="547"/>
                    </a:cubicBezTo>
                    <a:lnTo>
                      <a:pt x="812" y="517"/>
                    </a:lnTo>
                    <a:lnTo>
                      <a:pt x="757" y="572"/>
                    </a:lnTo>
                    <a:lnTo>
                      <a:pt x="845" y="660"/>
                    </a:lnTo>
                    <a:lnTo>
                      <a:pt x="900" y="604"/>
                    </a:lnTo>
                    <a:lnTo>
                      <a:pt x="870" y="574"/>
                    </a:lnTo>
                    <a:cubicBezTo>
                      <a:pt x="866" y="570"/>
                      <a:pt x="866" y="563"/>
                      <a:pt x="870" y="560"/>
                    </a:cubicBezTo>
                    <a:lnTo>
                      <a:pt x="1046" y="383"/>
                    </a:lnTo>
                    <a:cubicBezTo>
                      <a:pt x="1050" y="379"/>
                      <a:pt x="1056" y="379"/>
                      <a:pt x="1060" y="383"/>
                    </a:cubicBezTo>
                    <a:lnTo>
                      <a:pt x="1226" y="549"/>
                    </a:lnTo>
                    <a:cubicBezTo>
                      <a:pt x="1228" y="551"/>
                      <a:pt x="1229" y="553"/>
                      <a:pt x="1229" y="556"/>
                    </a:cubicBezTo>
                    <a:cubicBezTo>
                      <a:pt x="1229" y="558"/>
                      <a:pt x="1228" y="561"/>
                      <a:pt x="1226" y="563"/>
                    </a:cubicBezTo>
                    <a:lnTo>
                      <a:pt x="1212" y="577"/>
                    </a:lnTo>
                    <a:lnTo>
                      <a:pt x="1354" y="720"/>
                    </a:lnTo>
                    <a:cubicBezTo>
                      <a:pt x="1358" y="723"/>
                      <a:pt x="1358" y="730"/>
                      <a:pt x="1354" y="734"/>
                    </a:cubicBezTo>
                    <a:lnTo>
                      <a:pt x="1228" y="860"/>
                    </a:lnTo>
                    <a:cubicBezTo>
                      <a:pt x="1225" y="863"/>
                      <a:pt x="1218" y="863"/>
                      <a:pt x="1214" y="860"/>
                    </a:cubicBezTo>
                    <a:lnTo>
                      <a:pt x="1072" y="717"/>
                    </a:lnTo>
                    <a:lnTo>
                      <a:pt x="1050" y="740"/>
                    </a:lnTo>
                    <a:cubicBezTo>
                      <a:pt x="1046" y="743"/>
                      <a:pt x="1040" y="743"/>
                      <a:pt x="1036" y="740"/>
                    </a:cubicBezTo>
                    <a:lnTo>
                      <a:pt x="1000" y="704"/>
                    </a:lnTo>
                    <a:lnTo>
                      <a:pt x="944" y="759"/>
                    </a:lnTo>
                    <a:lnTo>
                      <a:pt x="1189" y="1004"/>
                    </a:lnTo>
                    <a:cubicBezTo>
                      <a:pt x="1193" y="1007"/>
                      <a:pt x="1193" y="1014"/>
                      <a:pt x="1189" y="1017"/>
                    </a:cubicBezTo>
                    <a:lnTo>
                      <a:pt x="1157" y="1050"/>
                    </a:lnTo>
                    <a:cubicBezTo>
                      <a:pt x="1153" y="1053"/>
                      <a:pt x="1147" y="1053"/>
                      <a:pt x="1143" y="1050"/>
                    </a:cubicBezTo>
                    <a:lnTo>
                      <a:pt x="898" y="806"/>
                    </a:lnTo>
                    <a:lnTo>
                      <a:pt x="885" y="818"/>
                    </a:lnTo>
                    <a:lnTo>
                      <a:pt x="921" y="854"/>
                    </a:lnTo>
                    <a:cubicBezTo>
                      <a:pt x="925" y="858"/>
                      <a:pt x="925" y="864"/>
                      <a:pt x="921" y="868"/>
                    </a:cubicBezTo>
                    <a:lnTo>
                      <a:pt x="563" y="1227"/>
                    </a:lnTo>
                    <a:cubicBezTo>
                      <a:pt x="559" y="1231"/>
                      <a:pt x="553" y="1231"/>
                      <a:pt x="549" y="1227"/>
                    </a:cubicBezTo>
                    <a:lnTo>
                      <a:pt x="383" y="1061"/>
                    </a:lnTo>
                    <a:cubicBezTo>
                      <a:pt x="381" y="1059"/>
                      <a:pt x="380" y="1057"/>
                      <a:pt x="380" y="1054"/>
                    </a:cubicBezTo>
                    <a:lnTo>
                      <a:pt x="380" y="1054"/>
                    </a:lnTo>
                    <a:cubicBezTo>
                      <a:pt x="380" y="1052"/>
                      <a:pt x="381" y="1049"/>
                      <a:pt x="383" y="1047"/>
                    </a:cubicBezTo>
                    <a:lnTo>
                      <a:pt x="741" y="688"/>
                    </a:lnTo>
                    <a:cubicBezTo>
                      <a:pt x="743" y="686"/>
                      <a:pt x="746" y="685"/>
                      <a:pt x="748" y="685"/>
                    </a:cubicBezTo>
                    <a:cubicBezTo>
                      <a:pt x="751" y="685"/>
                      <a:pt x="754" y="686"/>
                      <a:pt x="755" y="688"/>
                    </a:cubicBezTo>
                    <a:lnTo>
                      <a:pt x="786" y="719"/>
                    </a:lnTo>
                    <a:lnTo>
                      <a:pt x="799" y="706"/>
                    </a:lnTo>
                    <a:lnTo>
                      <a:pt x="711" y="618"/>
                    </a:lnTo>
                    <a:lnTo>
                      <a:pt x="698" y="631"/>
                    </a:lnTo>
                    <a:lnTo>
                      <a:pt x="728" y="662"/>
                    </a:lnTo>
                    <a:cubicBezTo>
                      <a:pt x="732" y="666"/>
                      <a:pt x="732" y="672"/>
                      <a:pt x="728" y="676"/>
                    </a:cubicBezTo>
                    <a:lnTo>
                      <a:pt x="370" y="1035"/>
                    </a:lnTo>
                    <a:cubicBezTo>
                      <a:pt x="366" y="1039"/>
                      <a:pt x="360" y="1039"/>
                      <a:pt x="356" y="1035"/>
                    </a:cubicBezTo>
                    <a:lnTo>
                      <a:pt x="190" y="869"/>
                    </a:lnTo>
                    <a:cubicBezTo>
                      <a:pt x="188" y="867"/>
                      <a:pt x="187" y="864"/>
                      <a:pt x="187" y="862"/>
                    </a:cubicBezTo>
                    <a:lnTo>
                      <a:pt x="187" y="862"/>
                    </a:lnTo>
                    <a:cubicBezTo>
                      <a:pt x="187" y="859"/>
                      <a:pt x="188" y="857"/>
                      <a:pt x="190" y="855"/>
                    </a:cubicBezTo>
                    <a:lnTo>
                      <a:pt x="548" y="496"/>
                    </a:lnTo>
                    <a:cubicBezTo>
                      <a:pt x="550" y="494"/>
                      <a:pt x="553" y="493"/>
                      <a:pt x="555" y="493"/>
                    </a:cubicBezTo>
                    <a:cubicBezTo>
                      <a:pt x="558" y="493"/>
                      <a:pt x="561" y="494"/>
                      <a:pt x="562" y="496"/>
                    </a:cubicBezTo>
                    <a:lnTo>
                      <a:pt x="593" y="526"/>
                    </a:lnTo>
                    <a:lnTo>
                      <a:pt x="606" y="514"/>
                    </a:lnTo>
                    <a:lnTo>
                      <a:pt x="518" y="426"/>
                    </a:lnTo>
                    <a:lnTo>
                      <a:pt x="505" y="439"/>
                    </a:lnTo>
                    <a:lnTo>
                      <a:pt x="541" y="474"/>
                    </a:lnTo>
                    <a:cubicBezTo>
                      <a:pt x="545" y="478"/>
                      <a:pt x="545" y="485"/>
                      <a:pt x="541" y="488"/>
                    </a:cubicBezTo>
                    <a:lnTo>
                      <a:pt x="182" y="847"/>
                    </a:lnTo>
                    <a:cubicBezTo>
                      <a:pt x="181" y="849"/>
                      <a:pt x="178" y="850"/>
                      <a:pt x="176" y="850"/>
                    </a:cubicBezTo>
                    <a:cubicBezTo>
                      <a:pt x="173" y="850"/>
                      <a:pt x="170" y="849"/>
                      <a:pt x="169" y="847"/>
                    </a:cubicBezTo>
                    <a:lnTo>
                      <a:pt x="3" y="682"/>
                    </a:lnTo>
                    <a:cubicBezTo>
                      <a:pt x="1" y="680"/>
                      <a:pt x="0" y="677"/>
                      <a:pt x="0" y="6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3" name="Freeform 142"/>
              <p:cNvSpPr>
                <a:spLocks noEditPoints="1"/>
              </p:cNvSpPr>
              <p:nvPr/>
            </p:nvSpPr>
            <p:spPr bwMode="auto">
              <a:xfrm>
                <a:off x="10577" y="1381"/>
                <a:ext cx="158" cy="157"/>
              </a:xfrm>
              <a:custGeom>
                <a:avLst/>
                <a:gdLst>
                  <a:gd name="T0" fmla="*/ 268 w 593"/>
                  <a:gd name="T1" fmla="*/ 24 h 590"/>
                  <a:gd name="T2" fmla="*/ 24 w 593"/>
                  <a:gd name="T3" fmla="*/ 258 h 590"/>
                  <a:gd name="T4" fmla="*/ 331 w 593"/>
                  <a:gd name="T5" fmla="*/ 565 h 590"/>
                  <a:gd name="T6" fmla="*/ 569 w 593"/>
                  <a:gd name="T7" fmla="*/ 329 h 590"/>
                  <a:gd name="T8" fmla="*/ 268 w 593"/>
                  <a:gd name="T9" fmla="*/ 24 h 590"/>
                  <a:gd name="T10" fmla="*/ 0 w 593"/>
                  <a:gd name="T11" fmla="*/ 258 h 590"/>
                  <a:gd name="T12" fmla="*/ 0 w 593"/>
                  <a:gd name="T13" fmla="*/ 257 h 590"/>
                  <a:gd name="T14" fmla="*/ 4 w 593"/>
                  <a:gd name="T15" fmla="*/ 250 h 590"/>
                  <a:gd name="T16" fmla="*/ 261 w 593"/>
                  <a:gd name="T17" fmla="*/ 3 h 590"/>
                  <a:gd name="T18" fmla="*/ 275 w 593"/>
                  <a:gd name="T19" fmla="*/ 4 h 590"/>
                  <a:gd name="T20" fmla="*/ 590 w 593"/>
                  <a:gd name="T21" fmla="*/ 322 h 590"/>
                  <a:gd name="T22" fmla="*/ 593 w 593"/>
                  <a:gd name="T23" fmla="*/ 329 h 590"/>
                  <a:gd name="T24" fmla="*/ 590 w 593"/>
                  <a:gd name="T25" fmla="*/ 336 h 590"/>
                  <a:gd name="T26" fmla="*/ 338 w 593"/>
                  <a:gd name="T27" fmla="*/ 586 h 590"/>
                  <a:gd name="T28" fmla="*/ 324 w 593"/>
                  <a:gd name="T29" fmla="*/ 586 h 590"/>
                  <a:gd name="T30" fmla="*/ 3 w 593"/>
                  <a:gd name="T31" fmla="*/ 265 h 590"/>
                  <a:gd name="T32" fmla="*/ 0 w 593"/>
                  <a:gd name="T33" fmla="*/ 25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93" h="590">
                    <a:moveTo>
                      <a:pt x="268" y="24"/>
                    </a:moveTo>
                    <a:lnTo>
                      <a:pt x="24" y="258"/>
                    </a:lnTo>
                    <a:lnTo>
                      <a:pt x="331" y="565"/>
                    </a:lnTo>
                    <a:lnTo>
                      <a:pt x="569" y="329"/>
                    </a:lnTo>
                    <a:lnTo>
                      <a:pt x="268" y="24"/>
                    </a:lnTo>
                    <a:close/>
                    <a:moveTo>
                      <a:pt x="0" y="258"/>
                    </a:moveTo>
                    <a:lnTo>
                      <a:pt x="0" y="257"/>
                    </a:lnTo>
                    <a:cubicBezTo>
                      <a:pt x="1" y="255"/>
                      <a:pt x="2" y="252"/>
                      <a:pt x="4" y="250"/>
                    </a:cubicBezTo>
                    <a:lnTo>
                      <a:pt x="261" y="3"/>
                    </a:lnTo>
                    <a:cubicBezTo>
                      <a:pt x="265" y="0"/>
                      <a:pt x="271" y="0"/>
                      <a:pt x="275" y="4"/>
                    </a:cubicBezTo>
                    <a:lnTo>
                      <a:pt x="590" y="322"/>
                    </a:lnTo>
                    <a:cubicBezTo>
                      <a:pt x="592" y="324"/>
                      <a:pt x="593" y="327"/>
                      <a:pt x="593" y="329"/>
                    </a:cubicBezTo>
                    <a:cubicBezTo>
                      <a:pt x="593" y="332"/>
                      <a:pt x="592" y="334"/>
                      <a:pt x="590" y="336"/>
                    </a:cubicBezTo>
                    <a:lnTo>
                      <a:pt x="338" y="586"/>
                    </a:lnTo>
                    <a:cubicBezTo>
                      <a:pt x="334" y="590"/>
                      <a:pt x="328" y="590"/>
                      <a:pt x="324" y="586"/>
                    </a:cubicBezTo>
                    <a:lnTo>
                      <a:pt x="3" y="265"/>
                    </a:lnTo>
                    <a:cubicBezTo>
                      <a:pt x="2" y="263"/>
                      <a:pt x="0" y="260"/>
                      <a:pt x="0" y="25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4" name="Freeform 143"/>
              <p:cNvSpPr>
                <a:spLocks noEditPoints="1"/>
              </p:cNvSpPr>
              <p:nvPr/>
            </p:nvSpPr>
            <p:spPr bwMode="auto">
              <a:xfrm>
                <a:off x="10674" y="1241"/>
                <a:ext cx="229" cy="230"/>
              </a:xfrm>
              <a:custGeom>
                <a:avLst/>
                <a:gdLst>
                  <a:gd name="T0" fmla="*/ 430 w 859"/>
                  <a:gd name="T1" fmla="*/ 23 h 863"/>
                  <a:gd name="T2" fmla="*/ 24 w 859"/>
                  <a:gd name="T3" fmla="*/ 431 h 863"/>
                  <a:gd name="T4" fmla="*/ 427 w 859"/>
                  <a:gd name="T5" fmla="*/ 838 h 863"/>
                  <a:gd name="T6" fmla="*/ 834 w 859"/>
                  <a:gd name="T7" fmla="*/ 436 h 863"/>
                  <a:gd name="T8" fmla="*/ 430 w 859"/>
                  <a:gd name="T9" fmla="*/ 23 h 863"/>
                  <a:gd name="T10" fmla="*/ 0 w 859"/>
                  <a:gd name="T11" fmla="*/ 431 h 863"/>
                  <a:gd name="T12" fmla="*/ 3 w 859"/>
                  <a:gd name="T13" fmla="*/ 424 h 863"/>
                  <a:gd name="T14" fmla="*/ 423 w 859"/>
                  <a:gd name="T15" fmla="*/ 2 h 863"/>
                  <a:gd name="T16" fmla="*/ 430 w 859"/>
                  <a:gd name="T17" fmla="*/ 0 h 863"/>
                  <a:gd name="T18" fmla="*/ 437 w 859"/>
                  <a:gd name="T19" fmla="*/ 3 h 863"/>
                  <a:gd name="T20" fmla="*/ 855 w 859"/>
                  <a:gd name="T21" fmla="*/ 430 h 863"/>
                  <a:gd name="T22" fmla="*/ 855 w 859"/>
                  <a:gd name="T23" fmla="*/ 443 h 863"/>
                  <a:gd name="T24" fmla="*/ 434 w 859"/>
                  <a:gd name="T25" fmla="*/ 859 h 863"/>
                  <a:gd name="T26" fmla="*/ 420 w 859"/>
                  <a:gd name="T27" fmla="*/ 859 h 863"/>
                  <a:gd name="T28" fmla="*/ 3 w 859"/>
                  <a:gd name="T29" fmla="*/ 438 h 863"/>
                  <a:gd name="T30" fmla="*/ 0 w 859"/>
                  <a:gd name="T31" fmla="*/ 431 h 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59" h="863">
                    <a:moveTo>
                      <a:pt x="430" y="23"/>
                    </a:moveTo>
                    <a:lnTo>
                      <a:pt x="24" y="431"/>
                    </a:lnTo>
                    <a:lnTo>
                      <a:pt x="427" y="838"/>
                    </a:lnTo>
                    <a:lnTo>
                      <a:pt x="834" y="436"/>
                    </a:lnTo>
                    <a:lnTo>
                      <a:pt x="430" y="23"/>
                    </a:lnTo>
                    <a:close/>
                    <a:moveTo>
                      <a:pt x="0" y="431"/>
                    </a:moveTo>
                    <a:cubicBezTo>
                      <a:pt x="0" y="428"/>
                      <a:pt x="1" y="426"/>
                      <a:pt x="3" y="424"/>
                    </a:cubicBezTo>
                    <a:lnTo>
                      <a:pt x="423" y="2"/>
                    </a:lnTo>
                    <a:cubicBezTo>
                      <a:pt x="425" y="1"/>
                      <a:pt x="428" y="0"/>
                      <a:pt x="430" y="0"/>
                    </a:cubicBezTo>
                    <a:cubicBezTo>
                      <a:pt x="433" y="0"/>
                      <a:pt x="435" y="1"/>
                      <a:pt x="437" y="3"/>
                    </a:cubicBezTo>
                    <a:lnTo>
                      <a:pt x="855" y="430"/>
                    </a:lnTo>
                    <a:cubicBezTo>
                      <a:pt x="859" y="433"/>
                      <a:pt x="859" y="440"/>
                      <a:pt x="855" y="443"/>
                    </a:cubicBezTo>
                    <a:lnTo>
                      <a:pt x="434" y="859"/>
                    </a:lnTo>
                    <a:cubicBezTo>
                      <a:pt x="430" y="863"/>
                      <a:pt x="424" y="863"/>
                      <a:pt x="420" y="859"/>
                    </a:cubicBezTo>
                    <a:lnTo>
                      <a:pt x="3" y="438"/>
                    </a:lnTo>
                    <a:cubicBezTo>
                      <a:pt x="1" y="436"/>
                      <a:pt x="0" y="434"/>
                      <a:pt x="0" y="43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5" name="Freeform 144"/>
              <p:cNvSpPr>
                <a:spLocks noEditPoints="1"/>
              </p:cNvSpPr>
              <p:nvPr/>
            </p:nvSpPr>
            <p:spPr bwMode="auto">
              <a:xfrm>
                <a:off x="10786" y="1369"/>
                <a:ext cx="211" cy="223"/>
              </a:xfrm>
              <a:custGeom>
                <a:avLst/>
                <a:gdLst>
                  <a:gd name="T0" fmla="*/ 477 w 795"/>
                  <a:gd name="T1" fmla="*/ 24 h 840"/>
                  <a:gd name="T2" fmla="*/ 24 w 795"/>
                  <a:gd name="T3" fmla="*/ 473 h 840"/>
                  <a:gd name="T4" fmla="*/ 222 w 795"/>
                  <a:gd name="T5" fmla="*/ 673 h 840"/>
                  <a:gd name="T6" fmla="*/ 222 w 795"/>
                  <a:gd name="T7" fmla="*/ 687 h 840"/>
                  <a:gd name="T8" fmla="*/ 174 w 795"/>
                  <a:gd name="T9" fmla="*/ 734 h 840"/>
                  <a:gd name="T10" fmla="*/ 255 w 795"/>
                  <a:gd name="T11" fmla="*/ 816 h 840"/>
                  <a:gd name="T12" fmla="*/ 771 w 795"/>
                  <a:gd name="T13" fmla="*/ 314 h 840"/>
                  <a:gd name="T14" fmla="*/ 477 w 795"/>
                  <a:gd name="T15" fmla="*/ 24 h 840"/>
                  <a:gd name="T16" fmla="*/ 0 w 795"/>
                  <a:gd name="T17" fmla="*/ 473 h 840"/>
                  <a:gd name="T18" fmla="*/ 3 w 795"/>
                  <a:gd name="T19" fmla="*/ 466 h 840"/>
                  <a:gd name="T20" fmla="*/ 471 w 795"/>
                  <a:gd name="T21" fmla="*/ 4 h 840"/>
                  <a:gd name="T22" fmla="*/ 484 w 795"/>
                  <a:gd name="T23" fmla="*/ 4 h 840"/>
                  <a:gd name="T24" fmla="*/ 792 w 795"/>
                  <a:gd name="T25" fmla="*/ 307 h 840"/>
                  <a:gd name="T26" fmla="*/ 795 w 795"/>
                  <a:gd name="T27" fmla="*/ 314 h 840"/>
                  <a:gd name="T28" fmla="*/ 792 w 795"/>
                  <a:gd name="T29" fmla="*/ 321 h 840"/>
                  <a:gd name="T30" fmla="*/ 262 w 795"/>
                  <a:gd name="T31" fmla="*/ 836 h 840"/>
                  <a:gd name="T32" fmla="*/ 248 w 795"/>
                  <a:gd name="T33" fmla="*/ 836 h 840"/>
                  <a:gd name="T34" fmla="*/ 153 w 795"/>
                  <a:gd name="T35" fmla="*/ 741 h 840"/>
                  <a:gd name="T36" fmla="*/ 154 w 795"/>
                  <a:gd name="T37" fmla="*/ 727 h 840"/>
                  <a:gd name="T38" fmla="*/ 201 w 795"/>
                  <a:gd name="T39" fmla="*/ 680 h 840"/>
                  <a:gd name="T40" fmla="*/ 3 w 795"/>
                  <a:gd name="T41" fmla="*/ 480 h 840"/>
                  <a:gd name="T42" fmla="*/ 0 w 795"/>
                  <a:gd name="T43" fmla="*/ 473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95" h="840">
                    <a:moveTo>
                      <a:pt x="477" y="24"/>
                    </a:moveTo>
                    <a:lnTo>
                      <a:pt x="24" y="473"/>
                    </a:lnTo>
                    <a:lnTo>
                      <a:pt x="222" y="673"/>
                    </a:lnTo>
                    <a:cubicBezTo>
                      <a:pt x="226" y="677"/>
                      <a:pt x="226" y="683"/>
                      <a:pt x="222" y="687"/>
                    </a:cubicBezTo>
                    <a:lnTo>
                      <a:pt x="174" y="734"/>
                    </a:lnTo>
                    <a:lnTo>
                      <a:pt x="255" y="816"/>
                    </a:lnTo>
                    <a:lnTo>
                      <a:pt x="771" y="314"/>
                    </a:lnTo>
                    <a:lnTo>
                      <a:pt x="477" y="24"/>
                    </a:lnTo>
                    <a:close/>
                    <a:moveTo>
                      <a:pt x="0" y="473"/>
                    </a:moveTo>
                    <a:cubicBezTo>
                      <a:pt x="0" y="471"/>
                      <a:pt x="1" y="468"/>
                      <a:pt x="3" y="466"/>
                    </a:cubicBezTo>
                    <a:lnTo>
                      <a:pt x="471" y="4"/>
                    </a:lnTo>
                    <a:cubicBezTo>
                      <a:pt x="474" y="0"/>
                      <a:pt x="481" y="0"/>
                      <a:pt x="484" y="4"/>
                    </a:cubicBezTo>
                    <a:lnTo>
                      <a:pt x="792" y="307"/>
                    </a:lnTo>
                    <a:cubicBezTo>
                      <a:pt x="794" y="308"/>
                      <a:pt x="795" y="311"/>
                      <a:pt x="795" y="314"/>
                    </a:cubicBezTo>
                    <a:cubicBezTo>
                      <a:pt x="795" y="316"/>
                      <a:pt x="794" y="319"/>
                      <a:pt x="792" y="321"/>
                    </a:cubicBezTo>
                    <a:lnTo>
                      <a:pt x="262" y="836"/>
                    </a:lnTo>
                    <a:cubicBezTo>
                      <a:pt x="258" y="840"/>
                      <a:pt x="252" y="840"/>
                      <a:pt x="248" y="836"/>
                    </a:cubicBezTo>
                    <a:lnTo>
                      <a:pt x="153" y="741"/>
                    </a:lnTo>
                    <a:cubicBezTo>
                      <a:pt x="150" y="737"/>
                      <a:pt x="150" y="731"/>
                      <a:pt x="154" y="727"/>
                    </a:cubicBezTo>
                    <a:lnTo>
                      <a:pt x="201" y="680"/>
                    </a:lnTo>
                    <a:lnTo>
                      <a:pt x="3" y="480"/>
                    </a:lnTo>
                    <a:cubicBezTo>
                      <a:pt x="1" y="478"/>
                      <a:pt x="0" y="476"/>
                      <a:pt x="0" y="47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6" name="Freeform 145"/>
              <p:cNvSpPr>
                <a:spLocks noEditPoints="1"/>
              </p:cNvSpPr>
              <p:nvPr/>
            </p:nvSpPr>
            <p:spPr bwMode="auto">
              <a:xfrm>
                <a:off x="10690" y="1506"/>
                <a:ext cx="139" cy="155"/>
              </a:xfrm>
              <a:custGeom>
                <a:avLst/>
                <a:gdLst>
                  <a:gd name="T0" fmla="*/ 208 w 524"/>
                  <a:gd name="T1" fmla="*/ 24 h 581"/>
                  <a:gd name="T2" fmla="*/ 24 w 524"/>
                  <a:gd name="T3" fmla="*/ 206 h 581"/>
                  <a:gd name="T4" fmla="*/ 361 w 524"/>
                  <a:gd name="T5" fmla="*/ 557 h 581"/>
                  <a:gd name="T6" fmla="*/ 500 w 524"/>
                  <a:gd name="T7" fmla="*/ 420 h 581"/>
                  <a:gd name="T8" fmla="*/ 255 w 524"/>
                  <a:gd name="T9" fmla="*/ 173 h 581"/>
                  <a:gd name="T10" fmla="*/ 255 w 524"/>
                  <a:gd name="T11" fmla="*/ 159 h 581"/>
                  <a:gd name="T12" fmla="*/ 298 w 524"/>
                  <a:gd name="T13" fmla="*/ 116 h 581"/>
                  <a:gd name="T14" fmla="*/ 208 w 524"/>
                  <a:gd name="T15" fmla="*/ 24 h 581"/>
                  <a:gd name="T16" fmla="*/ 0 w 524"/>
                  <a:gd name="T17" fmla="*/ 206 h 581"/>
                  <a:gd name="T18" fmla="*/ 3 w 524"/>
                  <a:gd name="T19" fmla="*/ 199 h 581"/>
                  <a:gd name="T20" fmla="*/ 201 w 524"/>
                  <a:gd name="T21" fmla="*/ 3 h 581"/>
                  <a:gd name="T22" fmla="*/ 208 w 524"/>
                  <a:gd name="T23" fmla="*/ 0 h 581"/>
                  <a:gd name="T24" fmla="*/ 215 w 524"/>
                  <a:gd name="T25" fmla="*/ 3 h 581"/>
                  <a:gd name="T26" fmla="*/ 319 w 524"/>
                  <a:gd name="T27" fmla="*/ 109 h 581"/>
                  <a:gd name="T28" fmla="*/ 319 w 524"/>
                  <a:gd name="T29" fmla="*/ 123 h 581"/>
                  <a:gd name="T30" fmla="*/ 276 w 524"/>
                  <a:gd name="T31" fmla="*/ 166 h 581"/>
                  <a:gd name="T32" fmla="*/ 520 w 524"/>
                  <a:gd name="T33" fmla="*/ 413 h 581"/>
                  <a:gd name="T34" fmla="*/ 520 w 524"/>
                  <a:gd name="T35" fmla="*/ 427 h 581"/>
                  <a:gd name="T36" fmla="*/ 368 w 524"/>
                  <a:gd name="T37" fmla="*/ 578 h 581"/>
                  <a:gd name="T38" fmla="*/ 361 w 524"/>
                  <a:gd name="T39" fmla="*/ 581 h 581"/>
                  <a:gd name="T40" fmla="*/ 354 w 524"/>
                  <a:gd name="T41" fmla="*/ 578 h 581"/>
                  <a:gd name="T42" fmla="*/ 3 w 524"/>
                  <a:gd name="T43" fmla="*/ 213 h 581"/>
                  <a:gd name="T44" fmla="*/ 0 w 524"/>
                  <a:gd name="T45" fmla="*/ 20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24" h="581">
                    <a:moveTo>
                      <a:pt x="208" y="24"/>
                    </a:moveTo>
                    <a:lnTo>
                      <a:pt x="24" y="206"/>
                    </a:lnTo>
                    <a:lnTo>
                      <a:pt x="361" y="557"/>
                    </a:lnTo>
                    <a:lnTo>
                      <a:pt x="500" y="420"/>
                    </a:lnTo>
                    <a:lnTo>
                      <a:pt x="255" y="173"/>
                    </a:lnTo>
                    <a:cubicBezTo>
                      <a:pt x="251" y="169"/>
                      <a:pt x="251" y="162"/>
                      <a:pt x="255" y="159"/>
                    </a:cubicBezTo>
                    <a:lnTo>
                      <a:pt x="298" y="116"/>
                    </a:lnTo>
                    <a:lnTo>
                      <a:pt x="208" y="24"/>
                    </a:lnTo>
                    <a:close/>
                    <a:moveTo>
                      <a:pt x="0" y="206"/>
                    </a:moveTo>
                    <a:cubicBezTo>
                      <a:pt x="0" y="203"/>
                      <a:pt x="1" y="201"/>
                      <a:pt x="3" y="199"/>
                    </a:cubicBezTo>
                    <a:lnTo>
                      <a:pt x="201" y="3"/>
                    </a:lnTo>
                    <a:cubicBezTo>
                      <a:pt x="203" y="1"/>
                      <a:pt x="205" y="0"/>
                      <a:pt x="208" y="0"/>
                    </a:cubicBezTo>
                    <a:cubicBezTo>
                      <a:pt x="210" y="0"/>
                      <a:pt x="213" y="1"/>
                      <a:pt x="215" y="3"/>
                    </a:cubicBezTo>
                    <a:lnTo>
                      <a:pt x="319" y="109"/>
                    </a:lnTo>
                    <a:cubicBezTo>
                      <a:pt x="323" y="113"/>
                      <a:pt x="323" y="119"/>
                      <a:pt x="319" y="123"/>
                    </a:cubicBezTo>
                    <a:lnTo>
                      <a:pt x="276" y="166"/>
                    </a:lnTo>
                    <a:lnTo>
                      <a:pt x="520" y="413"/>
                    </a:lnTo>
                    <a:cubicBezTo>
                      <a:pt x="524" y="417"/>
                      <a:pt x="524" y="423"/>
                      <a:pt x="520" y="427"/>
                    </a:cubicBezTo>
                    <a:lnTo>
                      <a:pt x="368" y="578"/>
                    </a:lnTo>
                    <a:cubicBezTo>
                      <a:pt x="366" y="580"/>
                      <a:pt x="364" y="581"/>
                      <a:pt x="361" y="581"/>
                    </a:cubicBezTo>
                    <a:cubicBezTo>
                      <a:pt x="359" y="581"/>
                      <a:pt x="356" y="580"/>
                      <a:pt x="354" y="578"/>
                    </a:cubicBezTo>
                    <a:lnTo>
                      <a:pt x="3" y="213"/>
                    </a:lnTo>
                    <a:cubicBezTo>
                      <a:pt x="1" y="211"/>
                      <a:pt x="0" y="208"/>
                      <a:pt x="0" y="20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7" name="Freeform 146"/>
              <p:cNvSpPr>
                <a:spLocks noEditPoints="1"/>
              </p:cNvSpPr>
              <p:nvPr/>
            </p:nvSpPr>
            <p:spPr bwMode="auto">
              <a:xfrm>
                <a:off x="11532" y="1081"/>
                <a:ext cx="180" cy="180"/>
              </a:xfrm>
              <a:custGeom>
                <a:avLst/>
                <a:gdLst>
                  <a:gd name="T0" fmla="*/ 181 w 678"/>
                  <a:gd name="T1" fmla="*/ 24 h 678"/>
                  <a:gd name="T2" fmla="*/ 23 w 678"/>
                  <a:gd name="T3" fmla="*/ 181 h 678"/>
                  <a:gd name="T4" fmla="*/ 497 w 678"/>
                  <a:gd name="T5" fmla="*/ 654 h 678"/>
                  <a:gd name="T6" fmla="*/ 654 w 678"/>
                  <a:gd name="T7" fmla="*/ 496 h 678"/>
                  <a:gd name="T8" fmla="*/ 181 w 678"/>
                  <a:gd name="T9" fmla="*/ 24 h 678"/>
                  <a:gd name="T10" fmla="*/ 0 w 678"/>
                  <a:gd name="T11" fmla="*/ 181 h 678"/>
                  <a:gd name="T12" fmla="*/ 2 w 678"/>
                  <a:gd name="T13" fmla="*/ 174 h 678"/>
                  <a:gd name="T14" fmla="*/ 174 w 678"/>
                  <a:gd name="T15" fmla="*/ 3 h 678"/>
                  <a:gd name="T16" fmla="*/ 181 w 678"/>
                  <a:gd name="T17" fmla="*/ 0 h 678"/>
                  <a:gd name="T18" fmla="*/ 187 w 678"/>
                  <a:gd name="T19" fmla="*/ 3 h 678"/>
                  <a:gd name="T20" fmla="*/ 675 w 678"/>
                  <a:gd name="T21" fmla="*/ 489 h 678"/>
                  <a:gd name="T22" fmla="*/ 675 w 678"/>
                  <a:gd name="T23" fmla="*/ 503 h 678"/>
                  <a:gd name="T24" fmla="*/ 504 w 678"/>
                  <a:gd name="T25" fmla="*/ 675 h 678"/>
                  <a:gd name="T26" fmla="*/ 497 w 678"/>
                  <a:gd name="T27" fmla="*/ 678 h 678"/>
                  <a:gd name="T28" fmla="*/ 490 w 678"/>
                  <a:gd name="T29" fmla="*/ 675 h 678"/>
                  <a:gd name="T30" fmla="*/ 2 w 678"/>
                  <a:gd name="T31" fmla="*/ 188 h 678"/>
                  <a:gd name="T32" fmla="*/ 0 w 678"/>
                  <a:gd name="T33" fmla="*/ 181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78" h="678">
                    <a:moveTo>
                      <a:pt x="181" y="24"/>
                    </a:moveTo>
                    <a:lnTo>
                      <a:pt x="23" y="181"/>
                    </a:lnTo>
                    <a:lnTo>
                      <a:pt x="497" y="654"/>
                    </a:lnTo>
                    <a:lnTo>
                      <a:pt x="654" y="496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0" y="176"/>
                      <a:pt x="2" y="174"/>
                    </a:cubicBezTo>
                    <a:lnTo>
                      <a:pt x="174" y="3"/>
                    </a:lnTo>
                    <a:cubicBezTo>
                      <a:pt x="175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7" y="3"/>
                    </a:cubicBezTo>
                    <a:lnTo>
                      <a:pt x="675" y="489"/>
                    </a:lnTo>
                    <a:cubicBezTo>
                      <a:pt x="678" y="493"/>
                      <a:pt x="678" y="500"/>
                      <a:pt x="675" y="503"/>
                    </a:cubicBezTo>
                    <a:lnTo>
                      <a:pt x="504" y="675"/>
                    </a:lnTo>
                    <a:cubicBezTo>
                      <a:pt x="502" y="677"/>
                      <a:pt x="499" y="678"/>
                      <a:pt x="497" y="678"/>
                    </a:cubicBezTo>
                    <a:cubicBezTo>
                      <a:pt x="494" y="678"/>
                      <a:pt x="492" y="677"/>
                      <a:pt x="490" y="675"/>
                    </a:cubicBezTo>
                    <a:lnTo>
                      <a:pt x="2" y="188"/>
                    </a:lnTo>
                    <a:cubicBezTo>
                      <a:pt x="0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8" name="Freeform 147"/>
              <p:cNvSpPr>
                <a:spLocks noEditPoints="1"/>
              </p:cNvSpPr>
              <p:nvPr/>
            </p:nvSpPr>
            <p:spPr bwMode="auto">
              <a:xfrm>
                <a:off x="10208" y="700"/>
                <a:ext cx="60" cy="61"/>
              </a:xfrm>
              <a:custGeom>
                <a:avLst/>
                <a:gdLst>
                  <a:gd name="T0" fmla="*/ 109 w 224"/>
                  <a:gd name="T1" fmla="*/ 48 h 228"/>
                  <a:gd name="T2" fmla="*/ 107 w 224"/>
                  <a:gd name="T3" fmla="*/ 55 h 228"/>
                  <a:gd name="T4" fmla="*/ 100 w 224"/>
                  <a:gd name="T5" fmla="*/ 58 h 228"/>
                  <a:gd name="T6" fmla="*/ 21 w 224"/>
                  <a:gd name="T7" fmla="*/ 68 h 228"/>
                  <a:gd name="T8" fmla="*/ 33 w 224"/>
                  <a:gd name="T9" fmla="*/ 164 h 228"/>
                  <a:gd name="T10" fmla="*/ 108 w 224"/>
                  <a:gd name="T11" fmla="*/ 156 h 228"/>
                  <a:gd name="T12" fmla="*/ 119 w 224"/>
                  <a:gd name="T13" fmla="*/ 164 h 228"/>
                  <a:gd name="T14" fmla="*/ 125 w 224"/>
                  <a:gd name="T15" fmla="*/ 207 h 228"/>
                  <a:gd name="T16" fmla="*/ 202 w 224"/>
                  <a:gd name="T17" fmla="*/ 198 h 228"/>
                  <a:gd name="T18" fmla="*/ 191 w 224"/>
                  <a:gd name="T19" fmla="*/ 101 h 228"/>
                  <a:gd name="T20" fmla="*/ 140 w 224"/>
                  <a:gd name="T21" fmla="*/ 107 h 228"/>
                  <a:gd name="T22" fmla="*/ 133 w 224"/>
                  <a:gd name="T23" fmla="*/ 108 h 228"/>
                  <a:gd name="T24" fmla="*/ 126 w 224"/>
                  <a:gd name="T25" fmla="*/ 100 h 228"/>
                  <a:gd name="T26" fmla="*/ 117 w 224"/>
                  <a:gd name="T27" fmla="*/ 22 h 228"/>
                  <a:gd name="T28" fmla="*/ 106 w 224"/>
                  <a:gd name="T29" fmla="*/ 23 h 228"/>
                  <a:gd name="T30" fmla="*/ 109 w 224"/>
                  <a:gd name="T31" fmla="*/ 47 h 228"/>
                  <a:gd name="T32" fmla="*/ 109 w 224"/>
                  <a:gd name="T33" fmla="*/ 48 h 228"/>
                  <a:gd name="T34" fmla="*/ 0 w 224"/>
                  <a:gd name="T35" fmla="*/ 59 h 228"/>
                  <a:gd name="T36" fmla="*/ 9 w 224"/>
                  <a:gd name="T37" fmla="*/ 49 h 228"/>
                  <a:gd name="T38" fmla="*/ 88 w 224"/>
                  <a:gd name="T39" fmla="*/ 40 h 228"/>
                  <a:gd name="T40" fmla="*/ 85 w 224"/>
                  <a:gd name="T41" fmla="*/ 16 h 228"/>
                  <a:gd name="T42" fmla="*/ 87 w 224"/>
                  <a:gd name="T43" fmla="*/ 8 h 228"/>
                  <a:gd name="T44" fmla="*/ 94 w 224"/>
                  <a:gd name="T45" fmla="*/ 5 h 228"/>
                  <a:gd name="T46" fmla="*/ 124 w 224"/>
                  <a:gd name="T47" fmla="*/ 1 h 228"/>
                  <a:gd name="T48" fmla="*/ 135 w 224"/>
                  <a:gd name="T49" fmla="*/ 10 h 228"/>
                  <a:gd name="T50" fmla="*/ 144 w 224"/>
                  <a:gd name="T51" fmla="*/ 87 h 228"/>
                  <a:gd name="T52" fmla="*/ 198 w 224"/>
                  <a:gd name="T53" fmla="*/ 80 h 228"/>
                  <a:gd name="T54" fmla="*/ 206 w 224"/>
                  <a:gd name="T55" fmla="*/ 82 h 228"/>
                  <a:gd name="T56" fmla="*/ 209 w 224"/>
                  <a:gd name="T57" fmla="*/ 89 h 228"/>
                  <a:gd name="T58" fmla="*/ 223 w 224"/>
                  <a:gd name="T59" fmla="*/ 205 h 228"/>
                  <a:gd name="T60" fmla="*/ 214 w 224"/>
                  <a:gd name="T61" fmla="*/ 216 h 228"/>
                  <a:gd name="T62" fmla="*/ 117 w 224"/>
                  <a:gd name="T63" fmla="*/ 228 h 228"/>
                  <a:gd name="T64" fmla="*/ 110 w 224"/>
                  <a:gd name="T65" fmla="*/ 226 h 228"/>
                  <a:gd name="T66" fmla="*/ 106 w 224"/>
                  <a:gd name="T67" fmla="*/ 219 h 228"/>
                  <a:gd name="T68" fmla="*/ 101 w 224"/>
                  <a:gd name="T69" fmla="*/ 176 h 228"/>
                  <a:gd name="T70" fmla="*/ 25 w 224"/>
                  <a:gd name="T71" fmla="*/ 185 h 228"/>
                  <a:gd name="T72" fmla="*/ 18 w 224"/>
                  <a:gd name="T73" fmla="*/ 183 h 228"/>
                  <a:gd name="T74" fmla="*/ 14 w 224"/>
                  <a:gd name="T75" fmla="*/ 177 h 228"/>
                  <a:gd name="T76" fmla="*/ 0 w 224"/>
                  <a:gd name="T77" fmla="*/ 60 h 228"/>
                  <a:gd name="T78" fmla="*/ 0 w 224"/>
                  <a:gd name="T79" fmla="*/ 5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4" h="228">
                    <a:moveTo>
                      <a:pt x="109" y="48"/>
                    </a:moveTo>
                    <a:cubicBezTo>
                      <a:pt x="109" y="51"/>
                      <a:pt x="108" y="53"/>
                      <a:pt x="107" y="55"/>
                    </a:cubicBezTo>
                    <a:cubicBezTo>
                      <a:pt x="105" y="57"/>
                      <a:pt x="103" y="58"/>
                      <a:pt x="100" y="58"/>
                    </a:cubicBezTo>
                    <a:lnTo>
                      <a:pt x="21" y="68"/>
                    </a:lnTo>
                    <a:lnTo>
                      <a:pt x="33" y="164"/>
                    </a:lnTo>
                    <a:lnTo>
                      <a:pt x="108" y="156"/>
                    </a:lnTo>
                    <a:cubicBezTo>
                      <a:pt x="114" y="155"/>
                      <a:pt x="119" y="159"/>
                      <a:pt x="119" y="164"/>
                    </a:cubicBezTo>
                    <a:lnTo>
                      <a:pt x="125" y="207"/>
                    </a:lnTo>
                    <a:lnTo>
                      <a:pt x="202" y="198"/>
                    </a:lnTo>
                    <a:lnTo>
                      <a:pt x="191" y="101"/>
                    </a:lnTo>
                    <a:lnTo>
                      <a:pt x="140" y="107"/>
                    </a:lnTo>
                    <a:cubicBezTo>
                      <a:pt x="138" y="108"/>
                      <a:pt x="135" y="108"/>
                      <a:pt x="133" y="108"/>
                    </a:cubicBezTo>
                    <a:cubicBezTo>
                      <a:pt x="130" y="106"/>
                      <a:pt x="126" y="104"/>
                      <a:pt x="126" y="100"/>
                    </a:cubicBezTo>
                    <a:lnTo>
                      <a:pt x="117" y="22"/>
                    </a:lnTo>
                    <a:lnTo>
                      <a:pt x="106" y="23"/>
                    </a:lnTo>
                    <a:lnTo>
                      <a:pt x="109" y="47"/>
                    </a:lnTo>
                    <a:cubicBezTo>
                      <a:pt x="109" y="48"/>
                      <a:pt x="109" y="48"/>
                      <a:pt x="109" y="48"/>
                    </a:cubicBezTo>
                    <a:close/>
                    <a:moveTo>
                      <a:pt x="0" y="59"/>
                    </a:moveTo>
                    <a:cubicBezTo>
                      <a:pt x="0" y="54"/>
                      <a:pt x="4" y="50"/>
                      <a:pt x="9" y="49"/>
                    </a:cubicBezTo>
                    <a:lnTo>
                      <a:pt x="88" y="40"/>
                    </a:lnTo>
                    <a:lnTo>
                      <a:pt x="85" y="16"/>
                    </a:lnTo>
                    <a:cubicBezTo>
                      <a:pt x="85" y="13"/>
                      <a:pt x="86" y="10"/>
                      <a:pt x="87" y="8"/>
                    </a:cubicBezTo>
                    <a:cubicBezTo>
                      <a:pt x="89" y="6"/>
                      <a:pt x="91" y="5"/>
                      <a:pt x="94" y="5"/>
                    </a:cubicBezTo>
                    <a:lnTo>
                      <a:pt x="124" y="1"/>
                    </a:lnTo>
                    <a:cubicBezTo>
                      <a:pt x="129" y="0"/>
                      <a:pt x="134" y="4"/>
                      <a:pt x="135" y="10"/>
                    </a:cubicBezTo>
                    <a:lnTo>
                      <a:pt x="144" y="87"/>
                    </a:lnTo>
                    <a:lnTo>
                      <a:pt x="198" y="80"/>
                    </a:lnTo>
                    <a:cubicBezTo>
                      <a:pt x="201" y="80"/>
                      <a:pt x="204" y="81"/>
                      <a:pt x="206" y="82"/>
                    </a:cubicBezTo>
                    <a:cubicBezTo>
                      <a:pt x="208" y="84"/>
                      <a:pt x="209" y="86"/>
                      <a:pt x="209" y="89"/>
                    </a:cubicBezTo>
                    <a:lnTo>
                      <a:pt x="223" y="205"/>
                    </a:lnTo>
                    <a:cubicBezTo>
                      <a:pt x="224" y="211"/>
                      <a:pt x="220" y="216"/>
                      <a:pt x="214" y="216"/>
                    </a:cubicBezTo>
                    <a:lnTo>
                      <a:pt x="117" y="228"/>
                    </a:lnTo>
                    <a:cubicBezTo>
                      <a:pt x="115" y="228"/>
                      <a:pt x="112" y="228"/>
                      <a:pt x="110" y="226"/>
                    </a:cubicBezTo>
                    <a:cubicBezTo>
                      <a:pt x="108" y="224"/>
                      <a:pt x="107" y="222"/>
                      <a:pt x="106" y="219"/>
                    </a:cubicBezTo>
                    <a:lnTo>
                      <a:pt x="101" y="176"/>
                    </a:lnTo>
                    <a:lnTo>
                      <a:pt x="25" y="185"/>
                    </a:lnTo>
                    <a:cubicBezTo>
                      <a:pt x="22" y="186"/>
                      <a:pt x="20" y="185"/>
                      <a:pt x="18" y="183"/>
                    </a:cubicBezTo>
                    <a:cubicBezTo>
                      <a:pt x="16" y="182"/>
                      <a:pt x="14" y="179"/>
                      <a:pt x="14" y="177"/>
                    </a:cubicBezTo>
                    <a:lnTo>
                      <a:pt x="0" y="60"/>
                    </a:lnTo>
                    <a:cubicBezTo>
                      <a:pt x="0" y="60"/>
                      <a:pt x="0" y="59"/>
                      <a:pt x="0" y="5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9" name="Freeform 148"/>
              <p:cNvSpPr>
                <a:spLocks noEditPoints="1"/>
              </p:cNvSpPr>
              <p:nvPr/>
            </p:nvSpPr>
            <p:spPr bwMode="auto">
              <a:xfrm>
                <a:off x="10309" y="809"/>
                <a:ext cx="111" cy="66"/>
              </a:xfrm>
              <a:custGeom>
                <a:avLst/>
                <a:gdLst>
                  <a:gd name="T0" fmla="*/ 133 w 416"/>
                  <a:gd name="T1" fmla="*/ 60 h 249"/>
                  <a:gd name="T2" fmla="*/ 130 w 416"/>
                  <a:gd name="T3" fmla="*/ 67 h 249"/>
                  <a:gd name="T4" fmla="*/ 123 w 416"/>
                  <a:gd name="T5" fmla="*/ 70 h 249"/>
                  <a:gd name="T6" fmla="*/ 20 w 416"/>
                  <a:gd name="T7" fmla="*/ 72 h 249"/>
                  <a:gd name="T8" fmla="*/ 22 w 416"/>
                  <a:gd name="T9" fmla="*/ 190 h 249"/>
                  <a:gd name="T10" fmla="*/ 115 w 416"/>
                  <a:gd name="T11" fmla="*/ 188 h 249"/>
                  <a:gd name="T12" fmla="*/ 125 w 416"/>
                  <a:gd name="T13" fmla="*/ 198 h 249"/>
                  <a:gd name="T14" fmla="*/ 126 w 416"/>
                  <a:gd name="T15" fmla="*/ 229 h 249"/>
                  <a:gd name="T16" fmla="*/ 275 w 416"/>
                  <a:gd name="T17" fmla="*/ 227 h 249"/>
                  <a:gd name="T18" fmla="*/ 275 w 416"/>
                  <a:gd name="T19" fmla="*/ 195 h 249"/>
                  <a:gd name="T20" fmla="*/ 284 w 416"/>
                  <a:gd name="T21" fmla="*/ 185 h 249"/>
                  <a:gd name="T22" fmla="*/ 396 w 416"/>
                  <a:gd name="T23" fmla="*/ 183 h 249"/>
                  <a:gd name="T24" fmla="*/ 394 w 416"/>
                  <a:gd name="T25" fmla="*/ 62 h 249"/>
                  <a:gd name="T26" fmla="*/ 309 w 416"/>
                  <a:gd name="T27" fmla="*/ 64 h 249"/>
                  <a:gd name="T28" fmla="*/ 302 w 416"/>
                  <a:gd name="T29" fmla="*/ 61 h 249"/>
                  <a:gd name="T30" fmla="*/ 299 w 416"/>
                  <a:gd name="T31" fmla="*/ 54 h 249"/>
                  <a:gd name="T32" fmla="*/ 299 w 416"/>
                  <a:gd name="T33" fmla="*/ 20 h 249"/>
                  <a:gd name="T34" fmla="*/ 286 w 416"/>
                  <a:gd name="T35" fmla="*/ 20 h 249"/>
                  <a:gd name="T36" fmla="*/ 287 w 416"/>
                  <a:gd name="T37" fmla="*/ 93 h 249"/>
                  <a:gd name="T38" fmla="*/ 278 w 416"/>
                  <a:gd name="T39" fmla="*/ 103 h 249"/>
                  <a:gd name="T40" fmla="*/ 149 w 416"/>
                  <a:gd name="T41" fmla="*/ 105 h 249"/>
                  <a:gd name="T42" fmla="*/ 142 w 416"/>
                  <a:gd name="T43" fmla="*/ 103 h 249"/>
                  <a:gd name="T44" fmla="*/ 139 w 416"/>
                  <a:gd name="T45" fmla="*/ 96 h 249"/>
                  <a:gd name="T46" fmla="*/ 137 w 416"/>
                  <a:gd name="T47" fmla="*/ 28 h 249"/>
                  <a:gd name="T48" fmla="*/ 132 w 416"/>
                  <a:gd name="T49" fmla="*/ 28 h 249"/>
                  <a:gd name="T50" fmla="*/ 133 w 416"/>
                  <a:gd name="T51" fmla="*/ 60 h 249"/>
                  <a:gd name="T52" fmla="*/ 0 w 416"/>
                  <a:gd name="T53" fmla="*/ 62 h 249"/>
                  <a:gd name="T54" fmla="*/ 2 w 416"/>
                  <a:gd name="T55" fmla="*/ 55 h 249"/>
                  <a:gd name="T56" fmla="*/ 9 w 416"/>
                  <a:gd name="T57" fmla="*/ 52 h 249"/>
                  <a:gd name="T58" fmla="*/ 113 w 416"/>
                  <a:gd name="T59" fmla="*/ 50 h 249"/>
                  <a:gd name="T60" fmla="*/ 112 w 416"/>
                  <a:gd name="T61" fmla="*/ 18 h 249"/>
                  <a:gd name="T62" fmla="*/ 112 w 416"/>
                  <a:gd name="T63" fmla="*/ 18 h 249"/>
                  <a:gd name="T64" fmla="*/ 115 w 416"/>
                  <a:gd name="T65" fmla="*/ 11 h 249"/>
                  <a:gd name="T66" fmla="*/ 122 w 416"/>
                  <a:gd name="T67" fmla="*/ 8 h 249"/>
                  <a:gd name="T68" fmla="*/ 147 w 416"/>
                  <a:gd name="T69" fmla="*/ 8 h 249"/>
                  <a:gd name="T70" fmla="*/ 157 w 416"/>
                  <a:gd name="T71" fmla="*/ 18 h 249"/>
                  <a:gd name="T72" fmla="*/ 158 w 416"/>
                  <a:gd name="T73" fmla="*/ 86 h 249"/>
                  <a:gd name="T74" fmla="*/ 267 w 416"/>
                  <a:gd name="T75" fmla="*/ 83 h 249"/>
                  <a:gd name="T76" fmla="*/ 266 w 416"/>
                  <a:gd name="T77" fmla="*/ 10 h 249"/>
                  <a:gd name="T78" fmla="*/ 276 w 416"/>
                  <a:gd name="T79" fmla="*/ 0 h 249"/>
                  <a:gd name="T80" fmla="*/ 308 w 416"/>
                  <a:gd name="T81" fmla="*/ 0 h 249"/>
                  <a:gd name="T82" fmla="*/ 315 w 416"/>
                  <a:gd name="T83" fmla="*/ 2 h 249"/>
                  <a:gd name="T84" fmla="*/ 318 w 416"/>
                  <a:gd name="T85" fmla="*/ 9 h 249"/>
                  <a:gd name="T86" fmla="*/ 319 w 416"/>
                  <a:gd name="T87" fmla="*/ 44 h 249"/>
                  <a:gd name="T88" fmla="*/ 403 w 416"/>
                  <a:gd name="T89" fmla="*/ 42 h 249"/>
                  <a:gd name="T90" fmla="*/ 410 w 416"/>
                  <a:gd name="T91" fmla="*/ 45 h 249"/>
                  <a:gd name="T92" fmla="*/ 413 w 416"/>
                  <a:gd name="T93" fmla="*/ 52 h 249"/>
                  <a:gd name="T94" fmla="*/ 416 w 416"/>
                  <a:gd name="T95" fmla="*/ 193 h 249"/>
                  <a:gd name="T96" fmla="*/ 413 w 416"/>
                  <a:gd name="T97" fmla="*/ 200 h 249"/>
                  <a:gd name="T98" fmla="*/ 406 w 416"/>
                  <a:gd name="T99" fmla="*/ 203 h 249"/>
                  <a:gd name="T100" fmla="*/ 295 w 416"/>
                  <a:gd name="T101" fmla="*/ 205 h 249"/>
                  <a:gd name="T102" fmla="*/ 295 w 416"/>
                  <a:gd name="T103" fmla="*/ 236 h 249"/>
                  <a:gd name="T104" fmla="*/ 286 w 416"/>
                  <a:gd name="T105" fmla="*/ 246 h 249"/>
                  <a:gd name="T106" fmla="*/ 116 w 416"/>
                  <a:gd name="T107" fmla="*/ 249 h 249"/>
                  <a:gd name="T108" fmla="*/ 106 w 416"/>
                  <a:gd name="T109" fmla="*/ 240 h 249"/>
                  <a:gd name="T110" fmla="*/ 105 w 416"/>
                  <a:gd name="T111" fmla="*/ 208 h 249"/>
                  <a:gd name="T112" fmla="*/ 12 w 416"/>
                  <a:gd name="T113" fmla="*/ 210 h 249"/>
                  <a:gd name="T114" fmla="*/ 5 w 416"/>
                  <a:gd name="T115" fmla="*/ 207 h 249"/>
                  <a:gd name="T116" fmla="*/ 2 w 416"/>
                  <a:gd name="T117" fmla="*/ 200 h 249"/>
                  <a:gd name="T118" fmla="*/ 0 w 416"/>
                  <a:gd name="T119" fmla="*/ 6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16" h="249">
                    <a:moveTo>
                      <a:pt x="133" y="60"/>
                    </a:moveTo>
                    <a:cubicBezTo>
                      <a:pt x="133" y="62"/>
                      <a:pt x="132" y="65"/>
                      <a:pt x="130" y="67"/>
                    </a:cubicBezTo>
                    <a:cubicBezTo>
                      <a:pt x="128" y="69"/>
                      <a:pt x="126" y="70"/>
                      <a:pt x="123" y="70"/>
                    </a:cubicBezTo>
                    <a:lnTo>
                      <a:pt x="20" y="72"/>
                    </a:lnTo>
                    <a:lnTo>
                      <a:pt x="22" y="190"/>
                    </a:lnTo>
                    <a:lnTo>
                      <a:pt x="115" y="188"/>
                    </a:lnTo>
                    <a:cubicBezTo>
                      <a:pt x="120" y="188"/>
                      <a:pt x="125" y="192"/>
                      <a:pt x="125" y="198"/>
                    </a:cubicBezTo>
                    <a:lnTo>
                      <a:pt x="126" y="229"/>
                    </a:lnTo>
                    <a:lnTo>
                      <a:pt x="275" y="227"/>
                    </a:lnTo>
                    <a:lnTo>
                      <a:pt x="275" y="195"/>
                    </a:lnTo>
                    <a:cubicBezTo>
                      <a:pt x="275" y="190"/>
                      <a:pt x="279" y="185"/>
                      <a:pt x="284" y="185"/>
                    </a:cubicBezTo>
                    <a:lnTo>
                      <a:pt x="396" y="183"/>
                    </a:lnTo>
                    <a:lnTo>
                      <a:pt x="394" y="62"/>
                    </a:lnTo>
                    <a:lnTo>
                      <a:pt x="309" y="64"/>
                    </a:lnTo>
                    <a:cubicBezTo>
                      <a:pt x="307" y="64"/>
                      <a:pt x="304" y="63"/>
                      <a:pt x="302" y="61"/>
                    </a:cubicBezTo>
                    <a:cubicBezTo>
                      <a:pt x="300" y="59"/>
                      <a:pt x="299" y="56"/>
                      <a:pt x="299" y="54"/>
                    </a:cubicBezTo>
                    <a:lnTo>
                      <a:pt x="299" y="20"/>
                    </a:lnTo>
                    <a:lnTo>
                      <a:pt x="286" y="20"/>
                    </a:lnTo>
                    <a:lnTo>
                      <a:pt x="287" y="93"/>
                    </a:lnTo>
                    <a:cubicBezTo>
                      <a:pt x="287" y="98"/>
                      <a:pt x="283" y="103"/>
                      <a:pt x="278" y="103"/>
                    </a:cubicBezTo>
                    <a:lnTo>
                      <a:pt x="149" y="105"/>
                    </a:lnTo>
                    <a:cubicBezTo>
                      <a:pt x="146" y="105"/>
                      <a:pt x="144" y="104"/>
                      <a:pt x="142" y="103"/>
                    </a:cubicBezTo>
                    <a:cubicBezTo>
                      <a:pt x="140" y="101"/>
                      <a:pt x="139" y="98"/>
                      <a:pt x="139" y="96"/>
                    </a:cubicBezTo>
                    <a:lnTo>
                      <a:pt x="137" y="28"/>
                    </a:lnTo>
                    <a:lnTo>
                      <a:pt x="132" y="28"/>
                    </a:lnTo>
                    <a:lnTo>
                      <a:pt x="133" y="60"/>
                    </a:lnTo>
                    <a:close/>
                    <a:moveTo>
                      <a:pt x="0" y="62"/>
                    </a:moveTo>
                    <a:cubicBezTo>
                      <a:pt x="0" y="59"/>
                      <a:pt x="1" y="57"/>
                      <a:pt x="2" y="55"/>
                    </a:cubicBezTo>
                    <a:cubicBezTo>
                      <a:pt x="4" y="53"/>
                      <a:pt x="7" y="52"/>
                      <a:pt x="9" y="52"/>
                    </a:cubicBezTo>
                    <a:lnTo>
                      <a:pt x="113" y="50"/>
                    </a:lnTo>
                    <a:lnTo>
                      <a:pt x="112" y="18"/>
                    </a:lnTo>
                    <a:lnTo>
                      <a:pt x="112" y="18"/>
                    </a:lnTo>
                    <a:cubicBezTo>
                      <a:pt x="112" y="15"/>
                      <a:pt x="113" y="13"/>
                      <a:pt x="115" y="11"/>
                    </a:cubicBezTo>
                    <a:cubicBezTo>
                      <a:pt x="117" y="9"/>
                      <a:pt x="119" y="8"/>
                      <a:pt x="122" y="8"/>
                    </a:cubicBezTo>
                    <a:lnTo>
                      <a:pt x="147" y="8"/>
                    </a:lnTo>
                    <a:cubicBezTo>
                      <a:pt x="152" y="8"/>
                      <a:pt x="157" y="12"/>
                      <a:pt x="157" y="18"/>
                    </a:cubicBezTo>
                    <a:lnTo>
                      <a:pt x="158" y="86"/>
                    </a:lnTo>
                    <a:lnTo>
                      <a:pt x="267" y="83"/>
                    </a:lnTo>
                    <a:lnTo>
                      <a:pt x="266" y="10"/>
                    </a:lnTo>
                    <a:cubicBezTo>
                      <a:pt x="266" y="4"/>
                      <a:pt x="271" y="0"/>
                      <a:pt x="276" y="0"/>
                    </a:cubicBezTo>
                    <a:lnTo>
                      <a:pt x="308" y="0"/>
                    </a:lnTo>
                    <a:cubicBezTo>
                      <a:pt x="311" y="0"/>
                      <a:pt x="314" y="1"/>
                      <a:pt x="315" y="2"/>
                    </a:cubicBezTo>
                    <a:cubicBezTo>
                      <a:pt x="317" y="4"/>
                      <a:pt x="318" y="7"/>
                      <a:pt x="318" y="9"/>
                    </a:cubicBezTo>
                    <a:lnTo>
                      <a:pt x="319" y="44"/>
                    </a:lnTo>
                    <a:lnTo>
                      <a:pt x="403" y="42"/>
                    </a:lnTo>
                    <a:cubicBezTo>
                      <a:pt x="406" y="42"/>
                      <a:pt x="408" y="43"/>
                      <a:pt x="410" y="45"/>
                    </a:cubicBezTo>
                    <a:cubicBezTo>
                      <a:pt x="412" y="47"/>
                      <a:pt x="413" y="49"/>
                      <a:pt x="413" y="52"/>
                    </a:cubicBezTo>
                    <a:lnTo>
                      <a:pt x="416" y="193"/>
                    </a:lnTo>
                    <a:cubicBezTo>
                      <a:pt x="415" y="195"/>
                      <a:pt x="415" y="198"/>
                      <a:pt x="413" y="200"/>
                    </a:cubicBezTo>
                    <a:cubicBezTo>
                      <a:pt x="411" y="202"/>
                      <a:pt x="409" y="203"/>
                      <a:pt x="406" y="203"/>
                    </a:cubicBezTo>
                    <a:lnTo>
                      <a:pt x="295" y="205"/>
                    </a:lnTo>
                    <a:lnTo>
                      <a:pt x="295" y="236"/>
                    </a:lnTo>
                    <a:cubicBezTo>
                      <a:pt x="296" y="241"/>
                      <a:pt x="291" y="246"/>
                      <a:pt x="286" y="246"/>
                    </a:cubicBezTo>
                    <a:lnTo>
                      <a:pt x="116" y="249"/>
                    </a:lnTo>
                    <a:cubicBezTo>
                      <a:pt x="111" y="249"/>
                      <a:pt x="106" y="245"/>
                      <a:pt x="106" y="240"/>
                    </a:cubicBezTo>
                    <a:lnTo>
                      <a:pt x="105" y="208"/>
                    </a:lnTo>
                    <a:lnTo>
                      <a:pt x="12" y="210"/>
                    </a:lnTo>
                    <a:cubicBezTo>
                      <a:pt x="10" y="210"/>
                      <a:pt x="7" y="209"/>
                      <a:pt x="5" y="207"/>
                    </a:cubicBezTo>
                    <a:cubicBezTo>
                      <a:pt x="3" y="205"/>
                      <a:pt x="2" y="202"/>
                      <a:pt x="2" y="200"/>
                    </a:cubicBezTo>
                    <a:lnTo>
                      <a:pt x="0" y="62"/>
                    </a:ln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0" name="Freeform 149"/>
              <p:cNvSpPr>
                <a:spLocks noEditPoints="1"/>
              </p:cNvSpPr>
              <p:nvPr/>
            </p:nvSpPr>
            <p:spPr bwMode="auto">
              <a:xfrm>
                <a:off x="10515" y="705"/>
                <a:ext cx="113" cy="94"/>
              </a:xfrm>
              <a:custGeom>
                <a:avLst/>
                <a:gdLst>
                  <a:gd name="T0" fmla="*/ 88 w 427"/>
                  <a:gd name="T1" fmla="*/ 24 h 351"/>
                  <a:gd name="T2" fmla="*/ 23 w 427"/>
                  <a:gd name="T3" fmla="*/ 123 h 351"/>
                  <a:gd name="T4" fmla="*/ 101 w 427"/>
                  <a:gd name="T5" fmla="*/ 174 h 351"/>
                  <a:gd name="T6" fmla="*/ 106 w 427"/>
                  <a:gd name="T7" fmla="*/ 180 h 351"/>
                  <a:gd name="T8" fmla="*/ 104 w 427"/>
                  <a:gd name="T9" fmla="*/ 188 h 351"/>
                  <a:gd name="T10" fmla="*/ 87 w 427"/>
                  <a:gd name="T11" fmla="*/ 214 h 351"/>
                  <a:gd name="T12" fmla="*/ 213 w 427"/>
                  <a:gd name="T13" fmla="*/ 296 h 351"/>
                  <a:gd name="T14" fmla="*/ 230 w 427"/>
                  <a:gd name="T15" fmla="*/ 269 h 351"/>
                  <a:gd name="T16" fmla="*/ 244 w 427"/>
                  <a:gd name="T17" fmla="*/ 266 h 351"/>
                  <a:gd name="T18" fmla="*/ 337 w 427"/>
                  <a:gd name="T19" fmla="*/ 327 h 351"/>
                  <a:gd name="T20" fmla="*/ 403 w 427"/>
                  <a:gd name="T21" fmla="*/ 225 h 351"/>
                  <a:gd name="T22" fmla="*/ 332 w 427"/>
                  <a:gd name="T23" fmla="*/ 179 h 351"/>
                  <a:gd name="T24" fmla="*/ 328 w 427"/>
                  <a:gd name="T25" fmla="*/ 173 h 351"/>
                  <a:gd name="T26" fmla="*/ 329 w 427"/>
                  <a:gd name="T27" fmla="*/ 166 h 351"/>
                  <a:gd name="T28" fmla="*/ 348 w 427"/>
                  <a:gd name="T29" fmla="*/ 137 h 351"/>
                  <a:gd name="T30" fmla="*/ 338 w 427"/>
                  <a:gd name="T31" fmla="*/ 130 h 351"/>
                  <a:gd name="T32" fmla="*/ 298 w 427"/>
                  <a:gd name="T33" fmla="*/ 191 h 351"/>
                  <a:gd name="T34" fmla="*/ 284 w 427"/>
                  <a:gd name="T35" fmla="*/ 194 h 351"/>
                  <a:gd name="T36" fmla="*/ 176 w 427"/>
                  <a:gd name="T37" fmla="*/ 124 h 351"/>
                  <a:gd name="T38" fmla="*/ 171 w 427"/>
                  <a:gd name="T39" fmla="*/ 118 h 351"/>
                  <a:gd name="T40" fmla="*/ 173 w 427"/>
                  <a:gd name="T41" fmla="*/ 110 h 351"/>
                  <a:gd name="T42" fmla="*/ 210 w 427"/>
                  <a:gd name="T43" fmla="*/ 54 h 351"/>
                  <a:gd name="T44" fmla="*/ 205 w 427"/>
                  <a:gd name="T45" fmla="*/ 51 h 351"/>
                  <a:gd name="T46" fmla="*/ 188 w 427"/>
                  <a:gd name="T47" fmla="*/ 78 h 351"/>
                  <a:gd name="T48" fmla="*/ 174 w 427"/>
                  <a:gd name="T49" fmla="*/ 80 h 351"/>
                  <a:gd name="T50" fmla="*/ 88 w 427"/>
                  <a:gd name="T51" fmla="*/ 24 h 351"/>
                  <a:gd name="T52" fmla="*/ 0 w 427"/>
                  <a:gd name="T53" fmla="*/ 126 h 351"/>
                  <a:gd name="T54" fmla="*/ 2 w 427"/>
                  <a:gd name="T55" fmla="*/ 121 h 351"/>
                  <a:gd name="T56" fmla="*/ 77 w 427"/>
                  <a:gd name="T57" fmla="*/ 5 h 351"/>
                  <a:gd name="T58" fmla="*/ 83 w 427"/>
                  <a:gd name="T59" fmla="*/ 1 h 351"/>
                  <a:gd name="T60" fmla="*/ 90 w 427"/>
                  <a:gd name="T61" fmla="*/ 2 h 351"/>
                  <a:gd name="T62" fmla="*/ 177 w 427"/>
                  <a:gd name="T63" fmla="*/ 59 h 351"/>
                  <a:gd name="T64" fmla="*/ 194 w 427"/>
                  <a:gd name="T65" fmla="*/ 32 h 351"/>
                  <a:gd name="T66" fmla="*/ 208 w 427"/>
                  <a:gd name="T67" fmla="*/ 29 h 351"/>
                  <a:gd name="T68" fmla="*/ 229 w 427"/>
                  <a:gd name="T69" fmla="*/ 42 h 351"/>
                  <a:gd name="T70" fmla="*/ 233 w 427"/>
                  <a:gd name="T71" fmla="*/ 49 h 351"/>
                  <a:gd name="T72" fmla="*/ 232 w 427"/>
                  <a:gd name="T73" fmla="*/ 56 h 351"/>
                  <a:gd name="T74" fmla="*/ 195 w 427"/>
                  <a:gd name="T75" fmla="*/ 113 h 351"/>
                  <a:gd name="T76" fmla="*/ 287 w 427"/>
                  <a:gd name="T77" fmla="*/ 172 h 351"/>
                  <a:gd name="T78" fmla="*/ 326 w 427"/>
                  <a:gd name="T79" fmla="*/ 111 h 351"/>
                  <a:gd name="T80" fmla="*/ 340 w 427"/>
                  <a:gd name="T81" fmla="*/ 108 h 351"/>
                  <a:gd name="T82" fmla="*/ 367 w 427"/>
                  <a:gd name="T83" fmla="*/ 126 h 351"/>
                  <a:gd name="T84" fmla="*/ 371 w 427"/>
                  <a:gd name="T85" fmla="*/ 132 h 351"/>
                  <a:gd name="T86" fmla="*/ 370 w 427"/>
                  <a:gd name="T87" fmla="*/ 140 h 351"/>
                  <a:gd name="T88" fmla="*/ 351 w 427"/>
                  <a:gd name="T89" fmla="*/ 168 h 351"/>
                  <a:gd name="T90" fmla="*/ 422 w 427"/>
                  <a:gd name="T91" fmla="*/ 214 h 351"/>
                  <a:gd name="T92" fmla="*/ 426 w 427"/>
                  <a:gd name="T93" fmla="*/ 220 h 351"/>
                  <a:gd name="T94" fmla="*/ 425 w 427"/>
                  <a:gd name="T95" fmla="*/ 228 h 351"/>
                  <a:gd name="T96" fmla="*/ 348 w 427"/>
                  <a:gd name="T97" fmla="*/ 346 h 351"/>
                  <a:gd name="T98" fmla="*/ 335 w 427"/>
                  <a:gd name="T99" fmla="*/ 348 h 351"/>
                  <a:gd name="T100" fmla="*/ 241 w 427"/>
                  <a:gd name="T101" fmla="*/ 288 h 351"/>
                  <a:gd name="T102" fmla="*/ 224 w 427"/>
                  <a:gd name="T103" fmla="*/ 315 h 351"/>
                  <a:gd name="T104" fmla="*/ 218 w 427"/>
                  <a:gd name="T105" fmla="*/ 319 h 351"/>
                  <a:gd name="T106" fmla="*/ 210 w 427"/>
                  <a:gd name="T107" fmla="*/ 318 h 351"/>
                  <a:gd name="T108" fmla="*/ 68 w 427"/>
                  <a:gd name="T109" fmla="*/ 225 h 351"/>
                  <a:gd name="T110" fmla="*/ 64 w 427"/>
                  <a:gd name="T111" fmla="*/ 219 h 351"/>
                  <a:gd name="T112" fmla="*/ 65 w 427"/>
                  <a:gd name="T113" fmla="*/ 212 h 351"/>
                  <a:gd name="T114" fmla="*/ 82 w 427"/>
                  <a:gd name="T115" fmla="*/ 185 h 351"/>
                  <a:gd name="T116" fmla="*/ 4 w 427"/>
                  <a:gd name="T117" fmla="*/ 135 h 351"/>
                  <a:gd name="T118" fmla="*/ 0 w 427"/>
                  <a:gd name="T119" fmla="*/ 128 h 351"/>
                  <a:gd name="T120" fmla="*/ 0 w 427"/>
                  <a:gd name="T121" fmla="*/ 126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7" h="351">
                    <a:moveTo>
                      <a:pt x="88" y="24"/>
                    </a:moveTo>
                    <a:lnTo>
                      <a:pt x="23" y="123"/>
                    </a:lnTo>
                    <a:lnTo>
                      <a:pt x="101" y="174"/>
                    </a:lnTo>
                    <a:cubicBezTo>
                      <a:pt x="104" y="175"/>
                      <a:pt x="105" y="178"/>
                      <a:pt x="106" y="180"/>
                    </a:cubicBezTo>
                    <a:cubicBezTo>
                      <a:pt x="106" y="183"/>
                      <a:pt x="106" y="185"/>
                      <a:pt x="104" y="188"/>
                    </a:cubicBezTo>
                    <a:lnTo>
                      <a:pt x="87" y="214"/>
                    </a:lnTo>
                    <a:lnTo>
                      <a:pt x="213" y="296"/>
                    </a:lnTo>
                    <a:lnTo>
                      <a:pt x="230" y="269"/>
                    </a:lnTo>
                    <a:cubicBezTo>
                      <a:pt x="233" y="265"/>
                      <a:pt x="239" y="263"/>
                      <a:pt x="244" y="266"/>
                    </a:cubicBezTo>
                    <a:lnTo>
                      <a:pt x="337" y="327"/>
                    </a:lnTo>
                    <a:lnTo>
                      <a:pt x="403" y="225"/>
                    </a:lnTo>
                    <a:lnTo>
                      <a:pt x="332" y="179"/>
                    </a:lnTo>
                    <a:cubicBezTo>
                      <a:pt x="330" y="178"/>
                      <a:pt x="328" y="176"/>
                      <a:pt x="328" y="173"/>
                    </a:cubicBezTo>
                    <a:cubicBezTo>
                      <a:pt x="327" y="171"/>
                      <a:pt x="328" y="168"/>
                      <a:pt x="329" y="166"/>
                    </a:cubicBezTo>
                    <a:lnTo>
                      <a:pt x="348" y="137"/>
                    </a:lnTo>
                    <a:lnTo>
                      <a:pt x="338" y="130"/>
                    </a:lnTo>
                    <a:lnTo>
                      <a:pt x="298" y="191"/>
                    </a:lnTo>
                    <a:cubicBezTo>
                      <a:pt x="295" y="196"/>
                      <a:pt x="289" y="197"/>
                      <a:pt x="284" y="194"/>
                    </a:cubicBezTo>
                    <a:lnTo>
                      <a:pt x="176" y="124"/>
                    </a:lnTo>
                    <a:cubicBezTo>
                      <a:pt x="173" y="123"/>
                      <a:pt x="172" y="120"/>
                      <a:pt x="171" y="118"/>
                    </a:cubicBezTo>
                    <a:cubicBezTo>
                      <a:pt x="171" y="115"/>
                      <a:pt x="171" y="113"/>
                      <a:pt x="173" y="110"/>
                    </a:cubicBezTo>
                    <a:lnTo>
                      <a:pt x="210" y="54"/>
                    </a:lnTo>
                    <a:lnTo>
                      <a:pt x="205" y="51"/>
                    </a:lnTo>
                    <a:lnTo>
                      <a:pt x="188" y="78"/>
                    </a:lnTo>
                    <a:cubicBezTo>
                      <a:pt x="185" y="82"/>
                      <a:pt x="179" y="83"/>
                      <a:pt x="174" y="80"/>
                    </a:cubicBezTo>
                    <a:lnTo>
                      <a:pt x="88" y="24"/>
                    </a:lnTo>
                    <a:close/>
                    <a:moveTo>
                      <a:pt x="0" y="126"/>
                    </a:moveTo>
                    <a:cubicBezTo>
                      <a:pt x="0" y="124"/>
                      <a:pt x="1" y="123"/>
                      <a:pt x="2" y="121"/>
                    </a:cubicBezTo>
                    <a:lnTo>
                      <a:pt x="77" y="5"/>
                    </a:lnTo>
                    <a:cubicBezTo>
                      <a:pt x="78" y="3"/>
                      <a:pt x="80" y="1"/>
                      <a:pt x="83" y="1"/>
                    </a:cubicBezTo>
                    <a:cubicBezTo>
                      <a:pt x="85" y="0"/>
                      <a:pt x="88" y="1"/>
                      <a:pt x="90" y="2"/>
                    </a:cubicBezTo>
                    <a:lnTo>
                      <a:pt x="177" y="59"/>
                    </a:lnTo>
                    <a:lnTo>
                      <a:pt x="194" y="32"/>
                    </a:lnTo>
                    <a:cubicBezTo>
                      <a:pt x="197" y="27"/>
                      <a:pt x="203" y="26"/>
                      <a:pt x="208" y="29"/>
                    </a:cubicBezTo>
                    <a:lnTo>
                      <a:pt x="229" y="42"/>
                    </a:lnTo>
                    <a:cubicBezTo>
                      <a:pt x="231" y="44"/>
                      <a:pt x="233" y="46"/>
                      <a:pt x="233" y="49"/>
                    </a:cubicBezTo>
                    <a:cubicBezTo>
                      <a:pt x="234" y="51"/>
                      <a:pt x="233" y="54"/>
                      <a:pt x="232" y="56"/>
                    </a:cubicBezTo>
                    <a:lnTo>
                      <a:pt x="195" y="113"/>
                    </a:lnTo>
                    <a:lnTo>
                      <a:pt x="287" y="172"/>
                    </a:lnTo>
                    <a:lnTo>
                      <a:pt x="326" y="111"/>
                    </a:lnTo>
                    <a:cubicBezTo>
                      <a:pt x="329" y="107"/>
                      <a:pt x="335" y="105"/>
                      <a:pt x="340" y="108"/>
                    </a:cubicBezTo>
                    <a:lnTo>
                      <a:pt x="367" y="126"/>
                    </a:lnTo>
                    <a:cubicBezTo>
                      <a:pt x="369" y="127"/>
                      <a:pt x="371" y="129"/>
                      <a:pt x="371" y="132"/>
                    </a:cubicBezTo>
                    <a:cubicBezTo>
                      <a:pt x="372" y="135"/>
                      <a:pt x="372" y="137"/>
                      <a:pt x="370" y="140"/>
                    </a:cubicBezTo>
                    <a:lnTo>
                      <a:pt x="351" y="168"/>
                    </a:lnTo>
                    <a:lnTo>
                      <a:pt x="422" y="214"/>
                    </a:lnTo>
                    <a:cubicBezTo>
                      <a:pt x="424" y="215"/>
                      <a:pt x="426" y="218"/>
                      <a:pt x="426" y="220"/>
                    </a:cubicBezTo>
                    <a:cubicBezTo>
                      <a:pt x="427" y="223"/>
                      <a:pt x="426" y="225"/>
                      <a:pt x="425" y="228"/>
                    </a:cubicBezTo>
                    <a:lnTo>
                      <a:pt x="348" y="346"/>
                    </a:lnTo>
                    <a:cubicBezTo>
                      <a:pt x="345" y="350"/>
                      <a:pt x="339" y="351"/>
                      <a:pt x="335" y="348"/>
                    </a:cubicBezTo>
                    <a:lnTo>
                      <a:pt x="241" y="288"/>
                    </a:lnTo>
                    <a:lnTo>
                      <a:pt x="224" y="315"/>
                    </a:lnTo>
                    <a:cubicBezTo>
                      <a:pt x="223" y="317"/>
                      <a:pt x="220" y="319"/>
                      <a:pt x="218" y="319"/>
                    </a:cubicBezTo>
                    <a:cubicBezTo>
                      <a:pt x="215" y="320"/>
                      <a:pt x="213" y="319"/>
                      <a:pt x="210" y="318"/>
                    </a:cubicBezTo>
                    <a:lnTo>
                      <a:pt x="68" y="225"/>
                    </a:lnTo>
                    <a:cubicBezTo>
                      <a:pt x="66" y="224"/>
                      <a:pt x="64" y="222"/>
                      <a:pt x="64" y="219"/>
                    </a:cubicBezTo>
                    <a:cubicBezTo>
                      <a:pt x="63" y="216"/>
                      <a:pt x="64" y="214"/>
                      <a:pt x="65" y="212"/>
                    </a:cubicBezTo>
                    <a:lnTo>
                      <a:pt x="82" y="185"/>
                    </a:lnTo>
                    <a:lnTo>
                      <a:pt x="4" y="135"/>
                    </a:lnTo>
                    <a:cubicBezTo>
                      <a:pt x="2" y="133"/>
                      <a:pt x="1" y="131"/>
                      <a:pt x="0" y="128"/>
                    </a:cubicBezTo>
                    <a:cubicBezTo>
                      <a:pt x="0" y="128"/>
                      <a:pt x="0" y="127"/>
                      <a:pt x="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1" name="Freeform 150"/>
              <p:cNvSpPr>
                <a:spLocks noEditPoints="1"/>
              </p:cNvSpPr>
              <p:nvPr/>
            </p:nvSpPr>
            <p:spPr bwMode="auto">
              <a:xfrm>
                <a:off x="10628" y="777"/>
                <a:ext cx="145" cy="130"/>
              </a:xfrm>
              <a:custGeom>
                <a:avLst/>
                <a:gdLst>
                  <a:gd name="T0" fmla="*/ 23 w 545"/>
                  <a:gd name="T1" fmla="*/ 109 h 490"/>
                  <a:gd name="T2" fmla="*/ 45 w 545"/>
                  <a:gd name="T3" fmla="*/ 128 h 490"/>
                  <a:gd name="T4" fmla="*/ 24 w 545"/>
                  <a:gd name="T5" fmla="*/ 160 h 490"/>
                  <a:gd name="T6" fmla="*/ 89 w 545"/>
                  <a:gd name="T7" fmla="*/ 221 h 490"/>
                  <a:gd name="T8" fmla="*/ 109 w 545"/>
                  <a:gd name="T9" fmla="*/ 280 h 490"/>
                  <a:gd name="T10" fmla="*/ 104 w 545"/>
                  <a:gd name="T11" fmla="*/ 244 h 490"/>
                  <a:gd name="T12" fmla="*/ 126 w 545"/>
                  <a:gd name="T13" fmla="*/ 198 h 490"/>
                  <a:gd name="T14" fmla="*/ 357 w 545"/>
                  <a:gd name="T15" fmla="*/ 360 h 490"/>
                  <a:gd name="T16" fmla="*/ 334 w 545"/>
                  <a:gd name="T17" fmla="*/ 406 h 490"/>
                  <a:gd name="T18" fmla="*/ 306 w 545"/>
                  <a:gd name="T19" fmla="*/ 397 h 490"/>
                  <a:gd name="T20" fmla="*/ 332 w 545"/>
                  <a:gd name="T21" fmla="*/ 449 h 490"/>
                  <a:gd name="T22" fmla="*/ 357 w 545"/>
                  <a:gd name="T23" fmla="*/ 420 h 490"/>
                  <a:gd name="T24" fmla="*/ 421 w 545"/>
                  <a:gd name="T25" fmla="*/ 465 h 490"/>
                  <a:gd name="T26" fmla="*/ 449 w 545"/>
                  <a:gd name="T27" fmla="*/ 432 h 490"/>
                  <a:gd name="T28" fmla="*/ 465 w 545"/>
                  <a:gd name="T29" fmla="*/ 441 h 490"/>
                  <a:gd name="T30" fmla="*/ 492 w 545"/>
                  <a:gd name="T31" fmla="*/ 382 h 490"/>
                  <a:gd name="T32" fmla="*/ 490 w 545"/>
                  <a:gd name="T33" fmla="*/ 368 h 490"/>
                  <a:gd name="T34" fmla="*/ 479 w 545"/>
                  <a:gd name="T35" fmla="*/ 296 h 490"/>
                  <a:gd name="T36" fmla="*/ 442 w 545"/>
                  <a:gd name="T37" fmla="*/ 340 h 490"/>
                  <a:gd name="T38" fmla="*/ 326 w 545"/>
                  <a:gd name="T39" fmla="*/ 257 h 490"/>
                  <a:gd name="T40" fmla="*/ 324 w 545"/>
                  <a:gd name="T41" fmla="*/ 243 h 490"/>
                  <a:gd name="T42" fmla="*/ 270 w 545"/>
                  <a:gd name="T43" fmla="*/ 143 h 490"/>
                  <a:gd name="T44" fmla="*/ 235 w 545"/>
                  <a:gd name="T45" fmla="*/ 185 h 490"/>
                  <a:gd name="T46" fmla="*/ 134 w 545"/>
                  <a:gd name="T47" fmla="*/ 112 h 490"/>
                  <a:gd name="T48" fmla="*/ 164 w 545"/>
                  <a:gd name="T49" fmla="*/ 55 h 490"/>
                  <a:gd name="T50" fmla="*/ 90 w 545"/>
                  <a:gd name="T51" fmla="*/ 67 h 490"/>
                  <a:gd name="T52" fmla="*/ 76 w 545"/>
                  <a:gd name="T53" fmla="*/ 69 h 490"/>
                  <a:gd name="T54" fmla="*/ 0 w 545"/>
                  <a:gd name="T55" fmla="*/ 111 h 490"/>
                  <a:gd name="T56" fmla="*/ 52 w 545"/>
                  <a:gd name="T57" fmla="*/ 38 h 490"/>
                  <a:gd name="T58" fmla="*/ 65 w 545"/>
                  <a:gd name="T59" fmla="*/ 36 h 490"/>
                  <a:gd name="T60" fmla="*/ 112 w 545"/>
                  <a:gd name="T61" fmla="*/ 4 h 490"/>
                  <a:gd name="T62" fmla="*/ 126 w 545"/>
                  <a:gd name="T63" fmla="*/ 2 h 490"/>
                  <a:gd name="T64" fmla="*/ 186 w 545"/>
                  <a:gd name="T65" fmla="*/ 59 h 490"/>
                  <a:gd name="T66" fmla="*/ 231 w 545"/>
                  <a:gd name="T67" fmla="*/ 161 h 490"/>
                  <a:gd name="T68" fmla="*/ 266 w 545"/>
                  <a:gd name="T69" fmla="*/ 119 h 490"/>
                  <a:gd name="T70" fmla="*/ 373 w 545"/>
                  <a:gd name="T71" fmla="*/ 195 h 490"/>
                  <a:gd name="T72" fmla="*/ 346 w 545"/>
                  <a:gd name="T73" fmla="*/ 247 h 490"/>
                  <a:gd name="T74" fmla="*/ 469 w 545"/>
                  <a:gd name="T75" fmla="*/ 276 h 490"/>
                  <a:gd name="T76" fmla="*/ 540 w 545"/>
                  <a:gd name="T77" fmla="*/ 318 h 490"/>
                  <a:gd name="T78" fmla="*/ 542 w 545"/>
                  <a:gd name="T79" fmla="*/ 331 h 490"/>
                  <a:gd name="T80" fmla="*/ 523 w 545"/>
                  <a:gd name="T81" fmla="*/ 380 h 490"/>
                  <a:gd name="T82" fmla="*/ 525 w 545"/>
                  <a:gd name="T83" fmla="*/ 394 h 490"/>
                  <a:gd name="T84" fmla="*/ 468 w 545"/>
                  <a:gd name="T85" fmla="*/ 464 h 490"/>
                  <a:gd name="T86" fmla="*/ 452 w 545"/>
                  <a:gd name="T87" fmla="*/ 456 h 490"/>
                  <a:gd name="T88" fmla="*/ 417 w 545"/>
                  <a:gd name="T89" fmla="*/ 486 h 490"/>
                  <a:gd name="T90" fmla="*/ 342 w 545"/>
                  <a:gd name="T91" fmla="*/ 469 h 490"/>
                  <a:gd name="T92" fmla="*/ 328 w 545"/>
                  <a:gd name="T93" fmla="*/ 471 h 490"/>
                  <a:gd name="T94" fmla="*/ 267 w 545"/>
                  <a:gd name="T95" fmla="*/ 421 h 490"/>
                  <a:gd name="T96" fmla="*/ 296 w 545"/>
                  <a:gd name="T97" fmla="*/ 378 h 490"/>
                  <a:gd name="T98" fmla="*/ 325 w 545"/>
                  <a:gd name="T99" fmla="*/ 386 h 490"/>
                  <a:gd name="T100" fmla="*/ 136 w 545"/>
                  <a:gd name="T101" fmla="*/ 218 h 490"/>
                  <a:gd name="T102" fmla="*/ 145 w 545"/>
                  <a:gd name="T103" fmla="*/ 250 h 490"/>
                  <a:gd name="T104" fmla="*/ 119 w 545"/>
                  <a:gd name="T105" fmla="*/ 300 h 490"/>
                  <a:gd name="T106" fmla="*/ 48 w 545"/>
                  <a:gd name="T107" fmla="*/ 260 h 490"/>
                  <a:gd name="T108" fmla="*/ 67 w 545"/>
                  <a:gd name="T109" fmla="*/ 218 h 490"/>
                  <a:gd name="T110" fmla="*/ 1 w 545"/>
                  <a:gd name="T111" fmla="*/ 163 h 490"/>
                  <a:gd name="T112" fmla="*/ 21 w 545"/>
                  <a:gd name="T113" fmla="*/ 132 h 490"/>
                  <a:gd name="T114" fmla="*/ 0 w 545"/>
                  <a:gd name="T115" fmla="*/ 112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45" h="490">
                    <a:moveTo>
                      <a:pt x="61" y="58"/>
                    </a:moveTo>
                    <a:lnTo>
                      <a:pt x="23" y="109"/>
                    </a:lnTo>
                    <a:lnTo>
                      <a:pt x="41" y="122"/>
                    </a:lnTo>
                    <a:cubicBezTo>
                      <a:pt x="43" y="123"/>
                      <a:pt x="44" y="126"/>
                      <a:pt x="45" y="128"/>
                    </a:cubicBezTo>
                    <a:cubicBezTo>
                      <a:pt x="45" y="131"/>
                      <a:pt x="44" y="134"/>
                      <a:pt x="43" y="136"/>
                    </a:cubicBezTo>
                    <a:lnTo>
                      <a:pt x="24" y="160"/>
                    </a:lnTo>
                    <a:lnTo>
                      <a:pt x="87" y="208"/>
                    </a:lnTo>
                    <a:cubicBezTo>
                      <a:pt x="91" y="211"/>
                      <a:pt x="92" y="217"/>
                      <a:pt x="89" y="221"/>
                    </a:cubicBezTo>
                    <a:lnTo>
                      <a:pt x="68" y="250"/>
                    </a:lnTo>
                    <a:lnTo>
                      <a:pt x="109" y="280"/>
                    </a:lnTo>
                    <a:lnTo>
                      <a:pt x="125" y="260"/>
                    </a:lnTo>
                    <a:lnTo>
                      <a:pt x="104" y="244"/>
                    </a:lnTo>
                    <a:cubicBezTo>
                      <a:pt x="100" y="240"/>
                      <a:pt x="99" y="234"/>
                      <a:pt x="102" y="230"/>
                    </a:cubicBezTo>
                    <a:lnTo>
                      <a:pt x="126" y="198"/>
                    </a:lnTo>
                    <a:cubicBezTo>
                      <a:pt x="129" y="194"/>
                      <a:pt x="136" y="193"/>
                      <a:pt x="140" y="196"/>
                    </a:cubicBezTo>
                    <a:lnTo>
                      <a:pt x="357" y="360"/>
                    </a:lnTo>
                    <a:cubicBezTo>
                      <a:pt x="361" y="363"/>
                      <a:pt x="362" y="369"/>
                      <a:pt x="359" y="373"/>
                    </a:cubicBezTo>
                    <a:lnTo>
                      <a:pt x="334" y="406"/>
                    </a:lnTo>
                    <a:cubicBezTo>
                      <a:pt x="331" y="410"/>
                      <a:pt x="325" y="411"/>
                      <a:pt x="321" y="408"/>
                    </a:cubicBezTo>
                    <a:lnTo>
                      <a:pt x="306" y="397"/>
                    </a:lnTo>
                    <a:lnTo>
                      <a:pt x="291" y="418"/>
                    </a:lnTo>
                    <a:lnTo>
                      <a:pt x="332" y="449"/>
                    </a:lnTo>
                    <a:lnTo>
                      <a:pt x="350" y="424"/>
                    </a:lnTo>
                    <a:cubicBezTo>
                      <a:pt x="352" y="422"/>
                      <a:pt x="354" y="421"/>
                      <a:pt x="357" y="420"/>
                    </a:cubicBezTo>
                    <a:cubicBezTo>
                      <a:pt x="360" y="420"/>
                      <a:pt x="362" y="421"/>
                      <a:pt x="364" y="422"/>
                    </a:cubicBezTo>
                    <a:lnTo>
                      <a:pt x="421" y="465"/>
                    </a:lnTo>
                    <a:lnTo>
                      <a:pt x="442" y="436"/>
                    </a:lnTo>
                    <a:cubicBezTo>
                      <a:pt x="444" y="434"/>
                      <a:pt x="446" y="432"/>
                      <a:pt x="449" y="432"/>
                    </a:cubicBezTo>
                    <a:cubicBezTo>
                      <a:pt x="451" y="432"/>
                      <a:pt x="454" y="432"/>
                      <a:pt x="456" y="434"/>
                    </a:cubicBezTo>
                    <a:lnTo>
                      <a:pt x="465" y="441"/>
                    </a:lnTo>
                    <a:lnTo>
                      <a:pt x="503" y="390"/>
                    </a:lnTo>
                    <a:lnTo>
                      <a:pt x="492" y="382"/>
                    </a:lnTo>
                    <a:cubicBezTo>
                      <a:pt x="490" y="380"/>
                      <a:pt x="488" y="378"/>
                      <a:pt x="488" y="375"/>
                    </a:cubicBezTo>
                    <a:cubicBezTo>
                      <a:pt x="488" y="373"/>
                      <a:pt x="488" y="370"/>
                      <a:pt x="490" y="368"/>
                    </a:cubicBezTo>
                    <a:lnTo>
                      <a:pt x="521" y="327"/>
                    </a:lnTo>
                    <a:lnTo>
                      <a:pt x="479" y="296"/>
                    </a:lnTo>
                    <a:lnTo>
                      <a:pt x="448" y="337"/>
                    </a:lnTo>
                    <a:cubicBezTo>
                      <a:pt x="447" y="339"/>
                      <a:pt x="444" y="340"/>
                      <a:pt x="442" y="340"/>
                    </a:cubicBezTo>
                    <a:cubicBezTo>
                      <a:pt x="439" y="341"/>
                      <a:pt x="436" y="340"/>
                      <a:pt x="434" y="339"/>
                    </a:cubicBezTo>
                    <a:lnTo>
                      <a:pt x="326" y="257"/>
                    </a:lnTo>
                    <a:cubicBezTo>
                      <a:pt x="324" y="256"/>
                      <a:pt x="323" y="253"/>
                      <a:pt x="322" y="251"/>
                    </a:cubicBezTo>
                    <a:cubicBezTo>
                      <a:pt x="322" y="248"/>
                      <a:pt x="323" y="246"/>
                      <a:pt x="324" y="243"/>
                    </a:cubicBezTo>
                    <a:lnTo>
                      <a:pt x="353" y="205"/>
                    </a:lnTo>
                    <a:lnTo>
                      <a:pt x="270" y="143"/>
                    </a:lnTo>
                    <a:lnTo>
                      <a:pt x="241" y="181"/>
                    </a:lnTo>
                    <a:cubicBezTo>
                      <a:pt x="240" y="183"/>
                      <a:pt x="237" y="184"/>
                      <a:pt x="235" y="185"/>
                    </a:cubicBezTo>
                    <a:cubicBezTo>
                      <a:pt x="232" y="185"/>
                      <a:pt x="229" y="184"/>
                      <a:pt x="227" y="183"/>
                    </a:cubicBezTo>
                    <a:lnTo>
                      <a:pt x="134" y="112"/>
                    </a:lnTo>
                    <a:cubicBezTo>
                      <a:pt x="129" y="109"/>
                      <a:pt x="128" y="103"/>
                      <a:pt x="132" y="99"/>
                    </a:cubicBezTo>
                    <a:lnTo>
                      <a:pt x="164" y="55"/>
                    </a:lnTo>
                    <a:lnTo>
                      <a:pt x="122" y="24"/>
                    </a:lnTo>
                    <a:lnTo>
                      <a:pt x="90" y="67"/>
                    </a:lnTo>
                    <a:cubicBezTo>
                      <a:pt x="88" y="69"/>
                      <a:pt x="86" y="71"/>
                      <a:pt x="83" y="71"/>
                    </a:cubicBezTo>
                    <a:cubicBezTo>
                      <a:pt x="81" y="71"/>
                      <a:pt x="78" y="71"/>
                      <a:pt x="76" y="69"/>
                    </a:cubicBezTo>
                    <a:lnTo>
                      <a:pt x="61" y="58"/>
                    </a:lnTo>
                    <a:close/>
                    <a:moveTo>
                      <a:pt x="0" y="111"/>
                    </a:moveTo>
                    <a:cubicBezTo>
                      <a:pt x="0" y="109"/>
                      <a:pt x="0" y="106"/>
                      <a:pt x="2" y="105"/>
                    </a:cubicBezTo>
                    <a:lnTo>
                      <a:pt x="52" y="38"/>
                    </a:lnTo>
                    <a:cubicBezTo>
                      <a:pt x="53" y="36"/>
                      <a:pt x="56" y="35"/>
                      <a:pt x="58" y="34"/>
                    </a:cubicBezTo>
                    <a:cubicBezTo>
                      <a:pt x="61" y="34"/>
                      <a:pt x="63" y="35"/>
                      <a:pt x="65" y="36"/>
                    </a:cubicBezTo>
                    <a:lnTo>
                      <a:pt x="80" y="47"/>
                    </a:lnTo>
                    <a:lnTo>
                      <a:pt x="112" y="4"/>
                    </a:lnTo>
                    <a:cubicBezTo>
                      <a:pt x="114" y="2"/>
                      <a:pt x="116" y="1"/>
                      <a:pt x="119" y="0"/>
                    </a:cubicBezTo>
                    <a:cubicBezTo>
                      <a:pt x="122" y="0"/>
                      <a:pt x="124" y="1"/>
                      <a:pt x="126" y="2"/>
                    </a:cubicBezTo>
                    <a:lnTo>
                      <a:pt x="184" y="45"/>
                    </a:lnTo>
                    <a:cubicBezTo>
                      <a:pt x="188" y="49"/>
                      <a:pt x="189" y="55"/>
                      <a:pt x="186" y="59"/>
                    </a:cubicBezTo>
                    <a:lnTo>
                      <a:pt x="153" y="102"/>
                    </a:lnTo>
                    <a:lnTo>
                      <a:pt x="231" y="161"/>
                    </a:lnTo>
                    <a:lnTo>
                      <a:pt x="260" y="123"/>
                    </a:lnTo>
                    <a:cubicBezTo>
                      <a:pt x="261" y="121"/>
                      <a:pt x="264" y="119"/>
                      <a:pt x="266" y="119"/>
                    </a:cubicBezTo>
                    <a:cubicBezTo>
                      <a:pt x="269" y="119"/>
                      <a:pt x="272" y="119"/>
                      <a:pt x="274" y="121"/>
                    </a:cubicBezTo>
                    <a:lnTo>
                      <a:pt x="373" y="195"/>
                    </a:lnTo>
                    <a:cubicBezTo>
                      <a:pt x="377" y="199"/>
                      <a:pt x="378" y="205"/>
                      <a:pt x="375" y="209"/>
                    </a:cubicBezTo>
                    <a:lnTo>
                      <a:pt x="346" y="247"/>
                    </a:lnTo>
                    <a:lnTo>
                      <a:pt x="438" y="317"/>
                    </a:lnTo>
                    <a:lnTo>
                      <a:pt x="469" y="276"/>
                    </a:lnTo>
                    <a:cubicBezTo>
                      <a:pt x="472" y="272"/>
                      <a:pt x="478" y="271"/>
                      <a:pt x="483" y="274"/>
                    </a:cubicBezTo>
                    <a:lnTo>
                      <a:pt x="540" y="318"/>
                    </a:lnTo>
                    <a:cubicBezTo>
                      <a:pt x="542" y="319"/>
                      <a:pt x="544" y="321"/>
                      <a:pt x="544" y="324"/>
                    </a:cubicBezTo>
                    <a:cubicBezTo>
                      <a:pt x="545" y="327"/>
                      <a:pt x="544" y="329"/>
                      <a:pt x="542" y="331"/>
                    </a:cubicBezTo>
                    <a:lnTo>
                      <a:pt x="512" y="372"/>
                    </a:lnTo>
                    <a:lnTo>
                      <a:pt x="523" y="380"/>
                    </a:lnTo>
                    <a:cubicBezTo>
                      <a:pt x="525" y="382"/>
                      <a:pt x="526" y="384"/>
                      <a:pt x="527" y="387"/>
                    </a:cubicBezTo>
                    <a:cubicBezTo>
                      <a:pt x="527" y="389"/>
                      <a:pt x="526" y="392"/>
                      <a:pt x="525" y="394"/>
                    </a:cubicBezTo>
                    <a:lnTo>
                      <a:pt x="475" y="460"/>
                    </a:lnTo>
                    <a:cubicBezTo>
                      <a:pt x="473" y="462"/>
                      <a:pt x="471" y="464"/>
                      <a:pt x="468" y="464"/>
                    </a:cubicBezTo>
                    <a:cubicBezTo>
                      <a:pt x="466" y="465"/>
                      <a:pt x="463" y="464"/>
                      <a:pt x="461" y="462"/>
                    </a:cubicBezTo>
                    <a:lnTo>
                      <a:pt x="452" y="456"/>
                    </a:lnTo>
                    <a:lnTo>
                      <a:pt x="431" y="484"/>
                    </a:lnTo>
                    <a:cubicBezTo>
                      <a:pt x="427" y="489"/>
                      <a:pt x="421" y="490"/>
                      <a:pt x="417" y="486"/>
                    </a:cubicBezTo>
                    <a:lnTo>
                      <a:pt x="360" y="444"/>
                    </a:lnTo>
                    <a:lnTo>
                      <a:pt x="342" y="469"/>
                    </a:lnTo>
                    <a:cubicBezTo>
                      <a:pt x="340" y="471"/>
                      <a:pt x="338" y="472"/>
                      <a:pt x="335" y="472"/>
                    </a:cubicBezTo>
                    <a:cubicBezTo>
                      <a:pt x="333" y="473"/>
                      <a:pt x="330" y="472"/>
                      <a:pt x="328" y="471"/>
                    </a:cubicBezTo>
                    <a:lnTo>
                      <a:pt x="271" y="428"/>
                    </a:lnTo>
                    <a:cubicBezTo>
                      <a:pt x="269" y="426"/>
                      <a:pt x="268" y="424"/>
                      <a:pt x="267" y="421"/>
                    </a:cubicBezTo>
                    <a:cubicBezTo>
                      <a:pt x="267" y="419"/>
                      <a:pt x="268" y="416"/>
                      <a:pt x="269" y="414"/>
                    </a:cubicBezTo>
                    <a:lnTo>
                      <a:pt x="296" y="378"/>
                    </a:lnTo>
                    <a:cubicBezTo>
                      <a:pt x="300" y="373"/>
                      <a:pt x="306" y="372"/>
                      <a:pt x="310" y="376"/>
                    </a:cubicBezTo>
                    <a:lnTo>
                      <a:pt x="325" y="386"/>
                    </a:lnTo>
                    <a:lnTo>
                      <a:pt x="337" y="369"/>
                    </a:lnTo>
                    <a:lnTo>
                      <a:pt x="136" y="218"/>
                    </a:lnTo>
                    <a:lnTo>
                      <a:pt x="124" y="234"/>
                    </a:lnTo>
                    <a:lnTo>
                      <a:pt x="145" y="250"/>
                    </a:lnTo>
                    <a:cubicBezTo>
                      <a:pt x="149" y="253"/>
                      <a:pt x="150" y="259"/>
                      <a:pt x="146" y="263"/>
                    </a:cubicBezTo>
                    <a:lnTo>
                      <a:pt x="119" y="300"/>
                    </a:lnTo>
                    <a:cubicBezTo>
                      <a:pt x="116" y="304"/>
                      <a:pt x="110" y="305"/>
                      <a:pt x="105" y="302"/>
                    </a:cubicBezTo>
                    <a:lnTo>
                      <a:pt x="48" y="260"/>
                    </a:lnTo>
                    <a:cubicBezTo>
                      <a:pt x="44" y="256"/>
                      <a:pt x="43" y="250"/>
                      <a:pt x="46" y="246"/>
                    </a:cubicBezTo>
                    <a:lnTo>
                      <a:pt x="67" y="218"/>
                    </a:lnTo>
                    <a:lnTo>
                      <a:pt x="5" y="170"/>
                    </a:lnTo>
                    <a:cubicBezTo>
                      <a:pt x="2" y="168"/>
                      <a:pt x="1" y="166"/>
                      <a:pt x="1" y="163"/>
                    </a:cubicBezTo>
                    <a:cubicBezTo>
                      <a:pt x="0" y="161"/>
                      <a:pt x="1" y="158"/>
                      <a:pt x="3" y="156"/>
                    </a:cubicBezTo>
                    <a:lnTo>
                      <a:pt x="21" y="132"/>
                    </a:lnTo>
                    <a:lnTo>
                      <a:pt x="4" y="119"/>
                    </a:lnTo>
                    <a:cubicBezTo>
                      <a:pt x="2" y="117"/>
                      <a:pt x="0" y="115"/>
                      <a:pt x="0" y="112"/>
                    </a:cubicBezTo>
                    <a:cubicBezTo>
                      <a:pt x="0" y="112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2" name="Freeform 151"/>
              <p:cNvSpPr>
                <a:spLocks noEditPoints="1"/>
              </p:cNvSpPr>
              <p:nvPr/>
            </p:nvSpPr>
            <p:spPr bwMode="auto">
              <a:xfrm>
                <a:off x="10292" y="700"/>
                <a:ext cx="102" cy="58"/>
              </a:xfrm>
              <a:custGeom>
                <a:avLst/>
                <a:gdLst>
                  <a:gd name="T0" fmla="*/ 76 w 382"/>
                  <a:gd name="T1" fmla="*/ 97 h 215"/>
                  <a:gd name="T2" fmla="*/ 66 w 382"/>
                  <a:gd name="T3" fmla="*/ 107 h 215"/>
                  <a:gd name="T4" fmla="*/ 19 w 382"/>
                  <a:gd name="T5" fmla="*/ 108 h 215"/>
                  <a:gd name="T6" fmla="*/ 20 w 382"/>
                  <a:gd name="T7" fmla="*/ 195 h 215"/>
                  <a:gd name="T8" fmla="*/ 96 w 382"/>
                  <a:gd name="T9" fmla="*/ 194 h 215"/>
                  <a:gd name="T10" fmla="*/ 96 w 382"/>
                  <a:gd name="T11" fmla="*/ 163 h 215"/>
                  <a:gd name="T12" fmla="*/ 98 w 382"/>
                  <a:gd name="T13" fmla="*/ 156 h 215"/>
                  <a:gd name="T14" fmla="*/ 105 w 382"/>
                  <a:gd name="T15" fmla="*/ 153 h 215"/>
                  <a:gd name="T16" fmla="*/ 261 w 382"/>
                  <a:gd name="T17" fmla="*/ 151 h 215"/>
                  <a:gd name="T18" fmla="*/ 268 w 382"/>
                  <a:gd name="T19" fmla="*/ 154 h 215"/>
                  <a:gd name="T20" fmla="*/ 271 w 382"/>
                  <a:gd name="T21" fmla="*/ 161 h 215"/>
                  <a:gd name="T22" fmla="*/ 272 w 382"/>
                  <a:gd name="T23" fmla="*/ 190 h 215"/>
                  <a:gd name="T24" fmla="*/ 362 w 382"/>
                  <a:gd name="T25" fmla="*/ 189 h 215"/>
                  <a:gd name="T26" fmla="*/ 361 w 382"/>
                  <a:gd name="T27" fmla="*/ 104 h 215"/>
                  <a:gd name="T28" fmla="*/ 290 w 382"/>
                  <a:gd name="T29" fmla="*/ 105 h 215"/>
                  <a:gd name="T30" fmla="*/ 283 w 382"/>
                  <a:gd name="T31" fmla="*/ 102 h 215"/>
                  <a:gd name="T32" fmla="*/ 280 w 382"/>
                  <a:gd name="T33" fmla="*/ 95 h 215"/>
                  <a:gd name="T34" fmla="*/ 280 w 382"/>
                  <a:gd name="T35" fmla="*/ 20 h 215"/>
                  <a:gd name="T36" fmla="*/ 257 w 382"/>
                  <a:gd name="T37" fmla="*/ 20 h 215"/>
                  <a:gd name="T38" fmla="*/ 258 w 382"/>
                  <a:gd name="T39" fmla="*/ 56 h 215"/>
                  <a:gd name="T40" fmla="*/ 258 w 382"/>
                  <a:gd name="T41" fmla="*/ 56 h 215"/>
                  <a:gd name="T42" fmla="*/ 248 w 382"/>
                  <a:gd name="T43" fmla="*/ 65 h 215"/>
                  <a:gd name="T44" fmla="*/ 108 w 382"/>
                  <a:gd name="T45" fmla="*/ 67 h 215"/>
                  <a:gd name="T46" fmla="*/ 98 w 382"/>
                  <a:gd name="T47" fmla="*/ 57 h 215"/>
                  <a:gd name="T48" fmla="*/ 98 w 382"/>
                  <a:gd name="T49" fmla="*/ 28 h 215"/>
                  <a:gd name="T50" fmla="*/ 75 w 382"/>
                  <a:gd name="T51" fmla="*/ 28 h 215"/>
                  <a:gd name="T52" fmla="*/ 76 w 382"/>
                  <a:gd name="T53" fmla="*/ 97 h 215"/>
                  <a:gd name="T54" fmla="*/ 0 w 382"/>
                  <a:gd name="T55" fmla="*/ 98 h 215"/>
                  <a:gd name="T56" fmla="*/ 9 w 382"/>
                  <a:gd name="T57" fmla="*/ 88 h 215"/>
                  <a:gd name="T58" fmla="*/ 56 w 382"/>
                  <a:gd name="T59" fmla="*/ 88 h 215"/>
                  <a:gd name="T60" fmla="*/ 55 w 382"/>
                  <a:gd name="T61" fmla="*/ 19 h 215"/>
                  <a:gd name="T62" fmla="*/ 55 w 382"/>
                  <a:gd name="T63" fmla="*/ 19 h 215"/>
                  <a:gd name="T64" fmla="*/ 65 w 382"/>
                  <a:gd name="T65" fmla="*/ 9 h 215"/>
                  <a:gd name="T66" fmla="*/ 108 w 382"/>
                  <a:gd name="T67" fmla="*/ 8 h 215"/>
                  <a:gd name="T68" fmla="*/ 117 w 382"/>
                  <a:gd name="T69" fmla="*/ 18 h 215"/>
                  <a:gd name="T70" fmla="*/ 118 w 382"/>
                  <a:gd name="T71" fmla="*/ 47 h 215"/>
                  <a:gd name="T72" fmla="*/ 238 w 382"/>
                  <a:gd name="T73" fmla="*/ 46 h 215"/>
                  <a:gd name="T74" fmla="*/ 238 w 382"/>
                  <a:gd name="T75" fmla="*/ 10 h 215"/>
                  <a:gd name="T76" fmla="*/ 238 w 382"/>
                  <a:gd name="T77" fmla="*/ 10 h 215"/>
                  <a:gd name="T78" fmla="*/ 247 w 382"/>
                  <a:gd name="T79" fmla="*/ 1 h 215"/>
                  <a:gd name="T80" fmla="*/ 289 w 382"/>
                  <a:gd name="T81" fmla="*/ 0 h 215"/>
                  <a:gd name="T82" fmla="*/ 299 w 382"/>
                  <a:gd name="T83" fmla="*/ 10 h 215"/>
                  <a:gd name="T84" fmla="*/ 300 w 382"/>
                  <a:gd name="T85" fmla="*/ 85 h 215"/>
                  <a:gd name="T86" fmla="*/ 371 w 382"/>
                  <a:gd name="T87" fmla="*/ 84 h 215"/>
                  <a:gd name="T88" fmla="*/ 378 w 382"/>
                  <a:gd name="T89" fmla="*/ 87 h 215"/>
                  <a:gd name="T90" fmla="*/ 381 w 382"/>
                  <a:gd name="T91" fmla="*/ 94 h 215"/>
                  <a:gd name="T92" fmla="*/ 382 w 382"/>
                  <a:gd name="T93" fmla="*/ 199 h 215"/>
                  <a:gd name="T94" fmla="*/ 379 w 382"/>
                  <a:gd name="T95" fmla="*/ 206 h 215"/>
                  <a:gd name="T96" fmla="*/ 372 w 382"/>
                  <a:gd name="T97" fmla="*/ 208 h 215"/>
                  <a:gd name="T98" fmla="*/ 262 w 382"/>
                  <a:gd name="T99" fmla="*/ 210 h 215"/>
                  <a:gd name="T100" fmla="*/ 255 w 382"/>
                  <a:gd name="T101" fmla="*/ 207 h 215"/>
                  <a:gd name="T102" fmla="*/ 252 w 382"/>
                  <a:gd name="T103" fmla="*/ 200 h 215"/>
                  <a:gd name="T104" fmla="*/ 252 w 382"/>
                  <a:gd name="T105" fmla="*/ 171 h 215"/>
                  <a:gd name="T106" fmla="*/ 115 w 382"/>
                  <a:gd name="T107" fmla="*/ 172 h 215"/>
                  <a:gd name="T108" fmla="*/ 116 w 382"/>
                  <a:gd name="T109" fmla="*/ 204 h 215"/>
                  <a:gd name="T110" fmla="*/ 113 w 382"/>
                  <a:gd name="T111" fmla="*/ 211 h 215"/>
                  <a:gd name="T112" fmla="*/ 106 w 382"/>
                  <a:gd name="T113" fmla="*/ 214 h 215"/>
                  <a:gd name="T114" fmla="*/ 11 w 382"/>
                  <a:gd name="T115" fmla="*/ 215 h 215"/>
                  <a:gd name="T116" fmla="*/ 4 w 382"/>
                  <a:gd name="T117" fmla="*/ 212 h 215"/>
                  <a:gd name="T118" fmla="*/ 1 w 382"/>
                  <a:gd name="T119" fmla="*/ 205 h 215"/>
                  <a:gd name="T120" fmla="*/ 0 w 382"/>
                  <a:gd name="T121" fmla="*/ 98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82" h="215">
                    <a:moveTo>
                      <a:pt x="76" y="97"/>
                    </a:moveTo>
                    <a:cubicBezTo>
                      <a:pt x="76" y="103"/>
                      <a:pt x="71" y="107"/>
                      <a:pt x="66" y="107"/>
                    </a:cubicBezTo>
                    <a:lnTo>
                      <a:pt x="19" y="108"/>
                    </a:lnTo>
                    <a:lnTo>
                      <a:pt x="20" y="195"/>
                    </a:lnTo>
                    <a:lnTo>
                      <a:pt x="96" y="194"/>
                    </a:lnTo>
                    <a:lnTo>
                      <a:pt x="96" y="163"/>
                    </a:lnTo>
                    <a:cubicBezTo>
                      <a:pt x="96" y="160"/>
                      <a:pt x="97" y="158"/>
                      <a:pt x="98" y="156"/>
                    </a:cubicBezTo>
                    <a:cubicBezTo>
                      <a:pt x="100" y="154"/>
                      <a:pt x="103" y="153"/>
                      <a:pt x="105" y="153"/>
                    </a:cubicBezTo>
                    <a:lnTo>
                      <a:pt x="261" y="151"/>
                    </a:lnTo>
                    <a:cubicBezTo>
                      <a:pt x="264" y="151"/>
                      <a:pt x="267" y="152"/>
                      <a:pt x="268" y="154"/>
                    </a:cubicBezTo>
                    <a:cubicBezTo>
                      <a:pt x="270" y="156"/>
                      <a:pt x="271" y="158"/>
                      <a:pt x="271" y="161"/>
                    </a:cubicBezTo>
                    <a:lnTo>
                      <a:pt x="272" y="190"/>
                    </a:lnTo>
                    <a:lnTo>
                      <a:pt x="362" y="189"/>
                    </a:lnTo>
                    <a:lnTo>
                      <a:pt x="361" y="104"/>
                    </a:lnTo>
                    <a:lnTo>
                      <a:pt x="290" y="105"/>
                    </a:lnTo>
                    <a:cubicBezTo>
                      <a:pt x="288" y="105"/>
                      <a:pt x="285" y="104"/>
                      <a:pt x="283" y="102"/>
                    </a:cubicBezTo>
                    <a:cubicBezTo>
                      <a:pt x="282" y="100"/>
                      <a:pt x="280" y="98"/>
                      <a:pt x="280" y="95"/>
                    </a:cubicBezTo>
                    <a:lnTo>
                      <a:pt x="280" y="20"/>
                    </a:lnTo>
                    <a:lnTo>
                      <a:pt x="257" y="20"/>
                    </a:lnTo>
                    <a:lnTo>
                      <a:pt x="258" y="56"/>
                    </a:lnTo>
                    <a:lnTo>
                      <a:pt x="258" y="56"/>
                    </a:lnTo>
                    <a:cubicBezTo>
                      <a:pt x="258" y="61"/>
                      <a:pt x="253" y="65"/>
                      <a:pt x="248" y="65"/>
                    </a:cubicBezTo>
                    <a:lnTo>
                      <a:pt x="108" y="67"/>
                    </a:lnTo>
                    <a:cubicBezTo>
                      <a:pt x="103" y="67"/>
                      <a:pt x="98" y="63"/>
                      <a:pt x="98" y="57"/>
                    </a:cubicBezTo>
                    <a:lnTo>
                      <a:pt x="98" y="28"/>
                    </a:lnTo>
                    <a:lnTo>
                      <a:pt x="75" y="28"/>
                    </a:lnTo>
                    <a:lnTo>
                      <a:pt x="76" y="97"/>
                    </a:lnTo>
                    <a:close/>
                    <a:moveTo>
                      <a:pt x="0" y="98"/>
                    </a:moveTo>
                    <a:cubicBezTo>
                      <a:pt x="0" y="93"/>
                      <a:pt x="4" y="88"/>
                      <a:pt x="9" y="88"/>
                    </a:cubicBezTo>
                    <a:lnTo>
                      <a:pt x="56" y="88"/>
                    </a:lnTo>
                    <a:lnTo>
                      <a:pt x="55" y="19"/>
                    </a:lnTo>
                    <a:lnTo>
                      <a:pt x="55" y="19"/>
                    </a:lnTo>
                    <a:cubicBezTo>
                      <a:pt x="55" y="13"/>
                      <a:pt x="59" y="9"/>
                      <a:pt x="65" y="9"/>
                    </a:cubicBezTo>
                    <a:lnTo>
                      <a:pt x="108" y="8"/>
                    </a:lnTo>
                    <a:cubicBezTo>
                      <a:pt x="113" y="8"/>
                      <a:pt x="117" y="13"/>
                      <a:pt x="117" y="18"/>
                    </a:cubicBezTo>
                    <a:lnTo>
                      <a:pt x="118" y="47"/>
                    </a:lnTo>
                    <a:lnTo>
                      <a:pt x="238" y="46"/>
                    </a:lnTo>
                    <a:lnTo>
                      <a:pt x="238" y="10"/>
                    </a:lnTo>
                    <a:lnTo>
                      <a:pt x="238" y="10"/>
                    </a:lnTo>
                    <a:cubicBezTo>
                      <a:pt x="238" y="5"/>
                      <a:pt x="242" y="1"/>
                      <a:pt x="247" y="1"/>
                    </a:cubicBezTo>
                    <a:lnTo>
                      <a:pt x="289" y="0"/>
                    </a:lnTo>
                    <a:cubicBezTo>
                      <a:pt x="295" y="0"/>
                      <a:pt x="299" y="5"/>
                      <a:pt x="299" y="10"/>
                    </a:cubicBezTo>
                    <a:lnTo>
                      <a:pt x="300" y="85"/>
                    </a:lnTo>
                    <a:lnTo>
                      <a:pt x="371" y="84"/>
                    </a:lnTo>
                    <a:cubicBezTo>
                      <a:pt x="373" y="84"/>
                      <a:pt x="376" y="85"/>
                      <a:pt x="378" y="87"/>
                    </a:cubicBezTo>
                    <a:cubicBezTo>
                      <a:pt x="380" y="89"/>
                      <a:pt x="381" y="91"/>
                      <a:pt x="381" y="94"/>
                    </a:cubicBezTo>
                    <a:lnTo>
                      <a:pt x="382" y="199"/>
                    </a:lnTo>
                    <a:cubicBezTo>
                      <a:pt x="381" y="201"/>
                      <a:pt x="381" y="204"/>
                      <a:pt x="379" y="206"/>
                    </a:cubicBezTo>
                    <a:cubicBezTo>
                      <a:pt x="377" y="207"/>
                      <a:pt x="375" y="208"/>
                      <a:pt x="372" y="208"/>
                    </a:cubicBezTo>
                    <a:lnTo>
                      <a:pt x="262" y="210"/>
                    </a:lnTo>
                    <a:cubicBezTo>
                      <a:pt x="259" y="210"/>
                      <a:pt x="257" y="209"/>
                      <a:pt x="255" y="207"/>
                    </a:cubicBezTo>
                    <a:cubicBezTo>
                      <a:pt x="253" y="205"/>
                      <a:pt x="252" y="202"/>
                      <a:pt x="252" y="200"/>
                    </a:cubicBezTo>
                    <a:lnTo>
                      <a:pt x="252" y="171"/>
                    </a:lnTo>
                    <a:lnTo>
                      <a:pt x="115" y="172"/>
                    </a:lnTo>
                    <a:lnTo>
                      <a:pt x="116" y="204"/>
                    </a:lnTo>
                    <a:cubicBezTo>
                      <a:pt x="116" y="207"/>
                      <a:pt x="115" y="209"/>
                      <a:pt x="113" y="211"/>
                    </a:cubicBezTo>
                    <a:cubicBezTo>
                      <a:pt x="111" y="213"/>
                      <a:pt x="109" y="214"/>
                      <a:pt x="106" y="214"/>
                    </a:cubicBezTo>
                    <a:lnTo>
                      <a:pt x="11" y="215"/>
                    </a:lnTo>
                    <a:cubicBezTo>
                      <a:pt x="8" y="215"/>
                      <a:pt x="6" y="214"/>
                      <a:pt x="4" y="212"/>
                    </a:cubicBezTo>
                    <a:cubicBezTo>
                      <a:pt x="2" y="210"/>
                      <a:pt x="1" y="208"/>
                      <a:pt x="1" y="205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3" name="Freeform 152"/>
              <p:cNvSpPr>
                <a:spLocks noEditPoints="1"/>
              </p:cNvSpPr>
              <p:nvPr/>
            </p:nvSpPr>
            <p:spPr bwMode="auto">
              <a:xfrm>
                <a:off x="10417" y="702"/>
                <a:ext cx="57" cy="64"/>
              </a:xfrm>
              <a:custGeom>
                <a:avLst/>
                <a:gdLst>
                  <a:gd name="T0" fmla="*/ 41 w 214"/>
                  <a:gd name="T1" fmla="*/ 39 h 240"/>
                  <a:gd name="T2" fmla="*/ 22 w 214"/>
                  <a:gd name="T3" fmla="*/ 134 h 240"/>
                  <a:gd name="T4" fmla="*/ 96 w 214"/>
                  <a:gd name="T5" fmla="*/ 149 h 240"/>
                  <a:gd name="T6" fmla="*/ 104 w 214"/>
                  <a:gd name="T7" fmla="*/ 161 h 240"/>
                  <a:gd name="T8" fmla="*/ 96 w 214"/>
                  <a:gd name="T9" fmla="*/ 203 h 240"/>
                  <a:gd name="T10" fmla="*/ 173 w 214"/>
                  <a:gd name="T11" fmla="*/ 219 h 240"/>
                  <a:gd name="T12" fmla="*/ 192 w 214"/>
                  <a:gd name="T13" fmla="*/ 123 h 240"/>
                  <a:gd name="T14" fmla="*/ 142 w 214"/>
                  <a:gd name="T15" fmla="*/ 113 h 240"/>
                  <a:gd name="T16" fmla="*/ 135 w 214"/>
                  <a:gd name="T17" fmla="*/ 111 h 240"/>
                  <a:gd name="T18" fmla="*/ 131 w 214"/>
                  <a:gd name="T19" fmla="*/ 102 h 240"/>
                  <a:gd name="T20" fmla="*/ 146 w 214"/>
                  <a:gd name="T21" fmla="*/ 25 h 240"/>
                  <a:gd name="T22" fmla="*/ 135 w 214"/>
                  <a:gd name="T23" fmla="*/ 22 h 240"/>
                  <a:gd name="T24" fmla="*/ 130 w 214"/>
                  <a:gd name="T25" fmla="*/ 46 h 240"/>
                  <a:gd name="T26" fmla="*/ 119 w 214"/>
                  <a:gd name="T27" fmla="*/ 54 h 240"/>
                  <a:gd name="T28" fmla="*/ 41 w 214"/>
                  <a:gd name="T29" fmla="*/ 39 h 240"/>
                  <a:gd name="T30" fmla="*/ 0 w 214"/>
                  <a:gd name="T31" fmla="*/ 142 h 240"/>
                  <a:gd name="T32" fmla="*/ 0 w 214"/>
                  <a:gd name="T33" fmla="*/ 140 h 240"/>
                  <a:gd name="T34" fmla="*/ 23 w 214"/>
                  <a:gd name="T35" fmla="*/ 25 h 240"/>
                  <a:gd name="T36" fmla="*/ 35 w 214"/>
                  <a:gd name="T37" fmla="*/ 17 h 240"/>
                  <a:gd name="T38" fmla="*/ 113 w 214"/>
                  <a:gd name="T39" fmla="*/ 33 h 240"/>
                  <a:gd name="T40" fmla="*/ 118 w 214"/>
                  <a:gd name="T41" fmla="*/ 9 h 240"/>
                  <a:gd name="T42" fmla="*/ 129 w 214"/>
                  <a:gd name="T43" fmla="*/ 1 h 240"/>
                  <a:gd name="T44" fmla="*/ 159 w 214"/>
                  <a:gd name="T45" fmla="*/ 7 h 240"/>
                  <a:gd name="T46" fmla="*/ 167 w 214"/>
                  <a:gd name="T47" fmla="*/ 19 h 240"/>
                  <a:gd name="T48" fmla="*/ 152 w 214"/>
                  <a:gd name="T49" fmla="*/ 95 h 240"/>
                  <a:gd name="T50" fmla="*/ 205 w 214"/>
                  <a:gd name="T51" fmla="*/ 105 h 240"/>
                  <a:gd name="T52" fmla="*/ 212 w 214"/>
                  <a:gd name="T53" fmla="*/ 109 h 240"/>
                  <a:gd name="T54" fmla="*/ 213 w 214"/>
                  <a:gd name="T55" fmla="*/ 117 h 240"/>
                  <a:gd name="T56" fmla="*/ 190 w 214"/>
                  <a:gd name="T57" fmla="*/ 232 h 240"/>
                  <a:gd name="T58" fmla="*/ 186 w 214"/>
                  <a:gd name="T59" fmla="*/ 238 h 240"/>
                  <a:gd name="T60" fmla="*/ 179 w 214"/>
                  <a:gd name="T61" fmla="*/ 240 h 240"/>
                  <a:gd name="T62" fmla="*/ 82 w 214"/>
                  <a:gd name="T63" fmla="*/ 221 h 240"/>
                  <a:gd name="T64" fmla="*/ 75 w 214"/>
                  <a:gd name="T65" fmla="*/ 209 h 240"/>
                  <a:gd name="T66" fmla="*/ 83 w 214"/>
                  <a:gd name="T67" fmla="*/ 166 h 240"/>
                  <a:gd name="T68" fmla="*/ 8 w 214"/>
                  <a:gd name="T69" fmla="*/ 152 h 240"/>
                  <a:gd name="T70" fmla="*/ 2 w 214"/>
                  <a:gd name="T71" fmla="*/ 147 h 240"/>
                  <a:gd name="T72" fmla="*/ 0 w 214"/>
                  <a:gd name="T73" fmla="*/ 142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4" h="240">
                    <a:moveTo>
                      <a:pt x="41" y="39"/>
                    </a:moveTo>
                    <a:lnTo>
                      <a:pt x="22" y="134"/>
                    </a:lnTo>
                    <a:lnTo>
                      <a:pt x="96" y="149"/>
                    </a:lnTo>
                    <a:cubicBezTo>
                      <a:pt x="102" y="150"/>
                      <a:pt x="105" y="155"/>
                      <a:pt x="104" y="161"/>
                    </a:cubicBezTo>
                    <a:lnTo>
                      <a:pt x="96" y="203"/>
                    </a:lnTo>
                    <a:lnTo>
                      <a:pt x="173" y="219"/>
                    </a:lnTo>
                    <a:lnTo>
                      <a:pt x="192" y="123"/>
                    </a:lnTo>
                    <a:lnTo>
                      <a:pt x="142" y="113"/>
                    </a:lnTo>
                    <a:cubicBezTo>
                      <a:pt x="139" y="113"/>
                      <a:pt x="137" y="113"/>
                      <a:pt x="135" y="111"/>
                    </a:cubicBezTo>
                    <a:cubicBezTo>
                      <a:pt x="132" y="109"/>
                      <a:pt x="130" y="105"/>
                      <a:pt x="131" y="102"/>
                    </a:cubicBezTo>
                    <a:lnTo>
                      <a:pt x="146" y="25"/>
                    </a:lnTo>
                    <a:lnTo>
                      <a:pt x="135" y="22"/>
                    </a:lnTo>
                    <a:lnTo>
                      <a:pt x="130" y="46"/>
                    </a:lnTo>
                    <a:cubicBezTo>
                      <a:pt x="129" y="52"/>
                      <a:pt x="124" y="55"/>
                      <a:pt x="119" y="54"/>
                    </a:cubicBezTo>
                    <a:lnTo>
                      <a:pt x="41" y="39"/>
                    </a:lnTo>
                    <a:close/>
                    <a:moveTo>
                      <a:pt x="0" y="142"/>
                    </a:moveTo>
                    <a:cubicBezTo>
                      <a:pt x="0" y="141"/>
                      <a:pt x="0" y="141"/>
                      <a:pt x="0" y="140"/>
                    </a:cubicBezTo>
                    <a:lnTo>
                      <a:pt x="23" y="25"/>
                    </a:lnTo>
                    <a:cubicBezTo>
                      <a:pt x="24" y="20"/>
                      <a:pt x="29" y="16"/>
                      <a:pt x="35" y="17"/>
                    </a:cubicBezTo>
                    <a:lnTo>
                      <a:pt x="113" y="33"/>
                    </a:lnTo>
                    <a:lnTo>
                      <a:pt x="118" y="9"/>
                    </a:lnTo>
                    <a:cubicBezTo>
                      <a:pt x="119" y="4"/>
                      <a:pt x="124" y="0"/>
                      <a:pt x="129" y="1"/>
                    </a:cubicBezTo>
                    <a:lnTo>
                      <a:pt x="159" y="7"/>
                    </a:lnTo>
                    <a:cubicBezTo>
                      <a:pt x="165" y="8"/>
                      <a:pt x="168" y="13"/>
                      <a:pt x="167" y="19"/>
                    </a:cubicBezTo>
                    <a:lnTo>
                      <a:pt x="152" y="95"/>
                    </a:lnTo>
                    <a:lnTo>
                      <a:pt x="205" y="105"/>
                    </a:lnTo>
                    <a:cubicBezTo>
                      <a:pt x="208" y="106"/>
                      <a:pt x="210" y="107"/>
                      <a:pt x="212" y="109"/>
                    </a:cubicBezTo>
                    <a:cubicBezTo>
                      <a:pt x="213" y="112"/>
                      <a:pt x="214" y="114"/>
                      <a:pt x="213" y="117"/>
                    </a:cubicBezTo>
                    <a:lnTo>
                      <a:pt x="190" y="232"/>
                    </a:lnTo>
                    <a:cubicBezTo>
                      <a:pt x="190" y="235"/>
                      <a:pt x="188" y="237"/>
                      <a:pt x="186" y="238"/>
                    </a:cubicBezTo>
                    <a:cubicBezTo>
                      <a:pt x="184" y="240"/>
                      <a:pt x="181" y="240"/>
                      <a:pt x="179" y="240"/>
                    </a:cubicBezTo>
                    <a:lnTo>
                      <a:pt x="82" y="221"/>
                    </a:lnTo>
                    <a:cubicBezTo>
                      <a:pt x="77" y="219"/>
                      <a:pt x="73" y="214"/>
                      <a:pt x="75" y="209"/>
                    </a:cubicBezTo>
                    <a:lnTo>
                      <a:pt x="83" y="166"/>
                    </a:lnTo>
                    <a:lnTo>
                      <a:pt x="8" y="152"/>
                    </a:lnTo>
                    <a:cubicBezTo>
                      <a:pt x="6" y="151"/>
                      <a:pt x="3" y="150"/>
                      <a:pt x="2" y="147"/>
                    </a:cubicBezTo>
                    <a:cubicBezTo>
                      <a:pt x="1" y="146"/>
                      <a:pt x="0" y="144"/>
                      <a:pt x="0" y="1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4" name="Freeform 153"/>
              <p:cNvSpPr>
                <a:spLocks noEditPoints="1"/>
              </p:cNvSpPr>
              <p:nvPr/>
            </p:nvSpPr>
            <p:spPr bwMode="auto">
              <a:xfrm>
                <a:off x="10446" y="836"/>
                <a:ext cx="115" cy="71"/>
              </a:xfrm>
              <a:custGeom>
                <a:avLst/>
                <a:gdLst>
                  <a:gd name="T0" fmla="*/ 42 w 433"/>
                  <a:gd name="T1" fmla="*/ 44 h 266"/>
                  <a:gd name="T2" fmla="*/ 22 w 433"/>
                  <a:gd name="T3" fmla="*/ 160 h 266"/>
                  <a:gd name="T4" fmla="*/ 113 w 433"/>
                  <a:gd name="T5" fmla="*/ 176 h 266"/>
                  <a:gd name="T6" fmla="*/ 121 w 433"/>
                  <a:gd name="T7" fmla="*/ 187 h 266"/>
                  <a:gd name="T8" fmla="*/ 116 w 433"/>
                  <a:gd name="T9" fmla="*/ 219 h 266"/>
                  <a:gd name="T10" fmla="*/ 264 w 433"/>
                  <a:gd name="T11" fmla="*/ 245 h 266"/>
                  <a:gd name="T12" fmla="*/ 269 w 433"/>
                  <a:gd name="T13" fmla="*/ 213 h 266"/>
                  <a:gd name="T14" fmla="*/ 273 w 433"/>
                  <a:gd name="T15" fmla="*/ 207 h 266"/>
                  <a:gd name="T16" fmla="*/ 280 w 433"/>
                  <a:gd name="T17" fmla="*/ 205 h 266"/>
                  <a:gd name="T18" fmla="*/ 390 w 433"/>
                  <a:gd name="T19" fmla="*/ 224 h 266"/>
                  <a:gd name="T20" fmla="*/ 411 w 433"/>
                  <a:gd name="T21" fmla="*/ 105 h 266"/>
                  <a:gd name="T22" fmla="*/ 328 w 433"/>
                  <a:gd name="T23" fmla="*/ 91 h 266"/>
                  <a:gd name="T24" fmla="*/ 320 w 433"/>
                  <a:gd name="T25" fmla="*/ 79 h 266"/>
                  <a:gd name="T26" fmla="*/ 326 w 433"/>
                  <a:gd name="T27" fmla="*/ 46 h 266"/>
                  <a:gd name="T28" fmla="*/ 314 w 433"/>
                  <a:gd name="T29" fmla="*/ 43 h 266"/>
                  <a:gd name="T30" fmla="*/ 301 w 433"/>
                  <a:gd name="T31" fmla="*/ 115 h 266"/>
                  <a:gd name="T32" fmla="*/ 289 w 433"/>
                  <a:gd name="T33" fmla="*/ 123 h 266"/>
                  <a:gd name="T34" fmla="*/ 162 w 433"/>
                  <a:gd name="T35" fmla="*/ 101 h 266"/>
                  <a:gd name="T36" fmla="*/ 156 w 433"/>
                  <a:gd name="T37" fmla="*/ 97 h 266"/>
                  <a:gd name="T38" fmla="*/ 154 w 433"/>
                  <a:gd name="T39" fmla="*/ 90 h 266"/>
                  <a:gd name="T40" fmla="*/ 166 w 433"/>
                  <a:gd name="T41" fmla="*/ 23 h 266"/>
                  <a:gd name="T42" fmla="*/ 161 w 433"/>
                  <a:gd name="T43" fmla="*/ 22 h 266"/>
                  <a:gd name="T44" fmla="*/ 155 w 433"/>
                  <a:gd name="T45" fmla="*/ 53 h 266"/>
                  <a:gd name="T46" fmla="*/ 144 w 433"/>
                  <a:gd name="T47" fmla="*/ 61 h 266"/>
                  <a:gd name="T48" fmla="*/ 42 w 433"/>
                  <a:gd name="T49" fmla="*/ 44 h 266"/>
                  <a:gd name="T50" fmla="*/ 0 w 433"/>
                  <a:gd name="T51" fmla="*/ 168 h 266"/>
                  <a:gd name="T52" fmla="*/ 1 w 433"/>
                  <a:gd name="T53" fmla="*/ 166 h 266"/>
                  <a:gd name="T54" fmla="*/ 24 w 433"/>
                  <a:gd name="T55" fmla="*/ 31 h 266"/>
                  <a:gd name="T56" fmla="*/ 28 w 433"/>
                  <a:gd name="T57" fmla="*/ 24 h 266"/>
                  <a:gd name="T58" fmla="*/ 36 w 433"/>
                  <a:gd name="T59" fmla="*/ 22 h 266"/>
                  <a:gd name="T60" fmla="*/ 138 w 433"/>
                  <a:gd name="T61" fmla="*/ 40 h 266"/>
                  <a:gd name="T62" fmla="*/ 143 w 433"/>
                  <a:gd name="T63" fmla="*/ 9 h 266"/>
                  <a:gd name="T64" fmla="*/ 147 w 433"/>
                  <a:gd name="T65" fmla="*/ 2 h 266"/>
                  <a:gd name="T66" fmla="*/ 155 w 433"/>
                  <a:gd name="T67" fmla="*/ 1 h 266"/>
                  <a:gd name="T68" fmla="*/ 179 w 433"/>
                  <a:gd name="T69" fmla="*/ 5 h 266"/>
                  <a:gd name="T70" fmla="*/ 186 w 433"/>
                  <a:gd name="T71" fmla="*/ 9 h 266"/>
                  <a:gd name="T72" fmla="*/ 187 w 433"/>
                  <a:gd name="T73" fmla="*/ 16 h 266"/>
                  <a:gd name="T74" fmla="*/ 175 w 433"/>
                  <a:gd name="T75" fmla="*/ 83 h 266"/>
                  <a:gd name="T76" fmla="*/ 283 w 433"/>
                  <a:gd name="T77" fmla="*/ 102 h 266"/>
                  <a:gd name="T78" fmla="*/ 296 w 433"/>
                  <a:gd name="T79" fmla="*/ 30 h 266"/>
                  <a:gd name="T80" fmla="*/ 307 w 433"/>
                  <a:gd name="T81" fmla="*/ 22 h 266"/>
                  <a:gd name="T82" fmla="*/ 339 w 433"/>
                  <a:gd name="T83" fmla="*/ 28 h 266"/>
                  <a:gd name="T84" fmla="*/ 347 w 433"/>
                  <a:gd name="T85" fmla="*/ 39 h 266"/>
                  <a:gd name="T86" fmla="*/ 341 w 433"/>
                  <a:gd name="T87" fmla="*/ 73 h 266"/>
                  <a:gd name="T88" fmla="*/ 424 w 433"/>
                  <a:gd name="T89" fmla="*/ 88 h 266"/>
                  <a:gd name="T90" fmla="*/ 432 w 433"/>
                  <a:gd name="T91" fmla="*/ 99 h 266"/>
                  <a:gd name="T92" fmla="*/ 408 w 433"/>
                  <a:gd name="T93" fmla="*/ 237 h 266"/>
                  <a:gd name="T94" fmla="*/ 396 w 433"/>
                  <a:gd name="T95" fmla="*/ 245 h 266"/>
                  <a:gd name="T96" fmla="*/ 287 w 433"/>
                  <a:gd name="T97" fmla="*/ 226 h 266"/>
                  <a:gd name="T98" fmla="*/ 281 w 433"/>
                  <a:gd name="T99" fmla="*/ 258 h 266"/>
                  <a:gd name="T100" fmla="*/ 277 w 433"/>
                  <a:gd name="T101" fmla="*/ 264 h 266"/>
                  <a:gd name="T102" fmla="*/ 270 w 433"/>
                  <a:gd name="T103" fmla="*/ 266 h 266"/>
                  <a:gd name="T104" fmla="*/ 103 w 433"/>
                  <a:gd name="T105" fmla="*/ 236 h 266"/>
                  <a:gd name="T106" fmla="*/ 95 w 433"/>
                  <a:gd name="T107" fmla="*/ 225 h 266"/>
                  <a:gd name="T108" fmla="*/ 100 w 433"/>
                  <a:gd name="T109" fmla="*/ 193 h 266"/>
                  <a:gd name="T110" fmla="*/ 9 w 433"/>
                  <a:gd name="T111" fmla="*/ 177 h 266"/>
                  <a:gd name="T112" fmla="*/ 2 w 433"/>
                  <a:gd name="T113" fmla="*/ 173 h 266"/>
                  <a:gd name="T114" fmla="*/ 0 w 433"/>
                  <a:gd name="T115" fmla="*/ 16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33" h="266">
                    <a:moveTo>
                      <a:pt x="42" y="44"/>
                    </a:moveTo>
                    <a:lnTo>
                      <a:pt x="22" y="160"/>
                    </a:lnTo>
                    <a:lnTo>
                      <a:pt x="113" y="176"/>
                    </a:lnTo>
                    <a:cubicBezTo>
                      <a:pt x="119" y="177"/>
                      <a:pt x="122" y="182"/>
                      <a:pt x="121" y="187"/>
                    </a:cubicBezTo>
                    <a:lnTo>
                      <a:pt x="116" y="219"/>
                    </a:lnTo>
                    <a:lnTo>
                      <a:pt x="264" y="245"/>
                    </a:lnTo>
                    <a:lnTo>
                      <a:pt x="269" y="213"/>
                    </a:lnTo>
                    <a:cubicBezTo>
                      <a:pt x="269" y="211"/>
                      <a:pt x="271" y="208"/>
                      <a:pt x="273" y="207"/>
                    </a:cubicBezTo>
                    <a:cubicBezTo>
                      <a:pt x="275" y="205"/>
                      <a:pt x="278" y="205"/>
                      <a:pt x="280" y="205"/>
                    </a:cubicBezTo>
                    <a:lnTo>
                      <a:pt x="390" y="224"/>
                    </a:lnTo>
                    <a:lnTo>
                      <a:pt x="411" y="105"/>
                    </a:lnTo>
                    <a:lnTo>
                      <a:pt x="328" y="91"/>
                    </a:lnTo>
                    <a:cubicBezTo>
                      <a:pt x="323" y="90"/>
                      <a:pt x="319" y="85"/>
                      <a:pt x="320" y="79"/>
                    </a:cubicBezTo>
                    <a:lnTo>
                      <a:pt x="326" y="46"/>
                    </a:lnTo>
                    <a:lnTo>
                      <a:pt x="314" y="43"/>
                    </a:lnTo>
                    <a:lnTo>
                      <a:pt x="301" y="115"/>
                    </a:lnTo>
                    <a:cubicBezTo>
                      <a:pt x="300" y="121"/>
                      <a:pt x="295" y="124"/>
                      <a:pt x="289" y="123"/>
                    </a:cubicBezTo>
                    <a:lnTo>
                      <a:pt x="162" y="101"/>
                    </a:lnTo>
                    <a:cubicBezTo>
                      <a:pt x="160" y="101"/>
                      <a:pt x="157" y="99"/>
                      <a:pt x="156" y="97"/>
                    </a:cubicBezTo>
                    <a:cubicBezTo>
                      <a:pt x="154" y="95"/>
                      <a:pt x="154" y="92"/>
                      <a:pt x="154" y="90"/>
                    </a:cubicBezTo>
                    <a:lnTo>
                      <a:pt x="166" y="23"/>
                    </a:lnTo>
                    <a:lnTo>
                      <a:pt x="161" y="22"/>
                    </a:lnTo>
                    <a:lnTo>
                      <a:pt x="155" y="53"/>
                    </a:lnTo>
                    <a:cubicBezTo>
                      <a:pt x="155" y="59"/>
                      <a:pt x="149" y="62"/>
                      <a:pt x="144" y="61"/>
                    </a:cubicBezTo>
                    <a:lnTo>
                      <a:pt x="42" y="44"/>
                    </a:lnTo>
                    <a:close/>
                    <a:moveTo>
                      <a:pt x="0" y="168"/>
                    </a:moveTo>
                    <a:cubicBezTo>
                      <a:pt x="0" y="167"/>
                      <a:pt x="1" y="167"/>
                      <a:pt x="1" y="166"/>
                    </a:cubicBezTo>
                    <a:lnTo>
                      <a:pt x="24" y="31"/>
                    </a:lnTo>
                    <a:cubicBezTo>
                      <a:pt x="25" y="28"/>
                      <a:pt x="26" y="26"/>
                      <a:pt x="28" y="24"/>
                    </a:cubicBezTo>
                    <a:cubicBezTo>
                      <a:pt x="31" y="23"/>
                      <a:pt x="33" y="22"/>
                      <a:pt x="36" y="22"/>
                    </a:cubicBezTo>
                    <a:lnTo>
                      <a:pt x="138" y="40"/>
                    </a:lnTo>
                    <a:lnTo>
                      <a:pt x="143" y="9"/>
                    </a:lnTo>
                    <a:cubicBezTo>
                      <a:pt x="144" y="6"/>
                      <a:pt x="145" y="4"/>
                      <a:pt x="147" y="2"/>
                    </a:cubicBezTo>
                    <a:cubicBezTo>
                      <a:pt x="149" y="1"/>
                      <a:pt x="152" y="0"/>
                      <a:pt x="155" y="1"/>
                    </a:cubicBezTo>
                    <a:lnTo>
                      <a:pt x="179" y="5"/>
                    </a:lnTo>
                    <a:cubicBezTo>
                      <a:pt x="182" y="5"/>
                      <a:pt x="184" y="7"/>
                      <a:pt x="186" y="9"/>
                    </a:cubicBezTo>
                    <a:cubicBezTo>
                      <a:pt x="187" y="11"/>
                      <a:pt x="188" y="14"/>
                      <a:pt x="187" y="16"/>
                    </a:cubicBezTo>
                    <a:lnTo>
                      <a:pt x="175" y="83"/>
                    </a:lnTo>
                    <a:lnTo>
                      <a:pt x="283" y="102"/>
                    </a:lnTo>
                    <a:lnTo>
                      <a:pt x="296" y="30"/>
                    </a:lnTo>
                    <a:cubicBezTo>
                      <a:pt x="297" y="25"/>
                      <a:pt x="302" y="21"/>
                      <a:pt x="307" y="22"/>
                    </a:cubicBezTo>
                    <a:lnTo>
                      <a:pt x="339" y="28"/>
                    </a:lnTo>
                    <a:cubicBezTo>
                      <a:pt x="344" y="29"/>
                      <a:pt x="348" y="34"/>
                      <a:pt x="347" y="39"/>
                    </a:cubicBezTo>
                    <a:lnTo>
                      <a:pt x="341" y="73"/>
                    </a:lnTo>
                    <a:lnTo>
                      <a:pt x="424" y="88"/>
                    </a:lnTo>
                    <a:cubicBezTo>
                      <a:pt x="430" y="89"/>
                      <a:pt x="433" y="94"/>
                      <a:pt x="432" y="99"/>
                    </a:cubicBezTo>
                    <a:lnTo>
                      <a:pt x="408" y="237"/>
                    </a:lnTo>
                    <a:cubicBezTo>
                      <a:pt x="407" y="243"/>
                      <a:pt x="402" y="246"/>
                      <a:pt x="396" y="245"/>
                    </a:cubicBezTo>
                    <a:lnTo>
                      <a:pt x="287" y="226"/>
                    </a:lnTo>
                    <a:lnTo>
                      <a:pt x="281" y="258"/>
                    </a:lnTo>
                    <a:cubicBezTo>
                      <a:pt x="281" y="260"/>
                      <a:pt x="279" y="263"/>
                      <a:pt x="277" y="264"/>
                    </a:cubicBezTo>
                    <a:cubicBezTo>
                      <a:pt x="275" y="266"/>
                      <a:pt x="272" y="266"/>
                      <a:pt x="270" y="266"/>
                    </a:cubicBezTo>
                    <a:lnTo>
                      <a:pt x="103" y="236"/>
                    </a:lnTo>
                    <a:cubicBezTo>
                      <a:pt x="98" y="235"/>
                      <a:pt x="94" y="230"/>
                      <a:pt x="95" y="225"/>
                    </a:cubicBezTo>
                    <a:lnTo>
                      <a:pt x="100" y="193"/>
                    </a:lnTo>
                    <a:lnTo>
                      <a:pt x="9" y="177"/>
                    </a:lnTo>
                    <a:cubicBezTo>
                      <a:pt x="6" y="177"/>
                      <a:pt x="4" y="175"/>
                      <a:pt x="2" y="173"/>
                    </a:cubicBezTo>
                    <a:cubicBezTo>
                      <a:pt x="1" y="172"/>
                      <a:pt x="0" y="170"/>
                      <a:pt x="0" y="16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5" name="Freeform 154"/>
              <p:cNvSpPr>
                <a:spLocks noEditPoints="1"/>
              </p:cNvSpPr>
              <p:nvPr/>
            </p:nvSpPr>
            <p:spPr bwMode="auto">
              <a:xfrm>
                <a:off x="10315" y="3706"/>
                <a:ext cx="411" cy="501"/>
              </a:xfrm>
              <a:custGeom>
                <a:avLst/>
                <a:gdLst>
                  <a:gd name="T0" fmla="*/ 34 w 1544"/>
                  <a:gd name="T1" fmla="*/ 527 h 1886"/>
                  <a:gd name="T2" fmla="*/ 424 w 1544"/>
                  <a:gd name="T3" fmla="*/ 599 h 1886"/>
                  <a:gd name="T4" fmla="*/ 437 w 1544"/>
                  <a:gd name="T5" fmla="*/ 594 h 1886"/>
                  <a:gd name="T6" fmla="*/ 674 w 1544"/>
                  <a:gd name="T7" fmla="*/ 724 h 1886"/>
                  <a:gd name="T8" fmla="*/ 606 w 1544"/>
                  <a:gd name="T9" fmla="*/ 839 h 1886"/>
                  <a:gd name="T10" fmla="*/ 275 w 1544"/>
                  <a:gd name="T11" fmla="*/ 1157 h 1886"/>
                  <a:gd name="T12" fmla="*/ 516 w 1544"/>
                  <a:gd name="T13" fmla="*/ 1272 h 1886"/>
                  <a:gd name="T14" fmla="*/ 521 w 1544"/>
                  <a:gd name="T15" fmla="*/ 1286 h 1886"/>
                  <a:gd name="T16" fmla="*/ 460 w 1544"/>
                  <a:gd name="T17" fmla="*/ 1451 h 1886"/>
                  <a:gd name="T18" fmla="*/ 307 w 1544"/>
                  <a:gd name="T19" fmla="*/ 1787 h 1886"/>
                  <a:gd name="T20" fmla="*/ 742 w 1544"/>
                  <a:gd name="T21" fmla="*/ 1291 h 1886"/>
                  <a:gd name="T22" fmla="*/ 830 w 1544"/>
                  <a:gd name="T23" fmla="*/ 1323 h 1886"/>
                  <a:gd name="T24" fmla="*/ 834 w 1544"/>
                  <a:gd name="T25" fmla="*/ 1336 h 1886"/>
                  <a:gd name="T26" fmla="*/ 805 w 1544"/>
                  <a:gd name="T27" fmla="*/ 1541 h 1886"/>
                  <a:gd name="T28" fmla="*/ 1389 w 1544"/>
                  <a:gd name="T29" fmla="*/ 24 h 1886"/>
                  <a:gd name="T30" fmla="*/ 1079 w 1544"/>
                  <a:gd name="T31" fmla="*/ 621 h 1886"/>
                  <a:gd name="T32" fmla="*/ 951 w 1544"/>
                  <a:gd name="T33" fmla="*/ 856 h 1886"/>
                  <a:gd name="T34" fmla="*/ 938 w 1544"/>
                  <a:gd name="T35" fmla="*/ 860 h 1886"/>
                  <a:gd name="T36" fmla="*/ 874 w 1544"/>
                  <a:gd name="T37" fmla="*/ 818 h 1886"/>
                  <a:gd name="T38" fmla="*/ 1076 w 1544"/>
                  <a:gd name="T39" fmla="*/ 431 h 1886"/>
                  <a:gd name="T40" fmla="*/ 1112 w 1544"/>
                  <a:gd name="T41" fmla="*/ 379 h 1886"/>
                  <a:gd name="T42" fmla="*/ 1069 w 1544"/>
                  <a:gd name="T43" fmla="*/ 345 h 1886"/>
                  <a:gd name="T44" fmla="*/ 0 w 1544"/>
                  <a:gd name="T45" fmla="*/ 526 h 1886"/>
                  <a:gd name="T46" fmla="*/ 7 w 1544"/>
                  <a:gd name="T47" fmla="*/ 517 h 1886"/>
                  <a:gd name="T48" fmla="*/ 1230 w 1544"/>
                  <a:gd name="T49" fmla="*/ 50 h 1886"/>
                  <a:gd name="T50" fmla="*/ 1091 w 1544"/>
                  <a:gd name="T51" fmla="*/ 346 h 1886"/>
                  <a:gd name="T52" fmla="*/ 1134 w 1544"/>
                  <a:gd name="T53" fmla="*/ 379 h 1886"/>
                  <a:gd name="T54" fmla="*/ 1086 w 1544"/>
                  <a:gd name="T55" fmla="*/ 458 h 1886"/>
                  <a:gd name="T56" fmla="*/ 896 w 1544"/>
                  <a:gd name="T57" fmla="*/ 818 h 1886"/>
                  <a:gd name="T58" fmla="*/ 1049 w 1544"/>
                  <a:gd name="T59" fmla="*/ 612 h 1886"/>
                  <a:gd name="T60" fmla="*/ 1069 w 1544"/>
                  <a:gd name="T61" fmla="*/ 603 h 1886"/>
                  <a:gd name="T62" fmla="*/ 1389 w 1544"/>
                  <a:gd name="T63" fmla="*/ 2 h 1886"/>
                  <a:gd name="T64" fmla="*/ 1543 w 1544"/>
                  <a:gd name="T65" fmla="*/ 81 h 1886"/>
                  <a:gd name="T66" fmla="*/ 818 w 1544"/>
                  <a:gd name="T67" fmla="*/ 1558 h 1886"/>
                  <a:gd name="T68" fmla="*/ 730 w 1544"/>
                  <a:gd name="T69" fmla="*/ 1526 h 1886"/>
                  <a:gd name="T70" fmla="*/ 725 w 1544"/>
                  <a:gd name="T71" fmla="*/ 1512 h 1886"/>
                  <a:gd name="T72" fmla="*/ 755 w 1544"/>
                  <a:gd name="T73" fmla="*/ 1309 h 1886"/>
                  <a:gd name="T74" fmla="*/ 468 w 1544"/>
                  <a:gd name="T75" fmla="*/ 1885 h 1886"/>
                  <a:gd name="T76" fmla="*/ 290 w 1544"/>
                  <a:gd name="T77" fmla="*/ 1801 h 1886"/>
                  <a:gd name="T78" fmla="*/ 443 w 1544"/>
                  <a:gd name="T79" fmla="*/ 1463 h 1886"/>
                  <a:gd name="T80" fmla="*/ 421 w 1544"/>
                  <a:gd name="T81" fmla="*/ 1441 h 1886"/>
                  <a:gd name="T82" fmla="*/ 448 w 1544"/>
                  <a:gd name="T83" fmla="*/ 1261 h 1886"/>
                  <a:gd name="T84" fmla="*/ 252 w 1544"/>
                  <a:gd name="T85" fmla="*/ 1165 h 1886"/>
                  <a:gd name="T86" fmla="*/ 454 w 1544"/>
                  <a:gd name="T87" fmla="*/ 753 h 1886"/>
                  <a:gd name="T88" fmla="*/ 606 w 1544"/>
                  <a:gd name="T89" fmla="*/ 817 h 1886"/>
                  <a:gd name="T90" fmla="*/ 438 w 1544"/>
                  <a:gd name="T91" fmla="*/ 616 h 1886"/>
                  <a:gd name="T92" fmla="*/ 383 w 1544"/>
                  <a:gd name="T93" fmla="*/ 722 h 1886"/>
                  <a:gd name="T94" fmla="*/ 6 w 1544"/>
                  <a:gd name="T95" fmla="*/ 535 h 1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4" h="1886">
                    <a:moveTo>
                      <a:pt x="1202" y="75"/>
                    </a:moveTo>
                    <a:lnTo>
                      <a:pt x="34" y="527"/>
                    </a:lnTo>
                    <a:lnTo>
                      <a:pt x="375" y="700"/>
                    </a:lnTo>
                    <a:lnTo>
                      <a:pt x="424" y="599"/>
                    </a:lnTo>
                    <a:cubicBezTo>
                      <a:pt x="425" y="596"/>
                      <a:pt x="427" y="595"/>
                      <a:pt x="430" y="594"/>
                    </a:cubicBezTo>
                    <a:cubicBezTo>
                      <a:pt x="432" y="593"/>
                      <a:pt x="435" y="593"/>
                      <a:pt x="437" y="594"/>
                    </a:cubicBezTo>
                    <a:lnTo>
                      <a:pt x="669" y="710"/>
                    </a:lnTo>
                    <a:cubicBezTo>
                      <a:pt x="674" y="713"/>
                      <a:pt x="676" y="719"/>
                      <a:pt x="674" y="724"/>
                    </a:cubicBezTo>
                    <a:lnTo>
                      <a:pt x="619" y="834"/>
                    </a:lnTo>
                    <a:cubicBezTo>
                      <a:pt x="617" y="839"/>
                      <a:pt x="611" y="841"/>
                      <a:pt x="606" y="839"/>
                    </a:cubicBezTo>
                    <a:lnTo>
                      <a:pt x="467" y="771"/>
                    </a:lnTo>
                    <a:lnTo>
                      <a:pt x="275" y="1157"/>
                    </a:lnTo>
                    <a:lnTo>
                      <a:pt x="456" y="1243"/>
                    </a:lnTo>
                    <a:lnTo>
                      <a:pt x="516" y="1272"/>
                    </a:lnTo>
                    <a:cubicBezTo>
                      <a:pt x="518" y="1274"/>
                      <a:pt x="520" y="1276"/>
                      <a:pt x="521" y="1278"/>
                    </a:cubicBezTo>
                    <a:cubicBezTo>
                      <a:pt x="522" y="1281"/>
                      <a:pt x="522" y="1283"/>
                      <a:pt x="521" y="1286"/>
                    </a:cubicBezTo>
                    <a:lnTo>
                      <a:pt x="443" y="1441"/>
                    </a:lnTo>
                    <a:lnTo>
                      <a:pt x="460" y="1451"/>
                    </a:lnTo>
                    <a:cubicBezTo>
                      <a:pt x="465" y="1453"/>
                      <a:pt x="467" y="1459"/>
                      <a:pt x="464" y="1464"/>
                    </a:cubicBezTo>
                    <a:lnTo>
                      <a:pt x="307" y="1787"/>
                    </a:lnTo>
                    <a:lnTo>
                      <a:pt x="460" y="1863"/>
                    </a:lnTo>
                    <a:lnTo>
                      <a:pt x="742" y="1291"/>
                    </a:lnTo>
                    <a:cubicBezTo>
                      <a:pt x="745" y="1286"/>
                      <a:pt x="750" y="1284"/>
                      <a:pt x="755" y="1287"/>
                    </a:cubicBezTo>
                    <a:lnTo>
                      <a:pt x="830" y="1323"/>
                    </a:lnTo>
                    <a:cubicBezTo>
                      <a:pt x="832" y="1324"/>
                      <a:pt x="834" y="1326"/>
                      <a:pt x="835" y="1329"/>
                    </a:cubicBezTo>
                    <a:cubicBezTo>
                      <a:pt x="835" y="1331"/>
                      <a:pt x="835" y="1334"/>
                      <a:pt x="834" y="1336"/>
                    </a:cubicBezTo>
                    <a:lnTo>
                      <a:pt x="747" y="1512"/>
                    </a:lnTo>
                    <a:lnTo>
                      <a:pt x="805" y="1541"/>
                    </a:lnTo>
                    <a:lnTo>
                      <a:pt x="1520" y="89"/>
                    </a:lnTo>
                    <a:lnTo>
                      <a:pt x="1389" y="24"/>
                    </a:lnTo>
                    <a:lnTo>
                      <a:pt x="1085" y="616"/>
                    </a:lnTo>
                    <a:cubicBezTo>
                      <a:pt x="1083" y="619"/>
                      <a:pt x="1081" y="621"/>
                      <a:pt x="1079" y="621"/>
                    </a:cubicBezTo>
                    <a:lnTo>
                      <a:pt x="1065" y="625"/>
                    </a:lnTo>
                    <a:lnTo>
                      <a:pt x="951" y="856"/>
                    </a:lnTo>
                    <a:cubicBezTo>
                      <a:pt x="950" y="858"/>
                      <a:pt x="948" y="860"/>
                      <a:pt x="945" y="861"/>
                    </a:cubicBezTo>
                    <a:cubicBezTo>
                      <a:pt x="943" y="862"/>
                      <a:pt x="940" y="862"/>
                      <a:pt x="938" y="860"/>
                    </a:cubicBezTo>
                    <a:lnTo>
                      <a:pt x="879" y="831"/>
                    </a:lnTo>
                    <a:cubicBezTo>
                      <a:pt x="874" y="829"/>
                      <a:pt x="872" y="823"/>
                      <a:pt x="874" y="818"/>
                    </a:cubicBezTo>
                    <a:lnTo>
                      <a:pt x="1063" y="436"/>
                    </a:lnTo>
                    <a:cubicBezTo>
                      <a:pt x="1065" y="431"/>
                      <a:pt x="1071" y="429"/>
                      <a:pt x="1076" y="431"/>
                    </a:cubicBezTo>
                    <a:lnTo>
                      <a:pt x="1085" y="436"/>
                    </a:lnTo>
                    <a:lnTo>
                      <a:pt x="1112" y="379"/>
                    </a:lnTo>
                    <a:lnTo>
                      <a:pt x="1073" y="358"/>
                    </a:lnTo>
                    <a:cubicBezTo>
                      <a:pt x="1069" y="356"/>
                      <a:pt x="1067" y="350"/>
                      <a:pt x="1069" y="345"/>
                    </a:cubicBezTo>
                    <a:lnTo>
                      <a:pt x="1202" y="75"/>
                    </a:lnTo>
                    <a:close/>
                    <a:moveTo>
                      <a:pt x="0" y="526"/>
                    </a:moveTo>
                    <a:lnTo>
                      <a:pt x="0" y="525"/>
                    </a:lnTo>
                    <a:cubicBezTo>
                      <a:pt x="0" y="521"/>
                      <a:pt x="3" y="518"/>
                      <a:pt x="7" y="517"/>
                    </a:cubicBezTo>
                    <a:lnTo>
                      <a:pt x="1219" y="47"/>
                    </a:lnTo>
                    <a:cubicBezTo>
                      <a:pt x="1223" y="46"/>
                      <a:pt x="1227" y="47"/>
                      <a:pt x="1230" y="50"/>
                    </a:cubicBezTo>
                    <a:cubicBezTo>
                      <a:pt x="1232" y="53"/>
                      <a:pt x="1233" y="57"/>
                      <a:pt x="1231" y="61"/>
                    </a:cubicBezTo>
                    <a:lnTo>
                      <a:pt x="1091" y="346"/>
                    </a:lnTo>
                    <a:lnTo>
                      <a:pt x="1129" y="366"/>
                    </a:lnTo>
                    <a:cubicBezTo>
                      <a:pt x="1134" y="369"/>
                      <a:pt x="1136" y="374"/>
                      <a:pt x="1134" y="379"/>
                    </a:cubicBezTo>
                    <a:lnTo>
                      <a:pt x="1099" y="453"/>
                    </a:lnTo>
                    <a:cubicBezTo>
                      <a:pt x="1097" y="458"/>
                      <a:pt x="1091" y="460"/>
                      <a:pt x="1086" y="458"/>
                    </a:cubicBezTo>
                    <a:lnTo>
                      <a:pt x="1076" y="453"/>
                    </a:lnTo>
                    <a:lnTo>
                      <a:pt x="896" y="818"/>
                    </a:lnTo>
                    <a:lnTo>
                      <a:pt x="938" y="838"/>
                    </a:lnTo>
                    <a:lnTo>
                      <a:pt x="1049" y="612"/>
                    </a:lnTo>
                    <a:cubicBezTo>
                      <a:pt x="1050" y="610"/>
                      <a:pt x="1053" y="608"/>
                      <a:pt x="1055" y="607"/>
                    </a:cubicBezTo>
                    <a:lnTo>
                      <a:pt x="1069" y="603"/>
                    </a:lnTo>
                    <a:lnTo>
                      <a:pt x="1376" y="7"/>
                    </a:lnTo>
                    <a:cubicBezTo>
                      <a:pt x="1378" y="2"/>
                      <a:pt x="1384" y="0"/>
                      <a:pt x="1389" y="2"/>
                    </a:cubicBezTo>
                    <a:lnTo>
                      <a:pt x="1538" y="76"/>
                    </a:lnTo>
                    <a:cubicBezTo>
                      <a:pt x="1540" y="77"/>
                      <a:pt x="1542" y="79"/>
                      <a:pt x="1543" y="81"/>
                    </a:cubicBezTo>
                    <a:cubicBezTo>
                      <a:pt x="1544" y="84"/>
                      <a:pt x="1543" y="86"/>
                      <a:pt x="1542" y="89"/>
                    </a:cubicBezTo>
                    <a:lnTo>
                      <a:pt x="818" y="1558"/>
                    </a:lnTo>
                    <a:cubicBezTo>
                      <a:pt x="816" y="1563"/>
                      <a:pt x="810" y="1565"/>
                      <a:pt x="805" y="1563"/>
                    </a:cubicBezTo>
                    <a:lnTo>
                      <a:pt x="730" y="1526"/>
                    </a:lnTo>
                    <a:cubicBezTo>
                      <a:pt x="727" y="1525"/>
                      <a:pt x="725" y="1522"/>
                      <a:pt x="725" y="1520"/>
                    </a:cubicBezTo>
                    <a:cubicBezTo>
                      <a:pt x="724" y="1517"/>
                      <a:pt x="724" y="1515"/>
                      <a:pt x="725" y="1512"/>
                    </a:cubicBezTo>
                    <a:lnTo>
                      <a:pt x="812" y="1337"/>
                    </a:lnTo>
                    <a:lnTo>
                      <a:pt x="755" y="1309"/>
                    </a:lnTo>
                    <a:lnTo>
                      <a:pt x="474" y="1880"/>
                    </a:lnTo>
                    <a:cubicBezTo>
                      <a:pt x="472" y="1883"/>
                      <a:pt x="470" y="1884"/>
                      <a:pt x="468" y="1885"/>
                    </a:cubicBezTo>
                    <a:cubicBezTo>
                      <a:pt x="466" y="1886"/>
                      <a:pt x="463" y="1886"/>
                      <a:pt x="460" y="1885"/>
                    </a:cubicBezTo>
                    <a:lnTo>
                      <a:pt x="290" y="1801"/>
                    </a:lnTo>
                    <a:cubicBezTo>
                      <a:pt x="285" y="1798"/>
                      <a:pt x="283" y="1792"/>
                      <a:pt x="285" y="1788"/>
                    </a:cubicBezTo>
                    <a:lnTo>
                      <a:pt x="443" y="1463"/>
                    </a:lnTo>
                    <a:lnTo>
                      <a:pt x="425" y="1454"/>
                    </a:lnTo>
                    <a:cubicBezTo>
                      <a:pt x="421" y="1452"/>
                      <a:pt x="419" y="1446"/>
                      <a:pt x="421" y="1441"/>
                    </a:cubicBezTo>
                    <a:lnTo>
                      <a:pt x="499" y="1286"/>
                    </a:lnTo>
                    <a:lnTo>
                      <a:pt x="448" y="1261"/>
                    </a:lnTo>
                    <a:lnTo>
                      <a:pt x="257" y="1171"/>
                    </a:lnTo>
                    <a:cubicBezTo>
                      <a:pt x="255" y="1169"/>
                      <a:pt x="253" y="1167"/>
                      <a:pt x="252" y="1165"/>
                    </a:cubicBezTo>
                    <a:cubicBezTo>
                      <a:pt x="251" y="1162"/>
                      <a:pt x="252" y="1160"/>
                      <a:pt x="253" y="1157"/>
                    </a:cubicBezTo>
                    <a:lnTo>
                      <a:pt x="454" y="753"/>
                    </a:lnTo>
                    <a:cubicBezTo>
                      <a:pt x="456" y="748"/>
                      <a:pt x="462" y="746"/>
                      <a:pt x="467" y="749"/>
                    </a:cubicBezTo>
                    <a:lnTo>
                      <a:pt x="606" y="817"/>
                    </a:lnTo>
                    <a:lnTo>
                      <a:pt x="652" y="724"/>
                    </a:lnTo>
                    <a:lnTo>
                      <a:pt x="438" y="616"/>
                    </a:lnTo>
                    <a:lnTo>
                      <a:pt x="388" y="717"/>
                    </a:lnTo>
                    <a:cubicBezTo>
                      <a:pt x="387" y="720"/>
                      <a:pt x="385" y="721"/>
                      <a:pt x="383" y="722"/>
                    </a:cubicBezTo>
                    <a:cubicBezTo>
                      <a:pt x="380" y="723"/>
                      <a:pt x="377" y="723"/>
                      <a:pt x="375" y="722"/>
                    </a:cubicBezTo>
                    <a:lnTo>
                      <a:pt x="6" y="535"/>
                    </a:lnTo>
                    <a:cubicBezTo>
                      <a:pt x="2" y="533"/>
                      <a:pt x="0" y="529"/>
                      <a:pt x="0" y="5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6" name="Freeform 155"/>
              <p:cNvSpPr>
                <a:spLocks noEditPoints="1"/>
              </p:cNvSpPr>
              <p:nvPr/>
            </p:nvSpPr>
            <p:spPr bwMode="auto">
              <a:xfrm>
                <a:off x="10272" y="3678"/>
                <a:ext cx="112" cy="89"/>
              </a:xfrm>
              <a:custGeom>
                <a:avLst/>
                <a:gdLst>
                  <a:gd name="T0" fmla="*/ 336 w 421"/>
                  <a:gd name="T1" fmla="*/ 22 h 335"/>
                  <a:gd name="T2" fmla="*/ 22 w 421"/>
                  <a:gd name="T3" fmla="*/ 129 h 335"/>
                  <a:gd name="T4" fmla="*/ 84 w 421"/>
                  <a:gd name="T5" fmla="*/ 313 h 335"/>
                  <a:gd name="T6" fmla="*/ 399 w 421"/>
                  <a:gd name="T7" fmla="*/ 207 h 335"/>
                  <a:gd name="T8" fmla="*/ 336 w 421"/>
                  <a:gd name="T9" fmla="*/ 22 h 335"/>
                  <a:gd name="T10" fmla="*/ 0 w 421"/>
                  <a:gd name="T11" fmla="*/ 123 h 335"/>
                  <a:gd name="T12" fmla="*/ 6 w 421"/>
                  <a:gd name="T13" fmla="*/ 113 h 335"/>
                  <a:gd name="T14" fmla="*/ 339 w 421"/>
                  <a:gd name="T15" fmla="*/ 1 h 335"/>
                  <a:gd name="T16" fmla="*/ 347 w 421"/>
                  <a:gd name="T17" fmla="*/ 1 h 335"/>
                  <a:gd name="T18" fmla="*/ 352 w 421"/>
                  <a:gd name="T19" fmla="*/ 7 h 335"/>
                  <a:gd name="T20" fmla="*/ 420 w 421"/>
                  <a:gd name="T21" fmla="*/ 210 h 335"/>
                  <a:gd name="T22" fmla="*/ 420 w 421"/>
                  <a:gd name="T23" fmla="*/ 217 h 335"/>
                  <a:gd name="T24" fmla="*/ 414 w 421"/>
                  <a:gd name="T25" fmla="*/ 222 h 335"/>
                  <a:gd name="T26" fmla="*/ 81 w 421"/>
                  <a:gd name="T27" fmla="*/ 335 h 335"/>
                  <a:gd name="T28" fmla="*/ 73 w 421"/>
                  <a:gd name="T29" fmla="*/ 334 h 335"/>
                  <a:gd name="T30" fmla="*/ 69 w 421"/>
                  <a:gd name="T31" fmla="*/ 328 h 335"/>
                  <a:gd name="T32" fmla="*/ 0 w 421"/>
                  <a:gd name="T33" fmla="*/ 126 h 335"/>
                  <a:gd name="T34" fmla="*/ 0 w 421"/>
                  <a:gd name="T35" fmla="*/ 123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21" h="335">
                    <a:moveTo>
                      <a:pt x="336" y="22"/>
                    </a:moveTo>
                    <a:lnTo>
                      <a:pt x="22" y="129"/>
                    </a:lnTo>
                    <a:lnTo>
                      <a:pt x="84" y="313"/>
                    </a:lnTo>
                    <a:lnTo>
                      <a:pt x="399" y="207"/>
                    </a:lnTo>
                    <a:lnTo>
                      <a:pt x="336" y="22"/>
                    </a:lnTo>
                    <a:close/>
                    <a:moveTo>
                      <a:pt x="0" y="123"/>
                    </a:moveTo>
                    <a:cubicBezTo>
                      <a:pt x="0" y="119"/>
                      <a:pt x="2" y="115"/>
                      <a:pt x="6" y="113"/>
                    </a:cubicBezTo>
                    <a:lnTo>
                      <a:pt x="339" y="1"/>
                    </a:lnTo>
                    <a:cubicBezTo>
                      <a:pt x="342" y="0"/>
                      <a:pt x="345" y="0"/>
                      <a:pt x="347" y="1"/>
                    </a:cubicBezTo>
                    <a:cubicBezTo>
                      <a:pt x="349" y="2"/>
                      <a:pt x="351" y="4"/>
                      <a:pt x="352" y="7"/>
                    </a:cubicBezTo>
                    <a:lnTo>
                      <a:pt x="420" y="210"/>
                    </a:lnTo>
                    <a:cubicBezTo>
                      <a:pt x="421" y="212"/>
                      <a:pt x="421" y="215"/>
                      <a:pt x="420" y="217"/>
                    </a:cubicBezTo>
                    <a:cubicBezTo>
                      <a:pt x="419" y="219"/>
                      <a:pt x="417" y="221"/>
                      <a:pt x="414" y="222"/>
                    </a:cubicBezTo>
                    <a:lnTo>
                      <a:pt x="81" y="335"/>
                    </a:lnTo>
                    <a:cubicBezTo>
                      <a:pt x="79" y="335"/>
                      <a:pt x="76" y="335"/>
                      <a:pt x="73" y="334"/>
                    </a:cubicBezTo>
                    <a:cubicBezTo>
                      <a:pt x="71" y="333"/>
                      <a:pt x="69" y="331"/>
                      <a:pt x="69" y="328"/>
                    </a:cubicBezTo>
                    <a:lnTo>
                      <a:pt x="0" y="126"/>
                    </a:lnTo>
                    <a:cubicBezTo>
                      <a:pt x="0" y="125"/>
                      <a:pt x="0" y="124"/>
                      <a:pt x="0" y="12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7" name="Freeform 156"/>
              <p:cNvSpPr>
                <a:spLocks noEditPoints="1"/>
              </p:cNvSpPr>
              <p:nvPr/>
            </p:nvSpPr>
            <p:spPr bwMode="auto">
              <a:xfrm>
                <a:off x="10884" y="1699"/>
                <a:ext cx="76" cy="76"/>
              </a:xfrm>
              <a:custGeom>
                <a:avLst/>
                <a:gdLst>
                  <a:gd name="T0" fmla="*/ 81 w 286"/>
                  <a:gd name="T1" fmla="*/ 24 h 287"/>
                  <a:gd name="T2" fmla="*/ 24 w 286"/>
                  <a:gd name="T3" fmla="*/ 81 h 287"/>
                  <a:gd name="T4" fmla="*/ 205 w 286"/>
                  <a:gd name="T5" fmla="*/ 262 h 287"/>
                  <a:gd name="T6" fmla="*/ 262 w 286"/>
                  <a:gd name="T7" fmla="*/ 205 h 287"/>
                  <a:gd name="T8" fmla="*/ 81 w 286"/>
                  <a:gd name="T9" fmla="*/ 24 h 287"/>
                  <a:gd name="T10" fmla="*/ 0 w 286"/>
                  <a:gd name="T11" fmla="*/ 81 h 287"/>
                  <a:gd name="T12" fmla="*/ 3 w 286"/>
                  <a:gd name="T13" fmla="*/ 74 h 287"/>
                  <a:gd name="T14" fmla="*/ 74 w 286"/>
                  <a:gd name="T15" fmla="*/ 3 h 287"/>
                  <a:gd name="T16" fmla="*/ 88 w 286"/>
                  <a:gd name="T17" fmla="*/ 3 h 287"/>
                  <a:gd name="T18" fmla="*/ 283 w 286"/>
                  <a:gd name="T19" fmla="*/ 198 h 287"/>
                  <a:gd name="T20" fmla="*/ 283 w 286"/>
                  <a:gd name="T21" fmla="*/ 212 h 287"/>
                  <a:gd name="T22" fmla="*/ 212 w 286"/>
                  <a:gd name="T23" fmla="*/ 283 h 287"/>
                  <a:gd name="T24" fmla="*/ 198 w 286"/>
                  <a:gd name="T25" fmla="*/ 283 h 287"/>
                  <a:gd name="T26" fmla="*/ 3 w 286"/>
                  <a:gd name="T27" fmla="*/ 88 h 287"/>
                  <a:gd name="T28" fmla="*/ 0 w 286"/>
                  <a:gd name="T29" fmla="*/ 81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6" h="287">
                    <a:moveTo>
                      <a:pt x="81" y="24"/>
                    </a:moveTo>
                    <a:lnTo>
                      <a:pt x="24" y="81"/>
                    </a:lnTo>
                    <a:lnTo>
                      <a:pt x="205" y="262"/>
                    </a:lnTo>
                    <a:lnTo>
                      <a:pt x="262" y="205"/>
                    </a:lnTo>
                    <a:lnTo>
                      <a:pt x="81" y="24"/>
                    </a:lnTo>
                    <a:close/>
                    <a:moveTo>
                      <a:pt x="0" y="81"/>
                    </a:moveTo>
                    <a:cubicBezTo>
                      <a:pt x="0" y="79"/>
                      <a:pt x="1" y="76"/>
                      <a:pt x="3" y="74"/>
                    </a:cubicBezTo>
                    <a:lnTo>
                      <a:pt x="74" y="3"/>
                    </a:lnTo>
                    <a:cubicBezTo>
                      <a:pt x="78" y="0"/>
                      <a:pt x="84" y="0"/>
                      <a:pt x="88" y="3"/>
                    </a:cubicBezTo>
                    <a:lnTo>
                      <a:pt x="283" y="198"/>
                    </a:lnTo>
                    <a:cubicBezTo>
                      <a:pt x="286" y="202"/>
                      <a:pt x="286" y="208"/>
                      <a:pt x="283" y="212"/>
                    </a:cubicBezTo>
                    <a:lnTo>
                      <a:pt x="212" y="283"/>
                    </a:lnTo>
                    <a:cubicBezTo>
                      <a:pt x="208" y="287"/>
                      <a:pt x="202" y="287"/>
                      <a:pt x="198" y="283"/>
                    </a:cubicBezTo>
                    <a:lnTo>
                      <a:pt x="3" y="88"/>
                    </a:lnTo>
                    <a:cubicBezTo>
                      <a:pt x="1" y="86"/>
                      <a:pt x="0" y="84"/>
                      <a:pt x="0" y="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8" name="Freeform 157"/>
              <p:cNvSpPr>
                <a:spLocks noEditPoints="1"/>
              </p:cNvSpPr>
              <p:nvPr/>
            </p:nvSpPr>
            <p:spPr bwMode="auto">
              <a:xfrm>
                <a:off x="10861" y="1676"/>
                <a:ext cx="46" cy="46"/>
              </a:xfrm>
              <a:custGeom>
                <a:avLst/>
                <a:gdLst>
                  <a:gd name="T0" fmla="*/ 114 w 173"/>
                  <a:gd name="T1" fmla="*/ 23 h 172"/>
                  <a:gd name="T2" fmla="*/ 24 w 173"/>
                  <a:gd name="T3" fmla="*/ 113 h 172"/>
                  <a:gd name="T4" fmla="*/ 59 w 173"/>
                  <a:gd name="T5" fmla="*/ 147 h 172"/>
                  <a:gd name="T6" fmla="*/ 148 w 173"/>
                  <a:gd name="T7" fmla="*/ 58 h 172"/>
                  <a:gd name="T8" fmla="*/ 114 w 173"/>
                  <a:gd name="T9" fmla="*/ 23 h 172"/>
                  <a:gd name="T10" fmla="*/ 0 w 173"/>
                  <a:gd name="T11" fmla="*/ 113 h 172"/>
                  <a:gd name="T12" fmla="*/ 3 w 173"/>
                  <a:gd name="T13" fmla="*/ 106 h 172"/>
                  <a:gd name="T14" fmla="*/ 107 w 173"/>
                  <a:gd name="T15" fmla="*/ 2 h 172"/>
                  <a:gd name="T16" fmla="*/ 114 w 173"/>
                  <a:gd name="T17" fmla="*/ 0 h 172"/>
                  <a:gd name="T18" fmla="*/ 121 w 173"/>
                  <a:gd name="T19" fmla="*/ 2 h 172"/>
                  <a:gd name="T20" fmla="*/ 169 w 173"/>
                  <a:gd name="T21" fmla="*/ 51 h 172"/>
                  <a:gd name="T22" fmla="*/ 169 w 173"/>
                  <a:gd name="T23" fmla="*/ 65 h 172"/>
                  <a:gd name="T24" fmla="*/ 66 w 173"/>
                  <a:gd name="T25" fmla="*/ 168 h 172"/>
                  <a:gd name="T26" fmla="*/ 52 w 173"/>
                  <a:gd name="T27" fmla="*/ 168 h 172"/>
                  <a:gd name="T28" fmla="*/ 3 w 173"/>
                  <a:gd name="T29" fmla="*/ 120 h 172"/>
                  <a:gd name="T30" fmla="*/ 0 w 173"/>
                  <a:gd name="T31" fmla="*/ 113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72">
                    <a:moveTo>
                      <a:pt x="114" y="23"/>
                    </a:moveTo>
                    <a:lnTo>
                      <a:pt x="24" y="113"/>
                    </a:lnTo>
                    <a:lnTo>
                      <a:pt x="59" y="147"/>
                    </a:lnTo>
                    <a:lnTo>
                      <a:pt x="148" y="58"/>
                    </a:lnTo>
                    <a:lnTo>
                      <a:pt x="114" y="23"/>
                    </a:lnTo>
                    <a:close/>
                    <a:moveTo>
                      <a:pt x="0" y="113"/>
                    </a:moveTo>
                    <a:cubicBezTo>
                      <a:pt x="0" y="110"/>
                      <a:pt x="1" y="108"/>
                      <a:pt x="3" y="106"/>
                    </a:cubicBezTo>
                    <a:lnTo>
                      <a:pt x="107" y="2"/>
                    </a:lnTo>
                    <a:cubicBezTo>
                      <a:pt x="109" y="1"/>
                      <a:pt x="111" y="0"/>
                      <a:pt x="114" y="0"/>
                    </a:cubicBezTo>
                    <a:cubicBezTo>
                      <a:pt x="116" y="0"/>
                      <a:pt x="119" y="1"/>
                      <a:pt x="121" y="2"/>
                    </a:cubicBezTo>
                    <a:lnTo>
                      <a:pt x="169" y="51"/>
                    </a:lnTo>
                    <a:cubicBezTo>
                      <a:pt x="173" y="55"/>
                      <a:pt x="173" y="61"/>
                      <a:pt x="169" y="65"/>
                    </a:cubicBezTo>
                    <a:lnTo>
                      <a:pt x="66" y="168"/>
                    </a:lnTo>
                    <a:cubicBezTo>
                      <a:pt x="62" y="172"/>
                      <a:pt x="56" y="172"/>
                      <a:pt x="52" y="168"/>
                    </a:cubicBezTo>
                    <a:lnTo>
                      <a:pt x="3" y="120"/>
                    </a:lnTo>
                    <a:cubicBezTo>
                      <a:pt x="1" y="118"/>
                      <a:pt x="0" y="115"/>
                      <a:pt x="0" y="1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9" name="Freeform 158"/>
              <p:cNvSpPr>
                <a:spLocks noEditPoints="1"/>
              </p:cNvSpPr>
              <p:nvPr/>
            </p:nvSpPr>
            <p:spPr bwMode="auto">
              <a:xfrm>
                <a:off x="10853" y="1985"/>
                <a:ext cx="143" cy="143"/>
              </a:xfrm>
              <a:custGeom>
                <a:avLst/>
                <a:gdLst>
                  <a:gd name="T0" fmla="*/ 147 w 537"/>
                  <a:gd name="T1" fmla="*/ 25 h 538"/>
                  <a:gd name="T2" fmla="*/ 24 w 537"/>
                  <a:gd name="T3" fmla="*/ 148 h 538"/>
                  <a:gd name="T4" fmla="*/ 390 w 537"/>
                  <a:gd name="T5" fmla="*/ 513 h 538"/>
                  <a:gd name="T6" fmla="*/ 512 w 537"/>
                  <a:gd name="T7" fmla="*/ 391 h 538"/>
                  <a:gd name="T8" fmla="*/ 147 w 537"/>
                  <a:gd name="T9" fmla="*/ 25 h 538"/>
                  <a:gd name="T10" fmla="*/ 0 w 537"/>
                  <a:gd name="T11" fmla="*/ 148 h 538"/>
                  <a:gd name="T12" fmla="*/ 3 w 537"/>
                  <a:gd name="T13" fmla="*/ 141 h 538"/>
                  <a:gd name="T14" fmla="*/ 140 w 537"/>
                  <a:gd name="T15" fmla="*/ 4 h 538"/>
                  <a:gd name="T16" fmla="*/ 154 w 537"/>
                  <a:gd name="T17" fmla="*/ 4 h 538"/>
                  <a:gd name="T18" fmla="*/ 533 w 537"/>
                  <a:gd name="T19" fmla="*/ 384 h 538"/>
                  <a:gd name="T20" fmla="*/ 533 w 537"/>
                  <a:gd name="T21" fmla="*/ 398 h 538"/>
                  <a:gd name="T22" fmla="*/ 397 w 537"/>
                  <a:gd name="T23" fmla="*/ 534 h 538"/>
                  <a:gd name="T24" fmla="*/ 383 w 537"/>
                  <a:gd name="T25" fmla="*/ 534 h 538"/>
                  <a:gd name="T26" fmla="*/ 3 w 537"/>
                  <a:gd name="T27" fmla="*/ 155 h 538"/>
                  <a:gd name="T28" fmla="*/ 0 w 537"/>
                  <a:gd name="T29" fmla="*/ 148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7" h="538">
                    <a:moveTo>
                      <a:pt x="147" y="25"/>
                    </a:moveTo>
                    <a:lnTo>
                      <a:pt x="24" y="148"/>
                    </a:lnTo>
                    <a:lnTo>
                      <a:pt x="390" y="513"/>
                    </a:lnTo>
                    <a:lnTo>
                      <a:pt x="512" y="391"/>
                    </a:lnTo>
                    <a:lnTo>
                      <a:pt x="147" y="25"/>
                    </a:lnTo>
                    <a:close/>
                    <a:moveTo>
                      <a:pt x="0" y="148"/>
                    </a:moveTo>
                    <a:cubicBezTo>
                      <a:pt x="0" y="145"/>
                      <a:pt x="1" y="143"/>
                      <a:pt x="3" y="141"/>
                    </a:cubicBezTo>
                    <a:lnTo>
                      <a:pt x="140" y="4"/>
                    </a:lnTo>
                    <a:cubicBezTo>
                      <a:pt x="144" y="0"/>
                      <a:pt x="150" y="0"/>
                      <a:pt x="154" y="4"/>
                    </a:cubicBezTo>
                    <a:lnTo>
                      <a:pt x="533" y="384"/>
                    </a:lnTo>
                    <a:cubicBezTo>
                      <a:pt x="537" y="387"/>
                      <a:pt x="537" y="394"/>
                      <a:pt x="533" y="398"/>
                    </a:cubicBezTo>
                    <a:lnTo>
                      <a:pt x="397" y="534"/>
                    </a:lnTo>
                    <a:cubicBezTo>
                      <a:pt x="393" y="538"/>
                      <a:pt x="387" y="538"/>
                      <a:pt x="383" y="534"/>
                    </a:cubicBezTo>
                    <a:lnTo>
                      <a:pt x="3" y="155"/>
                    </a:lnTo>
                    <a:cubicBezTo>
                      <a:pt x="1" y="153"/>
                      <a:pt x="0" y="150"/>
                      <a:pt x="0" y="14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0" name="Freeform 159"/>
              <p:cNvSpPr>
                <a:spLocks noEditPoints="1"/>
              </p:cNvSpPr>
              <p:nvPr/>
            </p:nvSpPr>
            <p:spPr bwMode="auto">
              <a:xfrm>
                <a:off x="9640" y="3269"/>
                <a:ext cx="50" cy="49"/>
              </a:xfrm>
              <a:custGeom>
                <a:avLst/>
                <a:gdLst>
                  <a:gd name="T0" fmla="*/ 103 w 189"/>
                  <a:gd name="T1" fmla="*/ 24 h 187"/>
                  <a:gd name="T2" fmla="*/ 24 w 189"/>
                  <a:gd name="T3" fmla="*/ 102 h 187"/>
                  <a:gd name="T4" fmla="*/ 85 w 189"/>
                  <a:gd name="T5" fmla="*/ 164 h 187"/>
                  <a:gd name="T6" fmla="*/ 164 w 189"/>
                  <a:gd name="T7" fmla="*/ 85 h 187"/>
                  <a:gd name="T8" fmla="*/ 103 w 189"/>
                  <a:gd name="T9" fmla="*/ 24 h 187"/>
                  <a:gd name="T10" fmla="*/ 0 w 189"/>
                  <a:gd name="T11" fmla="*/ 102 h 187"/>
                  <a:gd name="T12" fmla="*/ 3 w 189"/>
                  <a:gd name="T13" fmla="*/ 95 h 187"/>
                  <a:gd name="T14" fmla="*/ 96 w 189"/>
                  <a:gd name="T15" fmla="*/ 3 h 187"/>
                  <a:gd name="T16" fmla="*/ 103 w 189"/>
                  <a:gd name="T17" fmla="*/ 0 h 187"/>
                  <a:gd name="T18" fmla="*/ 110 w 189"/>
                  <a:gd name="T19" fmla="*/ 3 h 187"/>
                  <a:gd name="T20" fmla="*/ 185 w 189"/>
                  <a:gd name="T21" fmla="*/ 78 h 187"/>
                  <a:gd name="T22" fmla="*/ 185 w 189"/>
                  <a:gd name="T23" fmla="*/ 92 h 187"/>
                  <a:gd name="T24" fmla="*/ 92 w 189"/>
                  <a:gd name="T25" fmla="*/ 185 h 187"/>
                  <a:gd name="T26" fmla="*/ 85 w 189"/>
                  <a:gd name="T27" fmla="*/ 187 h 187"/>
                  <a:gd name="T28" fmla="*/ 78 w 189"/>
                  <a:gd name="T29" fmla="*/ 185 h 187"/>
                  <a:gd name="T30" fmla="*/ 3 w 189"/>
                  <a:gd name="T31" fmla="*/ 109 h 187"/>
                  <a:gd name="T32" fmla="*/ 0 w 189"/>
                  <a:gd name="T33" fmla="*/ 102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9" h="187">
                    <a:moveTo>
                      <a:pt x="103" y="24"/>
                    </a:moveTo>
                    <a:lnTo>
                      <a:pt x="24" y="102"/>
                    </a:lnTo>
                    <a:lnTo>
                      <a:pt x="85" y="164"/>
                    </a:lnTo>
                    <a:lnTo>
                      <a:pt x="164" y="85"/>
                    </a:lnTo>
                    <a:lnTo>
                      <a:pt x="103" y="24"/>
                    </a:lnTo>
                    <a:close/>
                    <a:moveTo>
                      <a:pt x="0" y="102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96" y="3"/>
                    </a:lnTo>
                    <a:cubicBezTo>
                      <a:pt x="98" y="1"/>
                      <a:pt x="100" y="0"/>
                      <a:pt x="103" y="0"/>
                    </a:cubicBezTo>
                    <a:cubicBezTo>
                      <a:pt x="105" y="0"/>
                      <a:pt x="108" y="1"/>
                      <a:pt x="110" y="3"/>
                    </a:cubicBezTo>
                    <a:lnTo>
                      <a:pt x="185" y="78"/>
                    </a:lnTo>
                    <a:cubicBezTo>
                      <a:pt x="189" y="82"/>
                      <a:pt x="189" y="88"/>
                      <a:pt x="185" y="92"/>
                    </a:cubicBezTo>
                    <a:lnTo>
                      <a:pt x="92" y="185"/>
                    </a:lnTo>
                    <a:cubicBezTo>
                      <a:pt x="90" y="186"/>
                      <a:pt x="88" y="187"/>
                      <a:pt x="85" y="187"/>
                    </a:cubicBezTo>
                    <a:cubicBezTo>
                      <a:pt x="83" y="187"/>
                      <a:pt x="80" y="186"/>
                      <a:pt x="78" y="185"/>
                    </a:cubicBezTo>
                    <a:lnTo>
                      <a:pt x="3" y="109"/>
                    </a:lnTo>
                    <a:cubicBezTo>
                      <a:pt x="1" y="107"/>
                      <a:pt x="0" y="105"/>
                      <a:pt x="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1" name="Freeform 160"/>
              <p:cNvSpPr>
                <a:spLocks noEditPoints="1"/>
              </p:cNvSpPr>
              <p:nvPr/>
            </p:nvSpPr>
            <p:spPr bwMode="auto">
              <a:xfrm>
                <a:off x="9556" y="2341"/>
                <a:ext cx="191" cy="192"/>
              </a:xfrm>
              <a:custGeom>
                <a:avLst/>
                <a:gdLst>
                  <a:gd name="T0" fmla="*/ 83 w 718"/>
                  <a:gd name="T1" fmla="*/ 167 h 721"/>
                  <a:gd name="T2" fmla="*/ 245 w 718"/>
                  <a:gd name="T3" fmla="*/ 444 h 721"/>
                  <a:gd name="T4" fmla="*/ 187 w 718"/>
                  <a:gd name="T5" fmla="*/ 525 h 721"/>
                  <a:gd name="T6" fmla="*/ 264 w 718"/>
                  <a:gd name="T7" fmla="*/ 597 h 721"/>
                  <a:gd name="T8" fmla="*/ 312 w 718"/>
                  <a:gd name="T9" fmla="*/ 697 h 721"/>
                  <a:gd name="T10" fmla="*/ 365 w 718"/>
                  <a:gd name="T11" fmla="*/ 627 h 721"/>
                  <a:gd name="T12" fmla="*/ 418 w 718"/>
                  <a:gd name="T13" fmla="*/ 583 h 721"/>
                  <a:gd name="T14" fmla="*/ 466 w 718"/>
                  <a:gd name="T15" fmla="*/ 556 h 721"/>
                  <a:gd name="T16" fmla="*/ 566 w 718"/>
                  <a:gd name="T17" fmla="*/ 532 h 721"/>
                  <a:gd name="T18" fmla="*/ 614 w 718"/>
                  <a:gd name="T19" fmla="*/ 534 h 721"/>
                  <a:gd name="T20" fmla="*/ 695 w 718"/>
                  <a:gd name="T21" fmla="*/ 361 h 721"/>
                  <a:gd name="T22" fmla="*/ 580 w 718"/>
                  <a:gd name="T23" fmla="*/ 348 h 721"/>
                  <a:gd name="T24" fmla="*/ 520 w 718"/>
                  <a:gd name="T25" fmla="*/ 344 h 721"/>
                  <a:gd name="T26" fmla="*/ 426 w 718"/>
                  <a:gd name="T27" fmla="*/ 294 h 721"/>
                  <a:gd name="T28" fmla="*/ 339 w 718"/>
                  <a:gd name="T29" fmla="*/ 25 h 721"/>
                  <a:gd name="T30" fmla="*/ 268 w 718"/>
                  <a:gd name="T31" fmla="*/ 54 h 721"/>
                  <a:gd name="T32" fmla="*/ 73 w 718"/>
                  <a:gd name="T33" fmla="*/ 129 h 721"/>
                  <a:gd name="T34" fmla="*/ 87 w 718"/>
                  <a:gd name="T35" fmla="*/ 159 h 721"/>
                  <a:gd name="T36" fmla="*/ 0 w 718"/>
                  <a:gd name="T37" fmla="*/ 197 h 721"/>
                  <a:gd name="T38" fmla="*/ 64 w 718"/>
                  <a:gd name="T39" fmla="*/ 155 h 721"/>
                  <a:gd name="T40" fmla="*/ 55 w 718"/>
                  <a:gd name="T41" fmla="*/ 117 h 721"/>
                  <a:gd name="T42" fmla="*/ 267 w 718"/>
                  <a:gd name="T43" fmla="*/ 13 h 721"/>
                  <a:gd name="T44" fmla="*/ 340 w 718"/>
                  <a:gd name="T45" fmla="*/ 1 h 721"/>
                  <a:gd name="T46" fmla="*/ 355 w 718"/>
                  <a:gd name="T47" fmla="*/ 7 h 721"/>
                  <a:gd name="T48" fmla="*/ 516 w 718"/>
                  <a:gd name="T49" fmla="*/ 256 h 721"/>
                  <a:gd name="T50" fmla="*/ 527 w 718"/>
                  <a:gd name="T51" fmla="*/ 264 h 721"/>
                  <a:gd name="T52" fmla="*/ 580 w 718"/>
                  <a:gd name="T53" fmla="*/ 328 h 721"/>
                  <a:gd name="T54" fmla="*/ 709 w 718"/>
                  <a:gd name="T55" fmla="*/ 343 h 721"/>
                  <a:gd name="T56" fmla="*/ 717 w 718"/>
                  <a:gd name="T57" fmla="*/ 355 h 721"/>
                  <a:gd name="T58" fmla="*/ 656 w 718"/>
                  <a:gd name="T59" fmla="*/ 560 h 721"/>
                  <a:gd name="T60" fmla="*/ 569 w 718"/>
                  <a:gd name="T61" fmla="*/ 552 h 721"/>
                  <a:gd name="T62" fmla="*/ 472 w 718"/>
                  <a:gd name="T63" fmla="*/ 575 h 721"/>
                  <a:gd name="T64" fmla="*/ 380 w 718"/>
                  <a:gd name="T65" fmla="*/ 639 h 721"/>
                  <a:gd name="T66" fmla="*/ 323 w 718"/>
                  <a:gd name="T67" fmla="*/ 716 h 721"/>
                  <a:gd name="T68" fmla="*/ 215 w 718"/>
                  <a:gd name="T69" fmla="*/ 672 h 721"/>
                  <a:gd name="T70" fmla="*/ 211 w 718"/>
                  <a:gd name="T71" fmla="*/ 658 h 721"/>
                  <a:gd name="T72" fmla="*/ 166 w 718"/>
                  <a:gd name="T73" fmla="*/ 533 h 721"/>
                  <a:gd name="T74" fmla="*/ 165 w 718"/>
                  <a:gd name="T75" fmla="*/ 519 h 721"/>
                  <a:gd name="T76" fmla="*/ 2 w 718"/>
                  <a:gd name="T77" fmla="*/ 205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8" h="721">
                    <a:moveTo>
                      <a:pt x="87" y="159"/>
                    </a:moveTo>
                    <a:cubicBezTo>
                      <a:pt x="87" y="162"/>
                      <a:pt x="86" y="165"/>
                      <a:pt x="83" y="167"/>
                    </a:cubicBezTo>
                    <a:lnTo>
                      <a:pt x="25" y="201"/>
                    </a:lnTo>
                    <a:lnTo>
                      <a:pt x="245" y="444"/>
                    </a:lnTo>
                    <a:cubicBezTo>
                      <a:pt x="249" y="448"/>
                      <a:pt x="249" y="454"/>
                      <a:pt x="246" y="458"/>
                    </a:cubicBezTo>
                    <a:lnTo>
                      <a:pt x="187" y="525"/>
                    </a:lnTo>
                    <a:lnTo>
                      <a:pt x="262" y="585"/>
                    </a:lnTo>
                    <a:cubicBezTo>
                      <a:pt x="265" y="588"/>
                      <a:pt x="266" y="593"/>
                      <a:pt x="264" y="597"/>
                    </a:cubicBezTo>
                    <a:lnTo>
                      <a:pt x="233" y="658"/>
                    </a:lnTo>
                    <a:lnTo>
                      <a:pt x="312" y="697"/>
                    </a:lnTo>
                    <a:lnTo>
                      <a:pt x="335" y="666"/>
                    </a:lnTo>
                    <a:lnTo>
                      <a:pt x="365" y="627"/>
                    </a:lnTo>
                    <a:cubicBezTo>
                      <a:pt x="365" y="626"/>
                      <a:pt x="366" y="625"/>
                      <a:pt x="367" y="625"/>
                    </a:cubicBezTo>
                    <a:lnTo>
                      <a:pt x="418" y="583"/>
                    </a:lnTo>
                    <a:lnTo>
                      <a:pt x="464" y="557"/>
                    </a:lnTo>
                    <a:cubicBezTo>
                      <a:pt x="465" y="557"/>
                      <a:pt x="465" y="556"/>
                      <a:pt x="466" y="556"/>
                    </a:cubicBezTo>
                    <a:lnTo>
                      <a:pt x="518" y="542"/>
                    </a:lnTo>
                    <a:lnTo>
                      <a:pt x="566" y="532"/>
                    </a:lnTo>
                    <a:cubicBezTo>
                      <a:pt x="567" y="532"/>
                      <a:pt x="568" y="532"/>
                      <a:pt x="568" y="532"/>
                    </a:cubicBezTo>
                    <a:lnTo>
                      <a:pt x="614" y="534"/>
                    </a:lnTo>
                    <a:lnTo>
                      <a:pt x="650" y="539"/>
                    </a:lnTo>
                    <a:lnTo>
                      <a:pt x="695" y="361"/>
                    </a:lnTo>
                    <a:lnTo>
                      <a:pt x="642" y="351"/>
                    </a:lnTo>
                    <a:lnTo>
                      <a:pt x="580" y="348"/>
                    </a:lnTo>
                    <a:lnTo>
                      <a:pt x="531" y="352"/>
                    </a:lnTo>
                    <a:cubicBezTo>
                      <a:pt x="526" y="353"/>
                      <a:pt x="521" y="349"/>
                      <a:pt x="520" y="344"/>
                    </a:cubicBezTo>
                    <a:lnTo>
                      <a:pt x="509" y="277"/>
                    </a:lnTo>
                    <a:lnTo>
                      <a:pt x="426" y="294"/>
                    </a:lnTo>
                    <a:cubicBezTo>
                      <a:pt x="421" y="295"/>
                      <a:pt x="416" y="292"/>
                      <a:pt x="414" y="287"/>
                    </a:cubicBezTo>
                    <a:lnTo>
                      <a:pt x="339" y="25"/>
                    </a:lnTo>
                    <a:lnTo>
                      <a:pt x="282" y="58"/>
                    </a:lnTo>
                    <a:cubicBezTo>
                      <a:pt x="277" y="60"/>
                      <a:pt x="271" y="59"/>
                      <a:pt x="268" y="54"/>
                    </a:cubicBezTo>
                    <a:lnTo>
                      <a:pt x="255" y="31"/>
                    </a:lnTo>
                    <a:lnTo>
                      <a:pt x="73" y="129"/>
                    </a:lnTo>
                    <a:lnTo>
                      <a:pt x="86" y="154"/>
                    </a:lnTo>
                    <a:cubicBezTo>
                      <a:pt x="87" y="156"/>
                      <a:pt x="87" y="157"/>
                      <a:pt x="87" y="159"/>
                    </a:cubicBezTo>
                    <a:close/>
                    <a:moveTo>
                      <a:pt x="0" y="199"/>
                    </a:moveTo>
                    <a:cubicBezTo>
                      <a:pt x="0" y="198"/>
                      <a:pt x="0" y="198"/>
                      <a:pt x="0" y="197"/>
                    </a:cubicBezTo>
                    <a:cubicBezTo>
                      <a:pt x="0" y="194"/>
                      <a:pt x="2" y="192"/>
                      <a:pt x="5" y="190"/>
                    </a:cubicBezTo>
                    <a:lnTo>
                      <a:pt x="64" y="155"/>
                    </a:lnTo>
                    <a:lnTo>
                      <a:pt x="51" y="130"/>
                    </a:lnTo>
                    <a:cubicBezTo>
                      <a:pt x="49" y="125"/>
                      <a:pt x="50" y="119"/>
                      <a:pt x="55" y="117"/>
                    </a:cubicBezTo>
                    <a:lnTo>
                      <a:pt x="253" y="9"/>
                    </a:lnTo>
                    <a:cubicBezTo>
                      <a:pt x="258" y="7"/>
                      <a:pt x="264" y="8"/>
                      <a:pt x="267" y="13"/>
                    </a:cubicBezTo>
                    <a:lnTo>
                      <a:pt x="280" y="36"/>
                    </a:lnTo>
                    <a:lnTo>
                      <a:pt x="340" y="1"/>
                    </a:lnTo>
                    <a:cubicBezTo>
                      <a:pt x="343" y="0"/>
                      <a:pt x="346" y="0"/>
                      <a:pt x="349" y="1"/>
                    </a:cubicBezTo>
                    <a:cubicBezTo>
                      <a:pt x="352" y="2"/>
                      <a:pt x="354" y="4"/>
                      <a:pt x="355" y="7"/>
                    </a:cubicBezTo>
                    <a:lnTo>
                      <a:pt x="431" y="273"/>
                    </a:lnTo>
                    <a:lnTo>
                      <a:pt x="516" y="256"/>
                    </a:lnTo>
                    <a:cubicBezTo>
                      <a:pt x="518" y="255"/>
                      <a:pt x="521" y="256"/>
                      <a:pt x="523" y="258"/>
                    </a:cubicBezTo>
                    <a:cubicBezTo>
                      <a:pt x="525" y="259"/>
                      <a:pt x="527" y="261"/>
                      <a:pt x="527" y="264"/>
                    </a:cubicBezTo>
                    <a:lnTo>
                      <a:pt x="538" y="332"/>
                    </a:lnTo>
                    <a:lnTo>
                      <a:pt x="580" y="328"/>
                    </a:lnTo>
                    <a:lnTo>
                      <a:pt x="645" y="332"/>
                    </a:lnTo>
                    <a:lnTo>
                      <a:pt x="709" y="343"/>
                    </a:lnTo>
                    <a:cubicBezTo>
                      <a:pt x="712" y="344"/>
                      <a:pt x="714" y="345"/>
                      <a:pt x="716" y="347"/>
                    </a:cubicBezTo>
                    <a:cubicBezTo>
                      <a:pt x="717" y="350"/>
                      <a:pt x="718" y="353"/>
                      <a:pt x="717" y="355"/>
                    </a:cubicBezTo>
                    <a:lnTo>
                      <a:pt x="667" y="553"/>
                    </a:lnTo>
                    <a:cubicBezTo>
                      <a:pt x="666" y="558"/>
                      <a:pt x="661" y="561"/>
                      <a:pt x="656" y="560"/>
                    </a:cubicBezTo>
                    <a:lnTo>
                      <a:pt x="612" y="553"/>
                    </a:lnTo>
                    <a:lnTo>
                      <a:pt x="569" y="552"/>
                    </a:lnTo>
                    <a:lnTo>
                      <a:pt x="522" y="561"/>
                    </a:lnTo>
                    <a:lnTo>
                      <a:pt x="472" y="575"/>
                    </a:lnTo>
                    <a:lnTo>
                      <a:pt x="429" y="599"/>
                    </a:lnTo>
                    <a:lnTo>
                      <a:pt x="380" y="639"/>
                    </a:lnTo>
                    <a:lnTo>
                      <a:pt x="351" y="677"/>
                    </a:lnTo>
                    <a:lnTo>
                      <a:pt x="323" y="716"/>
                    </a:lnTo>
                    <a:cubicBezTo>
                      <a:pt x="320" y="720"/>
                      <a:pt x="315" y="721"/>
                      <a:pt x="311" y="719"/>
                    </a:cubicBezTo>
                    <a:lnTo>
                      <a:pt x="215" y="672"/>
                    </a:lnTo>
                    <a:cubicBezTo>
                      <a:pt x="213" y="670"/>
                      <a:pt x="211" y="668"/>
                      <a:pt x="210" y="666"/>
                    </a:cubicBezTo>
                    <a:cubicBezTo>
                      <a:pt x="209" y="663"/>
                      <a:pt x="209" y="661"/>
                      <a:pt x="211" y="658"/>
                    </a:cubicBezTo>
                    <a:lnTo>
                      <a:pt x="243" y="595"/>
                    </a:lnTo>
                    <a:lnTo>
                      <a:pt x="166" y="533"/>
                    </a:lnTo>
                    <a:cubicBezTo>
                      <a:pt x="164" y="532"/>
                      <a:pt x="163" y="529"/>
                      <a:pt x="163" y="527"/>
                    </a:cubicBezTo>
                    <a:cubicBezTo>
                      <a:pt x="162" y="524"/>
                      <a:pt x="163" y="521"/>
                      <a:pt x="165" y="519"/>
                    </a:cubicBezTo>
                    <a:lnTo>
                      <a:pt x="225" y="451"/>
                    </a:lnTo>
                    <a:lnTo>
                      <a:pt x="2" y="205"/>
                    </a:lnTo>
                    <a:cubicBezTo>
                      <a:pt x="1" y="204"/>
                      <a:pt x="0" y="201"/>
                      <a:pt x="0" y="19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2" name="Freeform 161"/>
              <p:cNvSpPr>
                <a:spLocks noEditPoints="1"/>
              </p:cNvSpPr>
              <p:nvPr/>
            </p:nvSpPr>
            <p:spPr bwMode="auto">
              <a:xfrm>
                <a:off x="12180" y="387"/>
                <a:ext cx="311" cy="408"/>
              </a:xfrm>
              <a:custGeom>
                <a:avLst/>
                <a:gdLst>
                  <a:gd name="T0" fmla="*/ 289 w 1169"/>
                  <a:gd name="T1" fmla="*/ 1404 h 1533"/>
                  <a:gd name="T2" fmla="*/ 270 w 1169"/>
                  <a:gd name="T3" fmla="*/ 1358 h 1533"/>
                  <a:gd name="T4" fmla="*/ 119 w 1169"/>
                  <a:gd name="T5" fmla="*/ 1236 h 1533"/>
                  <a:gd name="T6" fmla="*/ 145 w 1169"/>
                  <a:gd name="T7" fmla="*/ 1209 h 1533"/>
                  <a:gd name="T8" fmla="*/ 24 w 1169"/>
                  <a:gd name="T9" fmla="*/ 1034 h 1533"/>
                  <a:gd name="T10" fmla="*/ 158 w 1169"/>
                  <a:gd name="T11" fmla="*/ 1247 h 1533"/>
                  <a:gd name="T12" fmla="*/ 255 w 1169"/>
                  <a:gd name="T13" fmla="*/ 1330 h 1533"/>
                  <a:gd name="T14" fmla="*/ 718 w 1169"/>
                  <a:gd name="T15" fmla="*/ 1211 h 1533"/>
                  <a:gd name="T16" fmla="*/ 859 w 1169"/>
                  <a:gd name="T17" fmla="*/ 1076 h 1533"/>
                  <a:gd name="T18" fmla="*/ 907 w 1169"/>
                  <a:gd name="T19" fmla="*/ 1109 h 1533"/>
                  <a:gd name="T20" fmla="*/ 983 w 1169"/>
                  <a:gd name="T21" fmla="*/ 1066 h 1533"/>
                  <a:gd name="T22" fmla="*/ 1063 w 1169"/>
                  <a:gd name="T23" fmla="*/ 991 h 1533"/>
                  <a:gd name="T24" fmla="*/ 1119 w 1169"/>
                  <a:gd name="T25" fmla="*/ 898 h 1533"/>
                  <a:gd name="T26" fmla="*/ 1125 w 1169"/>
                  <a:gd name="T27" fmla="*/ 840 h 1533"/>
                  <a:gd name="T28" fmla="*/ 1110 w 1169"/>
                  <a:gd name="T29" fmla="*/ 815 h 1533"/>
                  <a:gd name="T30" fmla="*/ 839 w 1169"/>
                  <a:gd name="T31" fmla="*/ 703 h 1533"/>
                  <a:gd name="T32" fmla="*/ 890 w 1169"/>
                  <a:gd name="T33" fmla="*/ 527 h 1533"/>
                  <a:gd name="T34" fmla="*/ 625 w 1169"/>
                  <a:gd name="T35" fmla="*/ 404 h 1533"/>
                  <a:gd name="T36" fmla="*/ 394 w 1169"/>
                  <a:gd name="T37" fmla="*/ 83 h 1533"/>
                  <a:gd name="T38" fmla="*/ 313 w 1169"/>
                  <a:gd name="T39" fmla="*/ 231 h 1533"/>
                  <a:gd name="T40" fmla="*/ 332 w 1169"/>
                  <a:gd name="T41" fmla="*/ 416 h 1533"/>
                  <a:gd name="T42" fmla="*/ 319 w 1169"/>
                  <a:gd name="T43" fmla="*/ 535 h 1533"/>
                  <a:gd name="T44" fmla="*/ 250 w 1169"/>
                  <a:gd name="T45" fmla="*/ 644 h 1533"/>
                  <a:gd name="T46" fmla="*/ 259 w 1169"/>
                  <a:gd name="T47" fmla="*/ 745 h 1533"/>
                  <a:gd name="T48" fmla="*/ 3 w 1169"/>
                  <a:gd name="T49" fmla="*/ 1028 h 1533"/>
                  <a:gd name="T50" fmla="*/ 227 w 1169"/>
                  <a:gd name="T51" fmla="*/ 718 h 1533"/>
                  <a:gd name="T52" fmla="*/ 225 w 1169"/>
                  <a:gd name="T53" fmla="*/ 660 h 1533"/>
                  <a:gd name="T54" fmla="*/ 281 w 1169"/>
                  <a:gd name="T55" fmla="*/ 567 h 1533"/>
                  <a:gd name="T56" fmla="*/ 314 w 1169"/>
                  <a:gd name="T57" fmla="*/ 475 h 1533"/>
                  <a:gd name="T58" fmla="*/ 287 w 1169"/>
                  <a:gd name="T59" fmla="*/ 280 h 1533"/>
                  <a:gd name="T60" fmla="*/ 346 w 1169"/>
                  <a:gd name="T61" fmla="*/ 108 h 1533"/>
                  <a:gd name="T62" fmla="*/ 493 w 1169"/>
                  <a:gd name="T63" fmla="*/ 1 h 1533"/>
                  <a:gd name="T64" fmla="*/ 697 w 1169"/>
                  <a:gd name="T65" fmla="*/ 323 h 1533"/>
                  <a:gd name="T66" fmla="*/ 804 w 1169"/>
                  <a:gd name="T67" fmla="*/ 642 h 1533"/>
                  <a:gd name="T68" fmla="*/ 968 w 1169"/>
                  <a:gd name="T69" fmla="*/ 573 h 1533"/>
                  <a:gd name="T70" fmla="*/ 1140 w 1169"/>
                  <a:gd name="T71" fmla="*/ 825 h 1533"/>
                  <a:gd name="T72" fmla="*/ 1153 w 1169"/>
                  <a:gd name="T73" fmla="*/ 862 h 1533"/>
                  <a:gd name="T74" fmla="*/ 1117 w 1169"/>
                  <a:gd name="T75" fmla="*/ 947 h 1533"/>
                  <a:gd name="T76" fmla="*/ 1031 w 1169"/>
                  <a:gd name="T77" fmla="*/ 1053 h 1533"/>
                  <a:gd name="T78" fmla="*/ 955 w 1169"/>
                  <a:gd name="T79" fmla="*/ 1107 h 1533"/>
                  <a:gd name="T80" fmla="*/ 1034 w 1169"/>
                  <a:gd name="T81" fmla="*/ 1531 h 1533"/>
                  <a:gd name="T82" fmla="*/ 464 w 1169"/>
                  <a:gd name="T83" fmla="*/ 1493 h 1533"/>
                  <a:gd name="T84" fmla="*/ 336 w 1169"/>
                  <a:gd name="T85" fmla="*/ 1384 h 1533"/>
                  <a:gd name="T86" fmla="*/ 244 w 1169"/>
                  <a:gd name="T87" fmla="*/ 1384 h 1533"/>
                  <a:gd name="T88" fmla="*/ 125 w 1169"/>
                  <a:gd name="T89" fmla="*/ 1257 h 1533"/>
                  <a:gd name="T90" fmla="*/ 71 w 1169"/>
                  <a:gd name="T91" fmla="*/ 1202 h 1533"/>
                  <a:gd name="T92" fmla="*/ 169 w 1169"/>
                  <a:gd name="T93" fmla="*/ 1208 h 1533"/>
                  <a:gd name="T94" fmla="*/ 0 w 1169"/>
                  <a:gd name="T95" fmla="*/ 1035 h 1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69" h="1533">
                    <a:moveTo>
                      <a:pt x="271" y="1363"/>
                    </a:moveTo>
                    <a:cubicBezTo>
                      <a:pt x="271" y="1365"/>
                      <a:pt x="270" y="1367"/>
                      <a:pt x="269" y="1369"/>
                    </a:cubicBezTo>
                    <a:lnTo>
                      <a:pt x="263" y="1377"/>
                    </a:lnTo>
                    <a:lnTo>
                      <a:pt x="289" y="1404"/>
                    </a:lnTo>
                    <a:lnTo>
                      <a:pt x="316" y="1377"/>
                    </a:lnTo>
                    <a:lnTo>
                      <a:pt x="288" y="1350"/>
                    </a:lnTo>
                    <a:lnTo>
                      <a:pt x="281" y="1357"/>
                    </a:lnTo>
                    <a:cubicBezTo>
                      <a:pt x="278" y="1360"/>
                      <a:pt x="273" y="1360"/>
                      <a:pt x="270" y="1358"/>
                    </a:cubicBezTo>
                    <a:cubicBezTo>
                      <a:pt x="270" y="1360"/>
                      <a:pt x="271" y="1361"/>
                      <a:pt x="271" y="1363"/>
                    </a:cubicBezTo>
                    <a:close/>
                    <a:moveTo>
                      <a:pt x="118" y="1184"/>
                    </a:moveTo>
                    <a:lnTo>
                      <a:pt x="92" y="1209"/>
                    </a:lnTo>
                    <a:lnTo>
                      <a:pt x="119" y="1236"/>
                    </a:lnTo>
                    <a:lnTo>
                      <a:pt x="126" y="1229"/>
                    </a:lnTo>
                    <a:cubicBezTo>
                      <a:pt x="128" y="1227"/>
                      <a:pt x="132" y="1226"/>
                      <a:pt x="135" y="1227"/>
                    </a:cubicBezTo>
                    <a:cubicBezTo>
                      <a:pt x="134" y="1224"/>
                      <a:pt x="135" y="1220"/>
                      <a:pt x="137" y="1218"/>
                    </a:cubicBezTo>
                    <a:lnTo>
                      <a:pt x="145" y="1209"/>
                    </a:lnTo>
                    <a:lnTo>
                      <a:pt x="118" y="1184"/>
                    </a:lnTo>
                    <a:close/>
                    <a:moveTo>
                      <a:pt x="280" y="769"/>
                    </a:moveTo>
                    <a:cubicBezTo>
                      <a:pt x="280" y="772"/>
                      <a:pt x="279" y="774"/>
                      <a:pt x="277" y="776"/>
                    </a:cubicBezTo>
                    <a:lnTo>
                      <a:pt x="24" y="1034"/>
                    </a:lnTo>
                    <a:lnTo>
                      <a:pt x="194" y="1197"/>
                    </a:lnTo>
                    <a:cubicBezTo>
                      <a:pt x="198" y="1201"/>
                      <a:pt x="198" y="1207"/>
                      <a:pt x="195" y="1211"/>
                    </a:cubicBezTo>
                    <a:lnTo>
                      <a:pt x="165" y="1244"/>
                    </a:lnTo>
                    <a:cubicBezTo>
                      <a:pt x="163" y="1246"/>
                      <a:pt x="160" y="1247"/>
                      <a:pt x="158" y="1247"/>
                    </a:cubicBezTo>
                    <a:cubicBezTo>
                      <a:pt x="158" y="1247"/>
                      <a:pt x="157" y="1247"/>
                      <a:pt x="157" y="1247"/>
                    </a:cubicBezTo>
                    <a:lnTo>
                      <a:pt x="253" y="1341"/>
                    </a:lnTo>
                    <a:cubicBezTo>
                      <a:pt x="252" y="1340"/>
                      <a:pt x="251" y="1338"/>
                      <a:pt x="252" y="1337"/>
                    </a:cubicBezTo>
                    <a:cubicBezTo>
                      <a:pt x="252" y="1334"/>
                      <a:pt x="253" y="1331"/>
                      <a:pt x="255" y="1330"/>
                    </a:cubicBezTo>
                    <a:lnTo>
                      <a:pt x="283" y="1303"/>
                    </a:lnTo>
                    <a:cubicBezTo>
                      <a:pt x="287" y="1300"/>
                      <a:pt x="293" y="1300"/>
                      <a:pt x="296" y="1304"/>
                    </a:cubicBezTo>
                    <a:lnTo>
                      <a:pt x="464" y="1469"/>
                    </a:lnTo>
                    <a:lnTo>
                      <a:pt x="718" y="1211"/>
                    </a:lnTo>
                    <a:cubicBezTo>
                      <a:pt x="720" y="1209"/>
                      <a:pt x="723" y="1208"/>
                      <a:pt x="725" y="1208"/>
                    </a:cubicBezTo>
                    <a:cubicBezTo>
                      <a:pt x="728" y="1208"/>
                      <a:pt x="731" y="1209"/>
                      <a:pt x="732" y="1211"/>
                    </a:cubicBezTo>
                    <a:lnTo>
                      <a:pt x="1004" y="1484"/>
                    </a:lnTo>
                    <a:lnTo>
                      <a:pt x="859" y="1076"/>
                    </a:lnTo>
                    <a:cubicBezTo>
                      <a:pt x="857" y="1071"/>
                      <a:pt x="860" y="1065"/>
                      <a:pt x="865" y="1063"/>
                    </a:cubicBezTo>
                    <a:cubicBezTo>
                      <a:pt x="870" y="1062"/>
                      <a:pt x="875" y="1064"/>
                      <a:pt x="877" y="1069"/>
                    </a:cubicBezTo>
                    <a:lnTo>
                      <a:pt x="895" y="1113"/>
                    </a:lnTo>
                    <a:lnTo>
                      <a:pt x="907" y="1109"/>
                    </a:lnTo>
                    <a:lnTo>
                      <a:pt x="927" y="1100"/>
                    </a:lnTo>
                    <a:lnTo>
                      <a:pt x="946" y="1090"/>
                    </a:lnTo>
                    <a:lnTo>
                      <a:pt x="965" y="1079"/>
                    </a:lnTo>
                    <a:lnTo>
                      <a:pt x="983" y="1066"/>
                    </a:lnTo>
                    <a:lnTo>
                      <a:pt x="1000" y="1053"/>
                    </a:lnTo>
                    <a:lnTo>
                      <a:pt x="1018" y="1039"/>
                    </a:lnTo>
                    <a:lnTo>
                      <a:pt x="1049" y="1008"/>
                    </a:lnTo>
                    <a:lnTo>
                      <a:pt x="1063" y="991"/>
                    </a:lnTo>
                    <a:lnTo>
                      <a:pt x="1076" y="974"/>
                    </a:lnTo>
                    <a:lnTo>
                      <a:pt x="1100" y="937"/>
                    </a:lnTo>
                    <a:lnTo>
                      <a:pt x="1110" y="918"/>
                    </a:lnTo>
                    <a:lnTo>
                      <a:pt x="1119" y="898"/>
                    </a:lnTo>
                    <a:lnTo>
                      <a:pt x="1127" y="877"/>
                    </a:lnTo>
                    <a:lnTo>
                      <a:pt x="1138" y="845"/>
                    </a:lnTo>
                    <a:lnTo>
                      <a:pt x="1133" y="843"/>
                    </a:lnTo>
                    <a:lnTo>
                      <a:pt x="1125" y="840"/>
                    </a:lnTo>
                    <a:lnTo>
                      <a:pt x="1118" y="835"/>
                    </a:lnTo>
                    <a:lnTo>
                      <a:pt x="1111" y="830"/>
                    </a:lnTo>
                    <a:cubicBezTo>
                      <a:pt x="1109" y="828"/>
                      <a:pt x="1108" y="826"/>
                      <a:pt x="1108" y="823"/>
                    </a:cubicBezTo>
                    <a:cubicBezTo>
                      <a:pt x="1107" y="820"/>
                      <a:pt x="1108" y="817"/>
                      <a:pt x="1110" y="815"/>
                    </a:cubicBezTo>
                    <a:lnTo>
                      <a:pt x="1144" y="781"/>
                    </a:lnTo>
                    <a:lnTo>
                      <a:pt x="961" y="594"/>
                    </a:lnTo>
                    <a:lnTo>
                      <a:pt x="853" y="703"/>
                    </a:lnTo>
                    <a:cubicBezTo>
                      <a:pt x="849" y="707"/>
                      <a:pt x="843" y="707"/>
                      <a:pt x="839" y="703"/>
                    </a:cubicBezTo>
                    <a:lnTo>
                      <a:pt x="784" y="649"/>
                    </a:lnTo>
                    <a:cubicBezTo>
                      <a:pt x="782" y="647"/>
                      <a:pt x="781" y="645"/>
                      <a:pt x="781" y="642"/>
                    </a:cubicBezTo>
                    <a:cubicBezTo>
                      <a:pt x="781" y="639"/>
                      <a:pt x="782" y="637"/>
                      <a:pt x="783" y="635"/>
                    </a:cubicBezTo>
                    <a:lnTo>
                      <a:pt x="890" y="527"/>
                    </a:lnTo>
                    <a:lnTo>
                      <a:pt x="704" y="344"/>
                    </a:lnTo>
                    <a:lnTo>
                      <a:pt x="641" y="407"/>
                    </a:lnTo>
                    <a:cubicBezTo>
                      <a:pt x="638" y="410"/>
                      <a:pt x="635" y="411"/>
                      <a:pt x="632" y="410"/>
                    </a:cubicBezTo>
                    <a:cubicBezTo>
                      <a:pt x="628" y="409"/>
                      <a:pt x="626" y="407"/>
                      <a:pt x="625" y="404"/>
                    </a:cubicBezTo>
                    <a:lnTo>
                      <a:pt x="491" y="24"/>
                    </a:lnTo>
                    <a:lnTo>
                      <a:pt x="449" y="43"/>
                    </a:lnTo>
                    <a:lnTo>
                      <a:pt x="427" y="57"/>
                    </a:lnTo>
                    <a:lnTo>
                      <a:pt x="394" y="83"/>
                    </a:lnTo>
                    <a:lnTo>
                      <a:pt x="362" y="120"/>
                    </a:lnTo>
                    <a:lnTo>
                      <a:pt x="352" y="136"/>
                    </a:lnTo>
                    <a:lnTo>
                      <a:pt x="329" y="179"/>
                    </a:lnTo>
                    <a:lnTo>
                      <a:pt x="313" y="231"/>
                    </a:lnTo>
                    <a:lnTo>
                      <a:pt x="307" y="281"/>
                    </a:lnTo>
                    <a:lnTo>
                      <a:pt x="308" y="318"/>
                    </a:lnTo>
                    <a:lnTo>
                      <a:pt x="319" y="373"/>
                    </a:lnTo>
                    <a:lnTo>
                      <a:pt x="332" y="416"/>
                    </a:lnTo>
                    <a:cubicBezTo>
                      <a:pt x="332" y="417"/>
                      <a:pt x="332" y="418"/>
                      <a:pt x="332" y="419"/>
                    </a:cubicBezTo>
                    <a:lnTo>
                      <a:pt x="334" y="476"/>
                    </a:lnTo>
                    <a:lnTo>
                      <a:pt x="330" y="500"/>
                    </a:lnTo>
                    <a:lnTo>
                      <a:pt x="319" y="535"/>
                    </a:lnTo>
                    <a:lnTo>
                      <a:pt x="308" y="560"/>
                    </a:lnTo>
                    <a:lnTo>
                      <a:pt x="296" y="578"/>
                    </a:lnTo>
                    <a:lnTo>
                      <a:pt x="269" y="611"/>
                    </a:lnTo>
                    <a:lnTo>
                      <a:pt x="250" y="644"/>
                    </a:lnTo>
                    <a:lnTo>
                      <a:pt x="244" y="664"/>
                    </a:lnTo>
                    <a:lnTo>
                      <a:pt x="242" y="684"/>
                    </a:lnTo>
                    <a:lnTo>
                      <a:pt x="245" y="711"/>
                    </a:lnTo>
                    <a:lnTo>
                      <a:pt x="259" y="745"/>
                    </a:lnTo>
                    <a:lnTo>
                      <a:pt x="277" y="762"/>
                    </a:lnTo>
                    <a:cubicBezTo>
                      <a:pt x="279" y="764"/>
                      <a:pt x="280" y="766"/>
                      <a:pt x="280" y="769"/>
                    </a:cubicBezTo>
                    <a:close/>
                    <a:moveTo>
                      <a:pt x="0" y="1035"/>
                    </a:moveTo>
                    <a:cubicBezTo>
                      <a:pt x="0" y="1032"/>
                      <a:pt x="1" y="1030"/>
                      <a:pt x="3" y="1028"/>
                    </a:cubicBezTo>
                    <a:lnTo>
                      <a:pt x="256" y="769"/>
                    </a:lnTo>
                    <a:lnTo>
                      <a:pt x="244" y="758"/>
                    </a:lnTo>
                    <a:cubicBezTo>
                      <a:pt x="243" y="757"/>
                      <a:pt x="243" y="756"/>
                      <a:pt x="242" y="755"/>
                    </a:cubicBezTo>
                    <a:lnTo>
                      <a:pt x="227" y="718"/>
                    </a:lnTo>
                    <a:cubicBezTo>
                      <a:pt x="226" y="717"/>
                      <a:pt x="226" y="716"/>
                      <a:pt x="226" y="715"/>
                    </a:cubicBezTo>
                    <a:lnTo>
                      <a:pt x="222" y="685"/>
                    </a:lnTo>
                    <a:cubicBezTo>
                      <a:pt x="222" y="684"/>
                      <a:pt x="222" y="683"/>
                      <a:pt x="222" y="683"/>
                    </a:cubicBezTo>
                    <a:lnTo>
                      <a:pt x="225" y="660"/>
                    </a:lnTo>
                    <a:lnTo>
                      <a:pt x="231" y="637"/>
                    </a:lnTo>
                    <a:cubicBezTo>
                      <a:pt x="231" y="636"/>
                      <a:pt x="232" y="636"/>
                      <a:pt x="232" y="635"/>
                    </a:cubicBezTo>
                    <a:lnTo>
                      <a:pt x="253" y="599"/>
                    </a:lnTo>
                    <a:lnTo>
                      <a:pt x="281" y="567"/>
                    </a:lnTo>
                    <a:lnTo>
                      <a:pt x="290" y="551"/>
                    </a:lnTo>
                    <a:lnTo>
                      <a:pt x="301" y="528"/>
                    </a:lnTo>
                    <a:lnTo>
                      <a:pt x="311" y="496"/>
                    </a:lnTo>
                    <a:lnTo>
                      <a:pt x="314" y="475"/>
                    </a:lnTo>
                    <a:lnTo>
                      <a:pt x="312" y="421"/>
                    </a:lnTo>
                    <a:lnTo>
                      <a:pt x="300" y="377"/>
                    </a:lnTo>
                    <a:lnTo>
                      <a:pt x="289" y="320"/>
                    </a:lnTo>
                    <a:lnTo>
                      <a:pt x="287" y="280"/>
                    </a:lnTo>
                    <a:lnTo>
                      <a:pt x="294" y="227"/>
                    </a:lnTo>
                    <a:lnTo>
                      <a:pt x="311" y="171"/>
                    </a:lnTo>
                    <a:lnTo>
                      <a:pt x="335" y="126"/>
                    </a:lnTo>
                    <a:lnTo>
                      <a:pt x="346" y="108"/>
                    </a:lnTo>
                    <a:lnTo>
                      <a:pt x="381" y="69"/>
                    </a:lnTo>
                    <a:lnTo>
                      <a:pt x="415" y="41"/>
                    </a:lnTo>
                    <a:lnTo>
                      <a:pt x="439" y="26"/>
                    </a:lnTo>
                    <a:lnTo>
                      <a:pt x="493" y="1"/>
                    </a:lnTo>
                    <a:cubicBezTo>
                      <a:pt x="495" y="0"/>
                      <a:pt x="498" y="0"/>
                      <a:pt x="501" y="1"/>
                    </a:cubicBezTo>
                    <a:cubicBezTo>
                      <a:pt x="503" y="2"/>
                      <a:pt x="505" y="4"/>
                      <a:pt x="506" y="7"/>
                    </a:cubicBezTo>
                    <a:lnTo>
                      <a:pt x="638" y="382"/>
                    </a:lnTo>
                    <a:lnTo>
                      <a:pt x="697" y="323"/>
                    </a:lnTo>
                    <a:cubicBezTo>
                      <a:pt x="701" y="320"/>
                      <a:pt x="707" y="319"/>
                      <a:pt x="711" y="323"/>
                    </a:cubicBezTo>
                    <a:lnTo>
                      <a:pt x="911" y="520"/>
                    </a:lnTo>
                    <a:cubicBezTo>
                      <a:pt x="914" y="524"/>
                      <a:pt x="915" y="530"/>
                      <a:pt x="911" y="534"/>
                    </a:cubicBezTo>
                    <a:lnTo>
                      <a:pt x="804" y="642"/>
                    </a:lnTo>
                    <a:lnTo>
                      <a:pt x="846" y="682"/>
                    </a:lnTo>
                    <a:lnTo>
                      <a:pt x="954" y="573"/>
                    </a:lnTo>
                    <a:cubicBezTo>
                      <a:pt x="956" y="571"/>
                      <a:pt x="959" y="570"/>
                      <a:pt x="961" y="570"/>
                    </a:cubicBezTo>
                    <a:cubicBezTo>
                      <a:pt x="964" y="570"/>
                      <a:pt x="967" y="571"/>
                      <a:pt x="968" y="573"/>
                    </a:cubicBezTo>
                    <a:lnTo>
                      <a:pt x="1165" y="774"/>
                    </a:lnTo>
                    <a:cubicBezTo>
                      <a:pt x="1169" y="778"/>
                      <a:pt x="1169" y="784"/>
                      <a:pt x="1165" y="788"/>
                    </a:cubicBezTo>
                    <a:lnTo>
                      <a:pt x="1132" y="821"/>
                    </a:lnTo>
                    <a:lnTo>
                      <a:pt x="1140" y="825"/>
                    </a:lnTo>
                    <a:lnTo>
                      <a:pt x="1152" y="828"/>
                    </a:lnTo>
                    <a:cubicBezTo>
                      <a:pt x="1155" y="829"/>
                      <a:pt x="1157" y="830"/>
                      <a:pt x="1158" y="833"/>
                    </a:cubicBezTo>
                    <a:cubicBezTo>
                      <a:pt x="1160" y="835"/>
                      <a:pt x="1160" y="838"/>
                      <a:pt x="1160" y="841"/>
                    </a:cubicBezTo>
                    <a:lnTo>
                      <a:pt x="1153" y="862"/>
                    </a:lnTo>
                    <a:lnTo>
                      <a:pt x="1146" y="884"/>
                    </a:lnTo>
                    <a:lnTo>
                      <a:pt x="1137" y="906"/>
                    </a:lnTo>
                    <a:lnTo>
                      <a:pt x="1128" y="926"/>
                    </a:lnTo>
                    <a:lnTo>
                      <a:pt x="1117" y="947"/>
                    </a:lnTo>
                    <a:lnTo>
                      <a:pt x="1092" y="985"/>
                    </a:lnTo>
                    <a:lnTo>
                      <a:pt x="1078" y="1004"/>
                    </a:lnTo>
                    <a:lnTo>
                      <a:pt x="1063" y="1021"/>
                    </a:lnTo>
                    <a:lnTo>
                      <a:pt x="1031" y="1053"/>
                    </a:lnTo>
                    <a:lnTo>
                      <a:pt x="1013" y="1068"/>
                    </a:lnTo>
                    <a:lnTo>
                      <a:pt x="994" y="1082"/>
                    </a:lnTo>
                    <a:lnTo>
                      <a:pt x="975" y="1095"/>
                    </a:lnTo>
                    <a:lnTo>
                      <a:pt x="955" y="1107"/>
                    </a:lnTo>
                    <a:lnTo>
                      <a:pt x="935" y="1117"/>
                    </a:lnTo>
                    <a:lnTo>
                      <a:pt x="900" y="1132"/>
                    </a:lnTo>
                    <a:lnTo>
                      <a:pt x="1038" y="1519"/>
                    </a:lnTo>
                    <a:cubicBezTo>
                      <a:pt x="1039" y="1524"/>
                      <a:pt x="1037" y="1528"/>
                      <a:pt x="1034" y="1531"/>
                    </a:cubicBezTo>
                    <a:cubicBezTo>
                      <a:pt x="1030" y="1533"/>
                      <a:pt x="1025" y="1533"/>
                      <a:pt x="1021" y="1529"/>
                    </a:cubicBezTo>
                    <a:lnTo>
                      <a:pt x="725" y="1232"/>
                    </a:lnTo>
                    <a:lnTo>
                      <a:pt x="471" y="1490"/>
                    </a:lnTo>
                    <a:cubicBezTo>
                      <a:pt x="470" y="1492"/>
                      <a:pt x="467" y="1493"/>
                      <a:pt x="464" y="1493"/>
                    </a:cubicBezTo>
                    <a:cubicBezTo>
                      <a:pt x="462" y="1493"/>
                      <a:pt x="459" y="1492"/>
                      <a:pt x="458" y="1490"/>
                    </a:cubicBezTo>
                    <a:lnTo>
                      <a:pt x="338" y="1373"/>
                    </a:lnTo>
                    <a:cubicBezTo>
                      <a:pt x="339" y="1374"/>
                      <a:pt x="339" y="1376"/>
                      <a:pt x="339" y="1377"/>
                    </a:cubicBezTo>
                    <a:cubicBezTo>
                      <a:pt x="339" y="1379"/>
                      <a:pt x="338" y="1382"/>
                      <a:pt x="336" y="1384"/>
                    </a:cubicBezTo>
                    <a:lnTo>
                      <a:pt x="296" y="1425"/>
                    </a:lnTo>
                    <a:cubicBezTo>
                      <a:pt x="294" y="1427"/>
                      <a:pt x="292" y="1428"/>
                      <a:pt x="289" y="1428"/>
                    </a:cubicBezTo>
                    <a:cubicBezTo>
                      <a:pt x="286" y="1428"/>
                      <a:pt x="284" y="1426"/>
                      <a:pt x="282" y="1425"/>
                    </a:cubicBezTo>
                    <a:lnTo>
                      <a:pt x="244" y="1384"/>
                    </a:lnTo>
                    <a:cubicBezTo>
                      <a:pt x="240" y="1381"/>
                      <a:pt x="240" y="1375"/>
                      <a:pt x="243" y="1372"/>
                    </a:cubicBezTo>
                    <a:lnTo>
                      <a:pt x="248" y="1364"/>
                    </a:lnTo>
                    <a:lnTo>
                      <a:pt x="132" y="1250"/>
                    </a:lnTo>
                    <a:lnTo>
                      <a:pt x="125" y="1257"/>
                    </a:lnTo>
                    <a:cubicBezTo>
                      <a:pt x="122" y="1261"/>
                      <a:pt x="115" y="1261"/>
                      <a:pt x="112" y="1257"/>
                    </a:cubicBezTo>
                    <a:lnTo>
                      <a:pt x="71" y="1216"/>
                    </a:lnTo>
                    <a:cubicBezTo>
                      <a:pt x="69" y="1214"/>
                      <a:pt x="68" y="1211"/>
                      <a:pt x="68" y="1209"/>
                    </a:cubicBezTo>
                    <a:cubicBezTo>
                      <a:pt x="68" y="1206"/>
                      <a:pt x="69" y="1204"/>
                      <a:pt x="71" y="1202"/>
                    </a:cubicBezTo>
                    <a:lnTo>
                      <a:pt x="111" y="1164"/>
                    </a:lnTo>
                    <a:cubicBezTo>
                      <a:pt x="115" y="1160"/>
                      <a:pt x="121" y="1160"/>
                      <a:pt x="125" y="1164"/>
                    </a:cubicBezTo>
                    <a:lnTo>
                      <a:pt x="166" y="1201"/>
                    </a:lnTo>
                    <a:cubicBezTo>
                      <a:pt x="168" y="1203"/>
                      <a:pt x="169" y="1206"/>
                      <a:pt x="169" y="1208"/>
                    </a:cubicBezTo>
                    <a:cubicBezTo>
                      <a:pt x="169" y="1209"/>
                      <a:pt x="169" y="1210"/>
                      <a:pt x="169" y="1210"/>
                    </a:cubicBezTo>
                    <a:lnTo>
                      <a:pt x="174" y="1205"/>
                    </a:lnTo>
                    <a:lnTo>
                      <a:pt x="3" y="1042"/>
                    </a:lnTo>
                    <a:cubicBezTo>
                      <a:pt x="1" y="1040"/>
                      <a:pt x="0" y="1037"/>
                      <a:pt x="0" y="103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3" name="Freeform 162"/>
              <p:cNvSpPr>
                <a:spLocks noEditPoints="1"/>
              </p:cNvSpPr>
              <p:nvPr/>
            </p:nvSpPr>
            <p:spPr bwMode="auto">
              <a:xfrm>
                <a:off x="12336" y="456"/>
                <a:ext cx="126" cy="74"/>
              </a:xfrm>
              <a:custGeom>
                <a:avLst/>
                <a:gdLst>
                  <a:gd name="T0" fmla="*/ 447 w 472"/>
                  <a:gd name="T1" fmla="*/ 118 h 280"/>
                  <a:gd name="T2" fmla="*/ 437 w 472"/>
                  <a:gd name="T3" fmla="*/ 110 h 280"/>
                  <a:gd name="T4" fmla="*/ 417 w 472"/>
                  <a:gd name="T5" fmla="*/ 96 h 280"/>
                  <a:gd name="T6" fmla="*/ 398 w 472"/>
                  <a:gd name="T7" fmla="*/ 84 h 280"/>
                  <a:gd name="T8" fmla="*/ 377 w 472"/>
                  <a:gd name="T9" fmla="*/ 72 h 280"/>
                  <a:gd name="T10" fmla="*/ 356 w 472"/>
                  <a:gd name="T11" fmla="*/ 62 h 280"/>
                  <a:gd name="T12" fmla="*/ 334 w 472"/>
                  <a:gd name="T13" fmla="*/ 52 h 280"/>
                  <a:gd name="T14" fmla="*/ 312 w 472"/>
                  <a:gd name="T15" fmla="*/ 44 h 280"/>
                  <a:gd name="T16" fmla="*/ 290 w 472"/>
                  <a:gd name="T17" fmla="*/ 37 h 280"/>
                  <a:gd name="T18" fmla="*/ 267 w 472"/>
                  <a:gd name="T19" fmla="*/ 31 h 280"/>
                  <a:gd name="T20" fmla="*/ 244 w 472"/>
                  <a:gd name="T21" fmla="*/ 27 h 280"/>
                  <a:gd name="T22" fmla="*/ 221 w 472"/>
                  <a:gd name="T23" fmla="*/ 23 h 280"/>
                  <a:gd name="T24" fmla="*/ 174 w 472"/>
                  <a:gd name="T25" fmla="*/ 20 h 280"/>
                  <a:gd name="T26" fmla="*/ 127 w 472"/>
                  <a:gd name="T27" fmla="*/ 21 h 280"/>
                  <a:gd name="T28" fmla="*/ 81 w 472"/>
                  <a:gd name="T29" fmla="*/ 28 h 280"/>
                  <a:gd name="T30" fmla="*/ 58 w 472"/>
                  <a:gd name="T31" fmla="*/ 33 h 280"/>
                  <a:gd name="T32" fmla="*/ 23 w 472"/>
                  <a:gd name="T33" fmla="*/ 43 h 280"/>
                  <a:gd name="T34" fmla="*/ 51 w 472"/>
                  <a:gd name="T35" fmla="*/ 124 h 280"/>
                  <a:gd name="T36" fmla="*/ 110 w 472"/>
                  <a:gd name="T37" fmla="*/ 65 h 280"/>
                  <a:gd name="T38" fmla="*/ 124 w 472"/>
                  <a:gd name="T39" fmla="*/ 65 h 280"/>
                  <a:gd name="T40" fmla="*/ 317 w 472"/>
                  <a:gd name="T41" fmla="*/ 255 h 280"/>
                  <a:gd name="T42" fmla="*/ 417 w 472"/>
                  <a:gd name="T43" fmla="*/ 153 h 280"/>
                  <a:gd name="T44" fmla="*/ 417 w 472"/>
                  <a:gd name="T45" fmla="*/ 152 h 280"/>
                  <a:gd name="T46" fmla="*/ 420 w 472"/>
                  <a:gd name="T47" fmla="*/ 145 h 280"/>
                  <a:gd name="T48" fmla="*/ 447 w 472"/>
                  <a:gd name="T49" fmla="*/ 118 h 280"/>
                  <a:gd name="T50" fmla="*/ 0 w 472"/>
                  <a:gd name="T51" fmla="*/ 37 h 280"/>
                  <a:gd name="T52" fmla="*/ 1 w 472"/>
                  <a:gd name="T53" fmla="*/ 32 h 280"/>
                  <a:gd name="T54" fmla="*/ 7 w 472"/>
                  <a:gd name="T55" fmla="*/ 27 h 280"/>
                  <a:gd name="T56" fmla="*/ 53 w 472"/>
                  <a:gd name="T57" fmla="*/ 13 h 280"/>
                  <a:gd name="T58" fmla="*/ 77 w 472"/>
                  <a:gd name="T59" fmla="*/ 8 h 280"/>
                  <a:gd name="T60" fmla="*/ 126 w 472"/>
                  <a:gd name="T61" fmla="*/ 2 h 280"/>
                  <a:gd name="T62" fmla="*/ 175 w 472"/>
                  <a:gd name="T63" fmla="*/ 0 h 280"/>
                  <a:gd name="T64" fmla="*/ 223 w 472"/>
                  <a:gd name="T65" fmla="*/ 4 h 280"/>
                  <a:gd name="T66" fmla="*/ 248 w 472"/>
                  <a:gd name="T67" fmla="*/ 7 h 280"/>
                  <a:gd name="T68" fmla="*/ 272 w 472"/>
                  <a:gd name="T69" fmla="*/ 12 h 280"/>
                  <a:gd name="T70" fmla="*/ 295 w 472"/>
                  <a:gd name="T71" fmla="*/ 18 h 280"/>
                  <a:gd name="T72" fmla="*/ 319 w 472"/>
                  <a:gd name="T73" fmla="*/ 26 h 280"/>
                  <a:gd name="T74" fmla="*/ 342 w 472"/>
                  <a:gd name="T75" fmla="*/ 34 h 280"/>
                  <a:gd name="T76" fmla="*/ 364 w 472"/>
                  <a:gd name="T77" fmla="*/ 44 h 280"/>
                  <a:gd name="T78" fmla="*/ 386 w 472"/>
                  <a:gd name="T79" fmla="*/ 55 h 280"/>
                  <a:gd name="T80" fmla="*/ 408 w 472"/>
                  <a:gd name="T81" fmla="*/ 67 h 280"/>
                  <a:gd name="T82" fmla="*/ 428 w 472"/>
                  <a:gd name="T83" fmla="*/ 80 h 280"/>
                  <a:gd name="T84" fmla="*/ 448 w 472"/>
                  <a:gd name="T85" fmla="*/ 94 h 280"/>
                  <a:gd name="T86" fmla="*/ 468 w 472"/>
                  <a:gd name="T87" fmla="*/ 109 h 280"/>
                  <a:gd name="T88" fmla="*/ 471 w 472"/>
                  <a:gd name="T89" fmla="*/ 116 h 280"/>
                  <a:gd name="T90" fmla="*/ 469 w 472"/>
                  <a:gd name="T91" fmla="*/ 123 h 280"/>
                  <a:gd name="T92" fmla="*/ 440 w 472"/>
                  <a:gd name="T93" fmla="*/ 153 h 280"/>
                  <a:gd name="T94" fmla="*/ 440 w 472"/>
                  <a:gd name="T95" fmla="*/ 155 h 280"/>
                  <a:gd name="T96" fmla="*/ 437 w 472"/>
                  <a:gd name="T97" fmla="*/ 161 h 280"/>
                  <a:gd name="T98" fmla="*/ 324 w 472"/>
                  <a:gd name="T99" fmla="*/ 276 h 280"/>
                  <a:gd name="T100" fmla="*/ 310 w 472"/>
                  <a:gd name="T101" fmla="*/ 276 h 280"/>
                  <a:gd name="T102" fmla="*/ 117 w 472"/>
                  <a:gd name="T103" fmla="*/ 86 h 280"/>
                  <a:gd name="T104" fmla="*/ 54 w 472"/>
                  <a:gd name="T105" fmla="*/ 149 h 280"/>
                  <a:gd name="T106" fmla="*/ 45 w 472"/>
                  <a:gd name="T107" fmla="*/ 152 h 280"/>
                  <a:gd name="T108" fmla="*/ 38 w 472"/>
                  <a:gd name="T109" fmla="*/ 146 h 280"/>
                  <a:gd name="T110" fmla="*/ 1 w 472"/>
                  <a:gd name="T111" fmla="*/ 40 h 280"/>
                  <a:gd name="T112" fmla="*/ 0 w 472"/>
                  <a:gd name="T113" fmla="*/ 37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72" h="280">
                    <a:moveTo>
                      <a:pt x="447" y="118"/>
                    </a:moveTo>
                    <a:lnTo>
                      <a:pt x="437" y="110"/>
                    </a:lnTo>
                    <a:lnTo>
                      <a:pt x="417" y="96"/>
                    </a:lnTo>
                    <a:lnTo>
                      <a:pt x="398" y="84"/>
                    </a:lnTo>
                    <a:lnTo>
                      <a:pt x="377" y="72"/>
                    </a:lnTo>
                    <a:lnTo>
                      <a:pt x="356" y="62"/>
                    </a:lnTo>
                    <a:lnTo>
                      <a:pt x="334" y="52"/>
                    </a:lnTo>
                    <a:lnTo>
                      <a:pt x="312" y="44"/>
                    </a:lnTo>
                    <a:lnTo>
                      <a:pt x="290" y="37"/>
                    </a:lnTo>
                    <a:lnTo>
                      <a:pt x="267" y="31"/>
                    </a:lnTo>
                    <a:lnTo>
                      <a:pt x="244" y="27"/>
                    </a:lnTo>
                    <a:lnTo>
                      <a:pt x="221" y="23"/>
                    </a:lnTo>
                    <a:lnTo>
                      <a:pt x="174" y="20"/>
                    </a:lnTo>
                    <a:lnTo>
                      <a:pt x="127" y="21"/>
                    </a:lnTo>
                    <a:lnTo>
                      <a:pt x="81" y="28"/>
                    </a:lnTo>
                    <a:lnTo>
                      <a:pt x="58" y="33"/>
                    </a:lnTo>
                    <a:lnTo>
                      <a:pt x="23" y="43"/>
                    </a:lnTo>
                    <a:lnTo>
                      <a:pt x="51" y="124"/>
                    </a:lnTo>
                    <a:lnTo>
                      <a:pt x="110" y="65"/>
                    </a:lnTo>
                    <a:cubicBezTo>
                      <a:pt x="114" y="62"/>
                      <a:pt x="120" y="61"/>
                      <a:pt x="124" y="65"/>
                    </a:cubicBezTo>
                    <a:lnTo>
                      <a:pt x="317" y="255"/>
                    </a:lnTo>
                    <a:lnTo>
                      <a:pt x="417" y="153"/>
                    </a:lnTo>
                    <a:cubicBezTo>
                      <a:pt x="417" y="153"/>
                      <a:pt x="417" y="152"/>
                      <a:pt x="417" y="152"/>
                    </a:cubicBezTo>
                    <a:cubicBezTo>
                      <a:pt x="417" y="149"/>
                      <a:pt x="418" y="147"/>
                      <a:pt x="420" y="145"/>
                    </a:cubicBezTo>
                    <a:lnTo>
                      <a:pt x="447" y="118"/>
                    </a:lnTo>
                    <a:close/>
                    <a:moveTo>
                      <a:pt x="0" y="37"/>
                    </a:moveTo>
                    <a:cubicBezTo>
                      <a:pt x="0" y="35"/>
                      <a:pt x="0" y="34"/>
                      <a:pt x="1" y="32"/>
                    </a:cubicBezTo>
                    <a:cubicBezTo>
                      <a:pt x="2" y="30"/>
                      <a:pt x="4" y="28"/>
                      <a:pt x="7" y="27"/>
                    </a:cubicBezTo>
                    <a:lnTo>
                      <a:pt x="53" y="13"/>
                    </a:lnTo>
                    <a:lnTo>
                      <a:pt x="77" y="8"/>
                    </a:lnTo>
                    <a:lnTo>
                      <a:pt x="126" y="2"/>
                    </a:lnTo>
                    <a:lnTo>
                      <a:pt x="175" y="0"/>
                    </a:lnTo>
                    <a:lnTo>
                      <a:pt x="223" y="4"/>
                    </a:lnTo>
                    <a:lnTo>
                      <a:pt x="248" y="7"/>
                    </a:lnTo>
                    <a:lnTo>
                      <a:pt x="272" y="12"/>
                    </a:lnTo>
                    <a:lnTo>
                      <a:pt x="295" y="18"/>
                    </a:lnTo>
                    <a:lnTo>
                      <a:pt x="319" y="26"/>
                    </a:lnTo>
                    <a:lnTo>
                      <a:pt x="342" y="34"/>
                    </a:lnTo>
                    <a:lnTo>
                      <a:pt x="364" y="44"/>
                    </a:lnTo>
                    <a:lnTo>
                      <a:pt x="386" y="55"/>
                    </a:lnTo>
                    <a:lnTo>
                      <a:pt x="408" y="67"/>
                    </a:lnTo>
                    <a:lnTo>
                      <a:pt x="428" y="80"/>
                    </a:lnTo>
                    <a:lnTo>
                      <a:pt x="448" y="94"/>
                    </a:lnTo>
                    <a:lnTo>
                      <a:pt x="468" y="109"/>
                    </a:lnTo>
                    <a:cubicBezTo>
                      <a:pt x="470" y="111"/>
                      <a:pt x="471" y="113"/>
                      <a:pt x="471" y="116"/>
                    </a:cubicBezTo>
                    <a:cubicBezTo>
                      <a:pt x="472" y="119"/>
                      <a:pt x="471" y="121"/>
                      <a:pt x="469" y="123"/>
                    </a:cubicBezTo>
                    <a:lnTo>
                      <a:pt x="440" y="153"/>
                    </a:lnTo>
                    <a:cubicBezTo>
                      <a:pt x="440" y="154"/>
                      <a:pt x="440" y="154"/>
                      <a:pt x="440" y="155"/>
                    </a:cubicBezTo>
                    <a:cubicBezTo>
                      <a:pt x="440" y="157"/>
                      <a:pt x="439" y="160"/>
                      <a:pt x="437" y="161"/>
                    </a:cubicBezTo>
                    <a:lnTo>
                      <a:pt x="324" y="276"/>
                    </a:lnTo>
                    <a:cubicBezTo>
                      <a:pt x="320" y="280"/>
                      <a:pt x="314" y="280"/>
                      <a:pt x="310" y="276"/>
                    </a:cubicBezTo>
                    <a:lnTo>
                      <a:pt x="117" y="86"/>
                    </a:lnTo>
                    <a:lnTo>
                      <a:pt x="54" y="149"/>
                    </a:lnTo>
                    <a:cubicBezTo>
                      <a:pt x="51" y="152"/>
                      <a:pt x="48" y="153"/>
                      <a:pt x="45" y="152"/>
                    </a:cubicBezTo>
                    <a:cubicBezTo>
                      <a:pt x="41" y="151"/>
                      <a:pt x="39" y="149"/>
                      <a:pt x="38" y="146"/>
                    </a:cubicBezTo>
                    <a:lnTo>
                      <a:pt x="1" y="40"/>
                    </a:lnTo>
                    <a:cubicBezTo>
                      <a:pt x="0" y="39"/>
                      <a:pt x="0" y="38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4" name="Freeform 163"/>
              <p:cNvSpPr>
                <a:spLocks/>
              </p:cNvSpPr>
              <p:nvPr/>
            </p:nvSpPr>
            <p:spPr bwMode="auto">
              <a:xfrm>
                <a:off x="12432" y="500"/>
                <a:ext cx="76" cy="117"/>
              </a:xfrm>
              <a:custGeom>
                <a:avLst/>
                <a:gdLst>
                  <a:gd name="T0" fmla="*/ 0 w 283"/>
                  <a:gd name="T1" fmla="*/ 158 h 440"/>
                  <a:gd name="T2" fmla="*/ 3 w 283"/>
                  <a:gd name="T3" fmla="*/ 151 h 440"/>
                  <a:gd name="T4" fmla="*/ 116 w 283"/>
                  <a:gd name="T5" fmla="*/ 36 h 440"/>
                  <a:gd name="T6" fmla="*/ 123 w 283"/>
                  <a:gd name="T7" fmla="*/ 33 h 440"/>
                  <a:gd name="T8" fmla="*/ 124 w 283"/>
                  <a:gd name="T9" fmla="*/ 33 h 440"/>
                  <a:gd name="T10" fmla="*/ 155 w 283"/>
                  <a:gd name="T11" fmla="*/ 3 h 440"/>
                  <a:gd name="T12" fmla="*/ 162 w 283"/>
                  <a:gd name="T13" fmla="*/ 0 h 440"/>
                  <a:gd name="T14" fmla="*/ 170 w 283"/>
                  <a:gd name="T15" fmla="*/ 4 h 440"/>
                  <a:gd name="T16" fmla="*/ 200 w 283"/>
                  <a:gd name="T17" fmla="*/ 43 h 440"/>
                  <a:gd name="T18" fmla="*/ 213 w 283"/>
                  <a:gd name="T19" fmla="*/ 65 h 440"/>
                  <a:gd name="T20" fmla="*/ 226 w 283"/>
                  <a:gd name="T21" fmla="*/ 87 h 440"/>
                  <a:gd name="T22" fmla="*/ 237 w 283"/>
                  <a:gd name="T23" fmla="*/ 110 h 440"/>
                  <a:gd name="T24" fmla="*/ 247 w 283"/>
                  <a:gd name="T25" fmla="*/ 133 h 440"/>
                  <a:gd name="T26" fmla="*/ 256 w 283"/>
                  <a:gd name="T27" fmla="*/ 156 h 440"/>
                  <a:gd name="T28" fmla="*/ 264 w 283"/>
                  <a:gd name="T29" fmla="*/ 180 h 440"/>
                  <a:gd name="T30" fmla="*/ 270 w 283"/>
                  <a:gd name="T31" fmla="*/ 205 h 440"/>
                  <a:gd name="T32" fmla="*/ 275 w 283"/>
                  <a:gd name="T33" fmla="*/ 230 h 440"/>
                  <a:gd name="T34" fmla="*/ 279 w 283"/>
                  <a:gd name="T35" fmla="*/ 255 h 440"/>
                  <a:gd name="T36" fmla="*/ 282 w 283"/>
                  <a:gd name="T37" fmla="*/ 280 h 440"/>
                  <a:gd name="T38" fmla="*/ 283 w 283"/>
                  <a:gd name="T39" fmla="*/ 305 h 440"/>
                  <a:gd name="T40" fmla="*/ 282 w 283"/>
                  <a:gd name="T41" fmla="*/ 356 h 440"/>
                  <a:gd name="T42" fmla="*/ 275 w 283"/>
                  <a:gd name="T43" fmla="*/ 406 h 440"/>
                  <a:gd name="T44" fmla="*/ 264 w 283"/>
                  <a:gd name="T45" fmla="*/ 414 h 440"/>
                  <a:gd name="T46" fmla="*/ 256 w 283"/>
                  <a:gd name="T47" fmla="*/ 403 h 440"/>
                  <a:gd name="T48" fmla="*/ 262 w 283"/>
                  <a:gd name="T49" fmla="*/ 354 h 440"/>
                  <a:gd name="T50" fmla="*/ 264 w 283"/>
                  <a:gd name="T51" fmla="*/ 306 h 440"/>
                  <a:gd name="T52" fmla="*/ 262 w 283"/>
                  <a:gd name="T53" fmla="*/ 282 h 440"/>
                  <a:gd name="T54" fmla="*/ 256 w 283"/>
                  <a:gd name="T55" fmla="*/ 233 h 440"/>
                  <a:gd name="T56" fmla="*/ 251 w 283"/>
                  <a:gd name="T57" fmla="*/ 209 h 440"/>
                  <a:gd name="T58" fmla="*/ 245 w 283"/>
                  <a:gd name="T59" fmla="*/ 186 h 440"/>
                  <a:gd name="T60" fmla="*/ 238 w 283"/>
                  <a:gd name="T61" fmla="*/ 163 h 440"/>
                  <a:gd name="T62" fmla="*/ 229 w 283"/>
                  <a:gd name="T63" fmla="*/ 140 h 440"/>
                  <a:gd name="T64" fmla="*/ 219 w 283"/>
                  <a:gd name="T65" fmla="*/ 118 h 440"/>
                  <a:gd name="T66" fmla="*/ 208 w 283"/>
                  <a:gd name="T67" fmla="*/ 96 h 440"/>
                  <a:gd name="T68" fmla="*/ 196 w 283"/>
                  <a:gd name="T69" fmla="*/ 75 h 440"/>
                  <a:gd name="T70" fmla="*/ 183 w 283"/>
                  <a:gd name="T71" fmla="*/ 54 h 440"/>
                  <a:gd name="T72" fmla="*/ 161 w 283"/>
                  <a:gd name="T73" fmla="*/ 24 h 440"/>
                  <a:gd name="T74" fmla="*/ 133 w 283"/>
                  <a:gd name="T75" fmla="*/ 53 h 440"/>
                  <a:gd name="T76" fmla="*/ 126 w 283"/>
                  <a:gd name="T77" fmla="*/ 56 h 440"/>
                  <a:gd name="T78" fmla="*/ 125 w 283"/>
                  <a:gd name="T79" fmla="*/ 56 h 440"/>
                  <a:gd name="T80" fmla="*/ 24 w 283"/>
                  <a:gd name="T81" fmla="*/ 158 h 440"/>
                  <a:gd name="T82" fmla="*/ 216 w 283"/>
                  <a:gd name="T83" fmla="*/ 350 h 440"/>
                  <a:gd name="T84" fmla="*/ 216 w 283"/>
                  <a:gd name="T85" fmla="*/ 364 h 440"/>
                  <a:gd name="T86" fmla="*/ 183 w 283"/>
                  <a:gd name="T87" fmla="*/ 397 h 440"/>
                  <a:gd name="T88" fmla="*/ 192 w 283"/>
                  <a:gd name="T89" fmla="*/ 402 h 440"/>
                  <a:gd name="T90" fmla="*/ 205 w 283"/>
                  <a:gd name="T91" fmla="*/ 405 h 440"/>
                  <a:gd name="T92" fmla="*/ 262 w 283"/>
                  <a:gd name="T93" fmla="*/ 419 h 440"/>
                  <a:gd name="T94" fmla="*/ 270 w 283"/>
                  <a:gd name="T95" fmla="*/ 431 h 440"/>
                  <a:gd name="T96" fmla="*/ 258 w 283"/>
                  <a:gd name="T97" fmla="*/ 438 h 440"/>
                  <a:gd name="T98" fmla="*/ 185 w 283"/>
                  <a:gd name="T99" fmla="*/ 420 h 440"/>
                  <a:gd name="T100" fmla="*/ 177 w 283"/>
                  <a:gd name="T101" fmla="*/ 416 h 440"/>
                  <a:gd name="T102" fmla="*/ 169 w 283"/>
                  <a:gd name="T103" fmla="*/ 412 h 440"/>
                  <a:gd name="T104" fmla="*/ 162 w 283"/>
                  <a:gd name="T105" fmla="*/ 406 h 440"/>
                  <a:gd name="T106" fmla="*/ 159 w 283"/>
                  <a:gd name="T107" fmla="*/ 399 h 440"/>
                  <a:gd name="T108" fmla="*/ 161 w 283"/>
                  <a:gd name="T109" fmla="*/ 391 h 440"/>
                  <a:gd name="T110" fmla="*/ 195 w 283"/>
                  <a:gd name="T111" fmla="*/ 357 h 440"/>
                  <a:gd name="T112" fmla="*/ 3 w 283"/>
                  <a:gd name="T113" fmla="*/ 165 h 440"/>
                  <a:gd name="T114" fmla="*/ 0 w 283"/>
                  <a:gd name="T115" fmla="*/ 158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3" h="440">
                    <a:moveTo>
                      <a:pt x="0" y="158"/>
                    </a:moveTo>
                    <a:cubicBezTo>
                      <a:pt x="0" y="155"/>
                      <a:pt x="1" y="153"/>
                      <a:pt x="3" y="151"/>
                    </a:cubicBezTo>
                    <a:lnTo>
                      <a:pt x="116" y="36"/>
                    </a:lnTo>
                    <a:cubicBezTo>
                      <a:pt x="118" y="34"/>
                      <a:pt x="120" y="33"/>
                      <a:pt x="123" y="33"/>
                    </a:cubicBezTo>
                    <a:cubicBezTo>
                      <a:pt x="123" y="33"/>
                      <a:pt x="124" y="33"/>
                      <a:pt x="124" y="33"/>
                    </a:cubicBezTo>
                    <a:lnTo>
                      <a:pt x="155" y="3"/>
                    </a:lnTo>
                    <a:cubicBezTo>
                      <a:pt x="157" y="1"/>
                      <a:pt x="160" y="0"/>
                      <a:pt x="162" y="0"/>
                    </a:cubicBezTo>
                    <a:cubicBezTo>
                      <a:pt x="165" y="0"/>
                      <a:pt x="168" y="1"/>
                      <a:pt x="170" y="4"/>
                    </a:cubicBezTo>
                    <a:lnTo>
                      <a:pt x="200" y="43"/>
                    </a:lnTo>
                    <a:lnTo>
                      <a:pt x="213" y="65"/>
                    </a:lnTo>
                    <a:lnTo>
                      <a:pt x="226" y="87"/>
                    </a:lnTo>
                    <a:lnTo>
                      <a:pt x="237" y="110"/>
                    </a:lnTo>
                    <a:lnTo>
                      <a:pt x="247" y="133"/>
                    </a:lnTo>
                    <a:lnTo>
                      <a:pt x="256" y="156"/>
                    </a:lnTo>
                    <a:lnTo>
                      <a:pt x="264" y="180"/>
                    </a:lnTo>
                    <a:lnTo>
                      <a:pt x="270" y="205"/>
                    </a:lnTo>
                    <a:lnTo>
                      <a:pt x="275" y="230"/>
                    </a:lnTo>
                    <a:lnTo>
                      <a:pt x="279" y="255"/>
                    </a:lnTo>
                    <a:lnTo>
                      <a:pt x="282" y="280"/>
                    </a:lnTo>
                    <a:lnTo>
                      <a:pt x="283" y="305"/>
                    </a:lnTo>
                    <a:lnTo>
                      <a:pt x="282" y="356"/>
                    </a:lnTo>
                    <a:lnTo>
                      <a:pt x="275" y="406"/>
                    </a:lnTo>
                    <a:cubicBezTo>
                      <a:pt x="274" y="411"/>
                      <a:pt x="269" y="415"/>
                      <a:pt x="264" y="414"/>
                    </a:cubicBezTo>
                    <a:cubicBezTo>
                      <a:pt x="258" y="413"/>
                      <a:pt x="255" y="408"/>
                      <a:pt x="256" y="403"/>
                    </a:cubicBezTo>
                    <a:lnTo>
                      <a:pt x="262" y="354"/>
                    </a:lnTo>
                    <a:lnTo>
                      <a:pt x="264" y="306"/>
                    </a:lnTo>
                    <a:lnTo>
                      <a:pt x="262" y="282"/>
                    </a:lnTo>
                    <a:lnTo>
                      <a:pt x="256" y="233"/>
                    </a:lnTo>
                    <a:lnTo>
                      <a:pt x="251" y="209"/>
                    </a:lnTo>
                    <a:lnTo>
                      <a:pt x="245" y="186"/>
                    </a:lnTo>
                    <a:lnTo>
                      <a:pt x="238" y="163"/>
                    </a:lnTo>
                    <a:lnTo>
                      <a:pt x="229" y="140"/>
                    </a:lnTo>
                    <a:lnTo>
                      <a:pt x="219" y="118"/>
                    </a:lnTo>
                    <a:lnTo>
                      <a:pt x="208" y="96"/>
                    </a:lnTo>
                    <a:lnTo>
                      <a:pt x="196" y="75"/>
                    </a:lnTo>
                    <a:lnTo>
                      <a:pt x="183" y="54"/>
                    </a:lnTo>
                    <a:lnTo>
                      <a:pt x="161" y="24"/>
                    </a:lnTo>
                    <a:lnTo>
                      <a:pt x="133" y="53"/>
                    </a:lnTo>
                    <a:cubicBezTo>
                      <a:pt x="131" y="55"/>
                      <a:pt x="128" y="56"/>
                      <a:pt x="126" y="56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24" y="158"/>
                    </a:lnTo>
                    <a:lnTo>
                      <a:pt x="216" y="350"/>
                    </a:lnTo>
                    <a:cubicBezTo>
                      <a:pt x="220" y="353"/>
                      <a:pt x="220" y="360"/>
                      <a:pt x="216" y="364"/>
                    </a:cubicBezTo>
                    <a:lnTo>
                      <a:pt x="183" y="397"/>
                    </a:lnTo>
                    <a:lnTo>
                      <a:pt x="192" y="402"/>
                    </a:lnTo>
                    <a:lnTo>
                      <a:pt x="205" y="405"/>
                    </a:lnTo>
                    <a:lnTo>
                      <a:pt x="262" y="419"/>
                    </a:lnTo>
                    <a:cubicBezTo>
                      <a:pt x="268" y="420"/>
                      <a:pt x="271" y="426"/>
                      <a:pt x="270" y="431"/>
                    </a:cubicBezTo>
                    <a:cubicBezTo>
                      <a:pt x="268" y="436"/>
                      <a:pt x="263" y="440"/>
                      <a:pt x="258" y="438"/>
                    </a:cubicBezTo>
                    <a:lnTo>
                      <a:pt x="185" y="420"/>
                    </a:lnTo>
                    <a:lnTo>
                      <a:pt x="177" y="416"/>
                    </a:lnTo>
                    <a:lnTo>
                      <a:pt x="169" y="412"/>
                    </a:lnTo>
                    <a:lnTo>
                      <a:pt x="162" y="406"/>
                    </a:lnTo>
                    <a:cubicBezTo>
                      <a:pt x="160" y="404"/>
                      <a:pt x="159" y="402"/>
                      <a:pt x="159" y="399"/>
                    </a:cubicBezTo>
                    <a:cubicBezTo>
                      <a:pt x="158" y="396"/>
                      <a:pt x="159" y="393"/>
                      <a:pt x="161" y="391"/>
                    </a:cubicBezTo>
                    <a:lnTo>
                      <a:pt x="195" y="357"/>
                    </a:lnTo>
                    <a:lnTo>
                      <a:pt x="3" y="165"/>
                    </a:lnTo>
                    <a:cubicBezTo>
                      <a:pt x="1" y="163"/>
                      <a:pt x="0" y="160"/>
                      <a:pt x="0" y="15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5" name="Freeform 164"/>
              <p:cNvSpPr>
                <a:spLocks noEditPoints="1"/>
              </p:cNvSpPr>
              <p:nvPr/>
            </p:nvSpPr>
            <p:spPr bwMode="auto">
              <a:xfrm>
                <a:off x="10939" y="3829"/>
                <a:ext cx="57" cy="65"/>
              </a:xfrm>
              <a:custGeom>
                <a:avLst/>
                <a:gdLst>
                  <a:gd name="T0" fmla="*/ 109 w 215"/>
                  <a:gd name="T1" fmla="*/ 24 h 243"/>
                  <a:gd name="T2" fmla="*/ 24 w 215"/>
                  <a:gd name="T3" fmla="*/ 71 h 243"/>
                  <a:gd name="T4" fmla="*/ 105 w 215"/>
                  <a:gd name="T5" fmla="*/ 220 h 243"/>
                  <a:gd name="T6" fmla="*/ 190 w 215"/>
                  <a:gd name="T7" fmla="*/ 172 h 243"/>
                  <a:gd name="T8" fmla="*/ 109 w 215"/>
                  <a:gd name="T9" fmla="*/ 24 h 243"/>
                  <a:gd name="T10" fmla="*/ 0 w 215"/>
                  <a:gd name="T11" fmla="*/ 67 h 243"/>
                  <a:gd name="T12" fmla="*/ 6 w 215"/>
                  <a:gd name="T13" fmla="*/ 59 h 243"/>
                  <a:gd name="T14" fmla="*/ 108 w 215"/>
                  <a:gd name="T15" fmla="*/ 2 h 243"/>
                  <a:gd name="T16" fmla="*/ 115 w 215"/>
                  <a:gd name="T17" fmla="*/ 1 h 243"/>
                  <a:gd name="T18" fmla="*/ 121 w 215"/>
                  <a:gd name="T19" fmla="*/ 6 h 243"/>
                  <a:gd name="T20" fmla="*/ 212 w 215"/>
                  <a:gd name="T21" fmla="*/ 171 h 243"/>
                  <a:gd name="T22" fmla="*/ 208 w 215"/>
                  <a:gd name="T23" fmla="*/ 185 h 243"/>
                  <a:gd name="T24" fmla="*/ 106 w 215"/>
                  <a:gd name="T25" fmla="*/ 242 h 243"/>
                  <a:gd name="T26" fmla="*/ 99 w 215"/>
                  <a:gd name="T27" fmla="*/ 243 h 243"/>
                  <a:gd name="T28" fmla="*/ 93 w 215"/>
                  <a:gd name="T29" fmla="*/ 238 h 243"/>
                  <a:gd name="T30" fmla="*/ 2 w 215"/>
                  <a:gd name="T31" fmla="*/ 72 h 243"/>
                  <a:gd name="T32" fmla="*/ 0 w 215"/>
                  <a:gd name="T33" fmla="*/ 67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5" h="243">
                    <a:moveTo>
                      <a:pt x="109" y="24"/>
                    </a:moveTo>
                    <a:lnTo>
                      <a:pt x="24" y="71"/>
                    </a:lnTo>
                    <a:lnTo>
                      <a:pt x="105" y="220"/>
                    </a:lnTo>
                    <a:lnTo>
                      <a:pt x="190" y="172"/>
                    </a:lnTo>
                    <a:lnTo>
                      <a:pt x="109" y="24"/>
                    </a:lnTo>
                    <a:close/>
                    <a:moveTo>
                      <a:pt x="0" y="67"/>
                    </a:moveTo>
                    <a:cubicBezTo>
                      <a:pt x="0" y="64"/>
                      <a:pt x="2" y="61"/>
                      <a:pt x="6" y="59"/>
                    </a:cubicBezTo>
                    <a:lnTo>
                      <a:pt x="108" y="2"/>
                    </a:lnTo>
                    <a:cubicBezTo>
                      <a:pt x="110" y="0"/>
                      <a:pt x="113" y="0"/>
                      <a:pt x="115" y="1"/>
                    </a:cubicBezTo>
                    <a:cubicBezTo>
                      <a:pt x="118" y="2"/>
                      <a:pt x="120" y="3"/>
                      <a:pt x="121" y="6"/>
                    </a:cubicBezTo>
                    <a:lnTo>
                      <a:pt x="212" y="171"/>
                    </a:lnTo>
                    <a:cubicBezTo>
                      <a:pt x="215" y="176"/>
                      <a:pt x="213" y="182"/>
                      <a:pt x="208" y="185"/>
                    </a:cubicBezTo>
                    <a:lnTo>
                      <a:pt x="106" y="242"/>
                    </a:lnTo>
                    <a:cubicBezTo>
                      <a:pt x="104" y="243"/>
                      <a:pt x="101" y="243"/>
                      <a:pt x="99" y="243"/>
                    </a:cubicBezTo>
                    <a:cubicBezTo>
                      <a:pt x="96" y="242"/>
                      <a:pt x="94" y="240"/>
                      <a:pt x="93" y="238"/>
                    </a:cubicBezTo>
                    <a:lnTo>
                      <a:pt x="2" y="72"/>
                    </a:lnTo>
                    <a:cubicBezTo>
                      <a:pt x="1" y="71"/>
                      <a:pt x="0" y="69"/>
                      <a:pt x="0" y="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6" name="Freeform 165"/>
              <p:cNvSpPr>
                <a:spLocks noEditPoints="1"/>
              </p:cNvSpPr>
              <p:nvPr/>
            </p:nvSpPr>
            <p:spPr bwMode="auto">
              <a:xfrm>
                <a:off x="10342" y="3563"/>
                <a:ext cx="40" cy="43"/>
              </a:xfrm>
              <a:custGeom>
                <a:avLst/>
                <a:gdLst>
                  <a:gd name="T0" fmla="*/ 94 w 150"/>
                  <a:gd name="T1" fmla="*/ 25 h 163"/>
                  <a:gd name="T2" fmla="*/ 23 w 150"/>
                  <a:gd name="T3" fmla="*/ 114 h 163"/>
                  <a:gd name="T4" fmla="*/ 55 w 150"/>
                  <a:gd name="T5" fmla="*/ 138 h 163"/>
                  <a:gd name="T6" fmla="*/ 126 w 150"/>
                  <a:gd name="T7" fmla="*/ 49 h 163"/>
                  <a:gd name="T8" fmla="*/ 94 w 150"/>
                  <a:gd name="T9" fmla="*/ 25 h 163"/>
                  <a:gd name="T10" fmla="*/ 0 w 150"/>
                  <a:gd name="T11" fmla="*/ 116 h 163"/>
                  <a:gd name="T12" fmla="*/ 2 w 150"/>
                  <a:gd name="T13" fmla="*/ 109 h 163"/>
                  <a:gd name="T14" fmla="*/ 84 w 150"/>
                  <a:gd name="T15" fmla="*/ 5 h 163"/>
                  <a:gd name="T16" fmla="*/ 98 w 150"/>
                  <a:gd name="T17" fmla="*/ 3 h 163"/>
                  <a:gd name="T18" fmla="*/ 146 w 150"/>
                  <a:gd name="T19" fmla="*/ 40 h 163"/>
                  <a:gd name="T20" fmla="*/ 150 w 150"/>
                  <a:gd name="T21" fmla="*/ 46 h 163"/>
                  <a:gd name="T22" fmla="*/ 147 w 150"/>
                  <a:gd name="T23" fmla="*/ 53 h 163"/>
                  <a:gd name="T24" fmla="*/ 65 w 150"/>
                  <a:gd name="T25" fmla="*/ 158 h 163"/>
                  <a:gd name="T26" fmla="*/ 51 w 150"/>
                  <a:gd name="T27" fmla="*/ 160 h 163"/>
                  <a:gd name="T28" fmla="*/ 3 w 150"/>
                  <a:gd name="T29" fmla="*/ 123 h 163"/>
                  <a:gd name="T30" fmla="*/ 0 w 150"/>
                  <a:gd name="T31" fmla="*/ 117 h 163"/>
                  <a:gd name="T32" fmla="*/ 0 w 150"/>
                  <a:gd name="T33" fmla="*/ 116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0" h="163">
                    <a:moveTo>
                      <a:pt x="94" y="25"/>
                    </a:moveTo>
                    <a:lnTo>
                      <a:pt x="23" y="114"/>
                    </a:lnTo>
                    <a:lnTo>
                      <a:pt x="55" y="138"/>
                    </a:lnTo>
                    <a:lnTo>
                      <a:pt x="126" y="49"/>
                    </a:lnTo>
                    <a:lnTo>
                      <a:pt x="94" y="25"/>
                    </a:lnTo>
                    <a:close/>
                    <a:moveTo>
                      <a:pt x="0" y="116"/>
                    </a:moveTo>
                    <a:cubicBezTo>
                      <a:pt x="0" y="113"/>
                      <a:pt x="0" y="111"/>
                      <a:pt x="2" y="109"/>
                    </a:cubicBezTo>
                    <a:lnTo>
                      <a:pt x="84" y="5"/>
                    </a:lnTo>
                    <a:cubicBezTo>
                      <a:pt x="88" y="1"/>
                      <a:pt x="94" y="0"/>
                      <a:pt x="98" y="3"/>
                    </a:cubicBezTo>
                    <a:lnTo>
                      <a:pt x="146" y="40"/>
                    </a:lnTo>
                    <a:cubicBezTo>
                      <a:pt x="148" y="41"/>
                      <a:pt x="149" y="44"/>
                      <a:pt x="150" y="46"/>
                    </a:cubicBezTo>
                    <a:cubicBezTo>
                      <a:pt x="150" y="49"/>
                      <a:pt x="149" y="51"/>
                      <a:pt x="147" y="53"/>
                    </a:cubicBezTo>
                    <a:lnTo>
                      <a:pt x="65" y="158"/>
                    </a:lnTo>
                    <a:cubicBezTo>
                      <a:pt x="62" y="162"/>
                      <a:pt x="55" y="163"/>
                      <a:pt x="51" y="160"/>
                    </a:cubicBezTo>
                    <a:lnTo>
                      <a:pt x="3" y="123"/>
                    </a:lnTo>
                    <a:cubicBezTo>
                      <a:pt x="1" y="122"/>
                      <a:pt x="0" y="119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7" name="Freeform 166"/>
              <p:cNvSpPr>
                <a:spLocks noEditPoints="1"/>
              </p:cNvSpPr>
              <p:nvPr/>
            </p:nvSpPr>
            <p:spPr bwMode="auto">
              <a:xfrm>
                <a:off x="9524" y="2548"/>
                <a:ext cx="142" cy="259"/>
              </a:xfrm>
              <a:custGeom>
                <a:avLst/>
                <a:gdLst>
                  <a:gd name="T0" fmla="*/ 136 w 534"/>
                  <a:gd name="T1" fmla="*/ 23 h 974"/>
                  <a:gd name="T2" fmla="*/ 23 w 534"/>
                  <a:gd name="T3" fmla="*/ 69 h 974"/>
                  <a:gd name="T4" fmla="*/ 372 w 534"/>
                  <a:gd name="T5" fmla="*/ 931 h 974"/>
                  <a:gd name="T6" fmla="*/ 508 w 534"/>
                  <a:gd name="T7" fmla="*/ 952 h 974"/>
                  <a:gd name="T8" fmla="*/ 136 w 534"/>
                  <a:gd name="T9" fmla="*/ 23 h 974"/>
                  <a:gd name="T10" fmla="*/ 0 w 534"/>
                  <a:gd name="T11" fmla="*/ 63 h 974"/>
                  <a:gd name="T12" fmla="*/ 6 w 534"/>
                  <a:gd name="T13" fmla="*/ 54 h 974"/>
                  <a:gd name="T14" fmla="*/ 138 w 534"/>
                  <a:gd name="T15" fmla="*/ 1 h 974"/>
                  <a:gd name="T16" fmla="*/ 145 w 534"/>
                  <a:gd name="T17" fmla="*/ 1 h 974"/>
                  <a:gd name="T18" fmla="*/ 150 w 534"/>
                  <a:gd name="T19" fmla="*/ 6 h 974"/>
                  <a:gd name="T20" fmla="*/ 533 w 534"/>
                  <a:gd name="T21" fmla="*/ 960 h 974"/>
                  <a:gd name="T22" fmla="*/ 532 w 534"/>
                  <a:gd name="T23" fmla="*/ 970 h 974"/>
                  <a:gd name="T24" fmla="*/ 522 w 534"/>
                  <a:gd name="T25" fmla="*/ 974 h 974"/>
                  <a:gd name="T26" fmla="*/ 363 w 534"/>
                  <a:gd name="T27" fmla="*/ 950 h 974"/>
                  <a:gd name="T28" fmla="*/ 355 w 534"/>
                  <a:gd name="T29" fmla="*/ 944 h 974"/>
                  <a:gd name="T30" fmla="*/ 1 w 534"/>
                  <a:gd name="T31" fmla="*/ 67 h 974"/>
                  <a:gd name="T32" fmla="*/ 0 w 534"/>
                  <a:gd name="T33" fmla="*/ 63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4" h="974">
                    <a:moveTo>
                      <a:pt x="136" y="23"/>
                    </a:moveTo>
                    <a:lnTo>
                      <a:pt x="23" y="69"/>
                    </a:lnTo>
                    <a:lnTo>
                      <a:pt x="372" y="931"/>
                    </a:lnTo>
                    <a:lnTo>
                      <a:pt x="508" y="952"/>
                    </a:lnTo>
                    <a:lnTo>
                      <a:pt x="136" y="23"/>
                    </a:lnTo>
                    <a:close/>
                    <a:moveTo>
                      <a:pt x="0" y="63"/>
                    </a:moveTo>
                    <a:cubicBezTo>
                      <a:pt x="0" y="60"/>
                      <a:pt x="3" y="56"/>
                      <a:pt x="6" y="54"/>
                    </a:cubicBezTo>
                    <a:lnTo>
                      <a:pt x="138" y="1"/>
                    </a:lnTo>
                    <a:cubicBezTo>
                      <a:pt x="140" y="0"/>
                      <a:pt x="143" y="0"/>
                      <a:pt x="145" y="1"/>
                    </a:cubicBezTo>
                    <a:cubicBezTo>
                      <a:pt x="148" y="2"/>
                      <a:pt x="149" y="4"/>
                      <a:pt x="150" y="6"/>
                    </a:cubicBezTo>
                    <a:lnTo>
                      <a:pt x="533" y="960"/>
                    </a:lnTo>
                    <a:cubicBezTo>
                      <a:pt x="534" y="963"/>
                      <a:pt x="534" y="967"/>
                      <a:pt x="532" y="970"/>
                    </a:cubicBezTo>
                    <a:cubicBezTo>
                      <a:pt x="529" y="973"/>
                      <a:pt x="526" y="974"/>
                      <a:pt x="522" y="974"/>
                    </a:cubicBezTo>
                    <a:lnTo>
                      <a:pt x="363" y="950"/>
                    </a:lnTo>
                    <a:cubicBezTo>
                      <a:pt x="360" y="949"/>
                      <a:pt x="357" y="947"/>
                      <a:pt x="355" y="944"/>
                    </a:cubicBezTo>
                    <a:lnTo>
                      <a:pt x="1" y="67"/>
                    </a:lnTo>
                    <a:cubicBezTo>
                      <a:pt x="1" y="66"/>
                      <a:pt x="0" y="65"/>
                      <a:pt x="0" y="6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8" name="Freeform 167"/>
              <p:cNvSpPr>
                <a:spLocks noEditPoints="1"/>
              </p:cNvSpPr>
              <p:nvPr/>
            </p:nvSpPr>
            <p:spPr bwMode="auto">
              <a:xfrm>
                <a:off x="9563" y="2538"/>
                <a:ext cx="119" cy="236"/>
              </a:xfrm>
              <a:custGeom>
                <a:avLst/>
                <a:gdLst>
                  <a:gd name="T0" fmla="*/ 309 w 450"/>
                  <a:gd name="T1" fmla="*/ 488 h 891"/>
                  <a:gd name="T2" fmla="*/ 279 w 450"/>
                  <a:gd name="T3" fmla="*/ 412 h 891"/>
                  <a:gd name="T4" fmla="*/ 235 w 450"/>
                  <a:gd name="T5" fmla="*/ 303 h 891"/>
                  <a:gd name="T6" fmla="*/ 24 w 450"/>
                  <a:gd name="T7" fmla="*/ 53 h 891"/>
                  <a:gd name="T8" fmla="*/ 353 w 450"/>
                  <a:gd name="T9" fmla="*/ 868 h 891"/>
                  <a:gd name="T10" fmla="*/ 383 w 450"/>
                  <a:gd name="T11" fmla="*/ 856 h 891"/>
                  <a:gd name="T12" fmla="*/ 367 w 450"/>
                  <a:gd name="T13" fmla="*/ 817 h 891"/>
                  <a:gd name="T14" fmla="*/ 372 w 450"/>
                  <a:gd name="T15" fmla="*/ 804 h 891"/>
                  <a:gd name="T16" fmla="*/ 426 w 450"/>
                  <a:gd name="T17" fmla="*/ 782 h 891"/>
                  <a:gd name="T18" fmla="*/ 372 w 450"/>
                  <a:gd name="T19" fmla="*/ 644 h 891"/>
                  <a:gd name="T20" fmla="*/ 313 w 450"/>
                  <a:gd name="T21" fmla="*/ 576 h 891"/>
                  <a:gd name="T22" fmla="*/ 296 w 450"/>
                  <a:gd name="T23" fmla="*/ 574 h 891"/>
                  <a:gd name="T24" fmla="*/ 288 w 450"/>
                  <a:gd name="T25" fmla="*/ 574 h 891"/>
                  <a:gd name="T26" fmla="*/ 283 w 450"/>
                  <a:gd name="T27" fmla="*/ 569 h 891"/>
                  <a:gd name="T28" fmla="*/ 262 w 450"/>
                  <a:gd name="T29" fmla="*/ 518 h 891"/>
                  <a:gd name="T30" fmla="*/ 268 w 450"/>
                  <a:gd name="T31" fmla="*/ 505 h 891"/>
                  <a:gd name="T32" fmla="*/ 309 w 450"/>
                  <a:gd name="T33" fmla="*/ 488 h 891"/>
                  <a:gd name="T34" fmla="*/ 0 w 450"/>
                  <a:gd name="T35" fmla="*/ 45 h 891"/>
                  <a:gd name="T36" fmla="*/ 1 w 450"/>
                  <a:gd name="T37" fmla="*/ 41 h 891"/>
                  <a:gd name="T38" fmla="*/ 7 w 450"/>
                  <a:gd name="T39" fmla="*/ 35 h 891"/>
                  <a:gd name="T40" fmla="*/ 253 w 450"/>
                  <a:gd name="T41" fmla="*/ 295 h 891"/>
                  <a:gd name="T42" fmla="*/ 297 w 450"/>
                  <a:gd name="T43" fmla="*/ 405 h 891"/>
                  <a:gd name="T44" fmla="*/ 331 w 450"/>
                  <a:gd name="T45" fmla="*/ 489 h 891"/>
                  <a:gd name="T46" fmla="*/ 326 w 450"/>
                  <a:gd name="T47" fmla="*/ 502 h 891"/>
                  <a:gd name="T48" fmla="*/ 284 w 450"/>
                  <a:gd name="T49" fmla="*/ 519 h 891"/>
                  <a:gd name="T50" fmla="*/ 298 w 450"/>
                  <a:gd name="T51" fmla="*/ 554 h 891"/>
                  <a:gd name="T52" fmla="*/ 321 w 450"/>
                  <a:gd name="T53" fmla="*/ 557 h 891"/>
                  <a:gd name="T54" fmla="*/ 390 w 450"/>
                  <a:gd name="T55" fmla="*/ 637 h 891"/>
                  <a:gd name="T56" fmla="*/ 448 w 450"/>
                  <a:gd name="T57" fmla="*/ 783 h 891"/>
                  <a:gd name="T58" fmla="*/ 443 w 450"/>
                  <a:gd name="T59" fmla="*/ 796 h 891"/>
                  <a:gd name="T60" fmla="*/ 389 w 450"/>
                  <a:gd name="T61" fmla="*/ 819 h 891"/>
                  <a:gd name="T62" fmla="*/ 405 w 450"/>
                  <a:gd name="T63" fmla="*/ 857 h 891"/>
                  <a:gd name="T64" fmla="*/ 399 w 450"/>
                  <a:gd name="T65" fmla="*/ 870 h 891"/>
                  <a:gd name="T66" fmla="*/ 351 w 450"/>
                  <a:gd name="T67" fmla="*/ 890 h 891"/>
                  <a:gd name="T68" fmla="*/ 344 w 450"/>
                  <a:gd name="T69" fmla="*/ 890 h 891"/>
                  <a:gd name="T70" fmla="*/ 338 w 450"/>
                  <a:gd name="T71" fmla="*/ 885 h 891"/>
                  <a:gd name="T72" fmla="*/ 1 w 450"/>
                  <a:gd name="T73" fmla="*/ 49 h 891"/>
                  <a:gd name="T74" fmla="*/ 0 w 450"/>
                  <a:gd name="T75" fmla="*/ 45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0" h="891">
                    <a:moveTo>
                      <a:pt x="309" y="488"/>
                    </a:moveTo>
                    <a:cubicBezTo>
                      <a:pt x="302" y="468"/>
                      <a:pt x="283" y="422"/>
                      <a:pt x="279" y="412"/>
                    </a:cubicBezTo>
                    <a:cubicBezTo>
                      <a:pt x="262" y="369"/>
                      <a:pt x="246" y="330"/>
                      <a:pt x="235" y="303"/>
                    </a:cubicBezTo>
                    <a:cubicBezTo>
                      <a:pt x="144" y="78"/>
                      <a:pt x="55" y="54"/>
                      <a:pt x="24" y="53"/>
                    </a:cubicBezTo>
                    <a:lnTo>
                      <a:pt x="353" y="868"/>
                    </a:lnTo>
                    <a:lnTo>
                      <a:pt x="383" y="856"/>
                    </a:lnTo>
                    <a:lnTo>
                      <a:pt x="367" y="817"/>
                    </a:lnTo>
                    <a:cubicBezTo>
                      <a:pt x="365" y="812"/>
                      <a:pt x="367" y="806"/>
                      <a:pt x="372" y="804"/>
                    </a:cubicBezTo>
                    <a:lnTo>
                      <a:pt x="426" y="782"/>
                    </a:lnTo>
                    <a:lnTo>
                      <a:pt x="372" y="644"/>
                    </a:lnTo>
                    <a:cubicBezTo>
                      <a:pt x="363" y="622"/>
                      <a:pt x="336" y="585"/>
                      <a:pt x="313" y="576"/>
                    </a:cubicBezTo>
                    <a:cubicBezTo>
                      <a:pt x="306" y="573"/>
                      <a:pt x="301" y="572"/>
                      <a:pt x="296" y="574"/>
                    </a:cubicBezTo>
                    <a:cubicBezTo>
                      <a:pt x="293" y="575"/>
                      <a:pt x="290" y="575"/>
                      <a:pt x="288" y="574"/>
                    </a:cubicBezTo>
                    <a:cubicBezTo>
                      <a:pt x="286" y="573"/>
                      <a:pt x="284" y="571"/>
                      <a:pt x="283" y="569"/>
                    </a:cubicBezTo>
                    <a:lnTo>
                      <a:pt x="262" y="518"/>
                    </a:lnTo>
                    <a:cubicBezTo>
                      <a:pt x="260" y="513"/>
                      <a:pt x="263" y="507"/>
                      <a:pt x="268" y="505"/>
                    </a:cubicBezTo>
                    <a:cubicBezTo>
                      <a:pt x="275" y="502"/>
                      <a:pt x="297" y="493"/>
                      <a:pt x="309" y="488"/>
                    </a:cubicBezTo>
                    <a:close/>
                    <a:moveTo>
                      <a:pt x="0" y="45"/>
                    </a:moveTo>
                    <a:cubicBezTo>
                      <a:pt x="0" y="43"/>
                      <a:pt x="0" y="42"/>
                      <a:pt x="1" y="41"/>
                    </a:cubicBezTo>
                    <a:cubicBezTo>
                      <a:pt x="2" y="38"/>
                      <a:pt x="4" y="36"/>
                      <a:pt x="7" y="35"/>
                    </a:cubicBezTo>
                    <a:cubicBezTo>
                      <a:pt x="12" y="34"/>
                      <a:pt x="134" y="0"/>
                      <a:pt x="253" y="295"/>
                    </a:cubicBezTo>
                    <a:cubicBezTo>
                      <a:pt x="264" y="323"/>
                      <a:pt x="280" y="361"/>
                      <a:pt x="297" y="405"/>
                    </a:cubicBezTo>
                    <a:cubicBezTo>
                      <a:pt x="303" y="418"/>
                      <a:pt x="331" y="489"/>
                      <a:pt x="331" y="489"/>
                    </a:cubicBezTo>
                    <a:cubicBezTo>
                      <a:pt x="333" y="494"/>
                      <a:pt x="331" y="500"/>
                      <a:pt x="326" y="502"/>
                    </a:cubicBezTo>
                    <a:cubicBezTo>
                      <a:pt x="326" y="502"/>
                      <a:pt x="300" y="513"/>
                      <a:pt x="284" y="519"/>
                    </a:cubicBezTo>
                    <a:lnTo>
                      <a:pt x="298" y="554"/>
                    </a:lnTo>
                    <a:cubicBezTo>
                      <a:pt x="305" y="553"/>
                      <a:pt x="313" y="554"/>
                      <a:pt x="321" y="557"/>
                    </a:cubicBezTo>
                    <a:cubicBezTo>
                      <a:pt x="350" y="570"/>
                      <a:pt x="380" y="612"/>
                      <a:pt x="390" y="637"/>
                    </a:cubicBezTo>
                    <a:lnTo>
                      <a:pt x="448" y="783"/>
                    </a:lnTo>
                    <a:cubicBezTo>
                      <a:pt x="450" y="788"/>
                      <a:pt x="448" y="794"/>
                      <a:pt x="443" y="796"/>
                    </a:cubicBezTo>
                    <a:lnTo>
                      <a:pt x="389" y="819"/>
                    </a:lnTo>
                    <a:lnTo>
                      <a:pt x="405" y="857"/>
                    </a:lnTo>
                    <a:cubicBezTo>
                      <a:pt x="407" y="862"/>
                      <a:pt x="404" y="868"/>
                      <a:pt x="399" y="870"/>
                    </a:cubicBezTo>
                    <a:lnTo>
                      <a:pt x="351" y="890"/>
                    </a:lnTo>
                    <a:cubicBezTo>
                      <a:pt x="349" y="891"/>
                      <a:pt x="346" y="891"/>
                      <a:pt x="344" y="890"/>
                    </a:cubicBezTo>
                    <a:cubicBezTo>
                      <a:pt x="341" y="889"/>
                      <a:pt x="339" y="887"/>
                      <a:pt x="338" y="885"/>
                    </a:cubicBezTo>
                    <a:lnTo>
                      <a:pt x="1" y="49"/>
                    </a:lnTo>
                    <a:cubicBezTo>
                      <a:pt x="0" y="47"/>
                      <a:pt x="0" y="46"/>
                      <a:pt x="0" y="4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9" name="Freeform 168"/>
              <p:cNvSpPr>
                <a:spLocks noEditPoints="1"/>
              </p:cNvSpPr>
              <p:nvPr/>
            </p:nvSpPr>
            <p:spPr bwMode="auto">
              <a:xfrm>
                <a:off x="11438" y="1505"/>
                <a:ext cx="93" cy="93"/>
              </a:xfrm>
              <a:custGeom>
                <a:avLst/>
                <a:gdLst>
                  <a:gd name="T0" fmla="*/ 181 w 350"/>
                  <a:gd name="T1" fmla="*/ 25 h 350"/>
                  <a:gd name="T2" fmla="*/ 24 w 350"/>
                  <a:gd name="T3" fmla="*/ 182 h 350"/>
                  <a:gd name="T4" fmla="*/ 168 w 350"/>
                  <a:gd name="T5" fmla="*/ 327 h 350"/>
                  <a:gd name="T6" fmla="*/ 325 w 350"/>
                  <a:gd name="T7" fmla="*/ 169 h 350"/>
                  <a:gd name="T8" fmla="*/ 181 w 350"/>
                  <a:gd name="T9" fmla="*/ 25 h 350"/>
                  <a:gd name="T10" fmla="*/ 0 w 350"/>
                  <a:gd name="T11" fmla="*/ 182 h 350"/>
                  <a:gd name="T12" fmla="*/ 0 w 350"/>
                  <a:gd name="T13" fmla="*/ 182 h 350"/>
                  <a:gd name="T14" fmla="*/ 3 w 350"/>
                  <a:gd name="T15" fmla="*/ 175 h 350"/>
                  <a:gd name="T16" fmla="*/ 174 w 350"/>
                  <a:gd name="T17" fmla="*/ 4 h 350"/>
                  <a:gd name="T18" fmla="*/ 188 w 350"/>
                  <a:gd name="T19" fmla="*/ 4 h 350"/>
                  <a:gd name="T20" fmla="*/ 346 w 350"/>
                  <a:gd name="T21" fmla="*/ 162 h 350"/>
                  <a:gd name="T22" fmla="*/ 346 w 350"/>
                  <a:gd name="T23" fmla="*/ 176 h 350"/>
                  <a:gd name="T24" fmla="*/ 175 w 350"/>
                  <a:gd name="T25" fmla="*/ 347 h 350"/>
                  <a:gd name="T26" fmla="*/ 168 w 350"/>
                  <a:gd name="T27" fmla="*/ 350 h 350"/>
                  <a:gd name="T28" fmla="*/ 161 w 350"/>
                  <a:gd name="T29" fmla="*/ 347 h 350"/>
                  <a:gd name="T30" fmla="*/ 3 w 350"/>
                  <a:gd name="T31" fmla="*/ 189 h 350"/>
                  <a:gd name="T32" fmla="*/ 0 w 350"/>
                  <a:gd name="T33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50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lnTo>
                      <a:pt x="0" y="182"/>
                    </a:ln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3" y="349"/>
                      <a:pt x="170" y="350"/>
                      <a:pt x="168" y="350"/>
                    </a:cubicBezTo>
                    <a:cubicBezTo>
                      <a:pt x="165" y="350"/>
                      <a:pt x="163" y="349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0" name="Freeform 169"/>
              <p:cNvSpPr>
                <a:spLocks noEditPoints="1"/>
              </p:cNvSpPr>
              <p:nvPr/>
            </p:nvSpPr>
            <p:spPr bwMode="auto">
              <a:xfrm>
                <a:off x="11486" y="1445"/>
                <a:ext cx="105" cy="106"/>
              </a:xfrm>
              <a:custGeom>
                <a:avLst/>
                <a:gdLst>
                  <a:gd name="T0" fmla="*/ 228 w 397"/>
                  <a:gd name="T1" fmla="*/ 24 h 397"/>
                  <a:gd name="T2" fmla="*/ 23 w 397"/>
                  <a:gd name="T3" fmla="*/ 229 h 397"/>
                  <a:gd name="T4" fmla="*/ 167 w 397"/>
                  <a:gd name="T5" fmla="*/ 373 h 397"/>
                  <a:gd name="T6" fmla="*/ 372 w 397"/>
                  <a:gd name="T7" fmla="*/ 168 h 397"/>
                  <a:gd name="T8" fmla="*/ 228 w 397"/>
                  <a:gd name="T9" fmla="*/ 24 h 397"/>
                  <a:gd name="T10" fmla="*/ 0 w 397"/>
                  <a:gd name="T11" fmla="*/ 229 h 397"/>
                  <a:gd name="T12" fmla="*/ 2 w 397"/>
                  <a:gd name="T13" fmla="*/ 222 h 397"/>
                  <a:gd name="T14" fmla="*/ 221 w 397"/>
                  <a:gd name="T15" fmla="*/ 3 h 397"/>
                  <a:gd name="T16" fmla="*/ 228 w 397"/>
                  <a:gd name="T17" fmla="*/ 0 h 397"/>
                  <a:gd name="T18" fmla="*/ 235 w 397"/>
                  <a:gd name="T19" fmla="*/ 3 h 397"/>
                  <a:gd name="T20" fmla="*/ 393 w 397"/>
                  <a:gd name="T21" fmla="*/ 161 h 397"/>
                  <a:gd name="T22" fmla="*/ 393 w 397"/>
                  <a:gd name="T23" fmla="*/ 175 h 397"/>
                  <a:gd name="T24" fmla="*/ 174 w 397"/>
                  <a:gd name="T25" fmla="*/ 394 h 397"/>
                  <a:gd name="T26" fmla="*/ 167 w 397"/>
                  <a:gd name="T27" fmla="*/ 397 h 397"/>
                  <a:gd name="T28" fmla="*/ 160 w 397"/>
                  <a:gd name="T29" fmla="*/ 394 h 397"/>
                  <a:gd name="T30" fmla="*/ 2 w 397"/>
                  <a:gd name="T31" fmla="*/ 236 h 397"/>
                  <a:gd name="T32" fmla="*/ 0 w 397"/>
                  <a:gd name="T33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7">
                    <a:moveTo>
                      <a:pt x="228" y="24"/>
                    </a:moveTo>
                    <a:lnTo>
                      <a:pt x="23" y="229"/>
                    </a:lnTo>
                    <a:lnTo>
                      <a:pt x="167" y="373"/>
                    </a:lnTo>
                    <a:lnTo>
                      <a:pt x="372" y="168"/>
                    </a:lnTo>
                    <a:lnTo>
                      <a:pt x="228" y="24"/>
                    </a:lnTo>
                    <a:close/>
                    <a:moveTo>
                      <a:pt x="0" y="229"/>
                    </a:moveTo>
                    <a:cubicBezTo>
                      <a:pt x="0" y="227"/>
                      <a:pt x="1" y="224"/>
                      <a:pt x="2" y="222"/>
                    </a:cubicBezTo>
                    <a:lnTo>
                      <a:pt x="221" y="3"/>
                    </a:lnTo>
                    <a:cubicBezTo>
                      <a:pt x="223" y="1"/>
                      <a:pt x="226" y="0"/>
                      <a:pt x="228" y="0"/>
                    </a:cubicBezTo>
                    <a:cubicBezTo>
                      <a:pt x="231" y="0"/>
                      <a:pt x="233" y="1"/>
                      <a:pt x="235" y="3"/>
                    </a:cubicBezTo>
                    <a:lnTo>
                      <a:pt x="393" y="161"/>
                    </a:lnTo>
                    <a:cubicBezTo>
                      <a:pt x="397" y="165"/>
                      <a:pt x="397" y="171"/>
                      <a:pt x="393" y="175"/>
                    </a:cubicBezTo>
                    <a:lnTo>
                      <a:pt x="174" y="394"/>
                    </a:lnTo>
                    <a:cubicBezTo>
                      <a:pt x="173" y="396"/>
                      <a:pt x="170" y="397"/>
                      <a:pt x="167" y="397"/>
                    </a:cubicBezTo>
                    <a:cubicBezTo>
                      <a:pt x="165" y="397"/>
                      <a:pt x="162" y="396"/>
                      <a:pt x="160" y="394"/>
                    </a:cubicBezTo>
                    <a:lnTo>
                      <a:pt x="2" y="236"/>
                    </a:lnTo>
                    <a:cubicBezTo>
                      <a:pt x="1" y="234"/>
                      <a:pt x="0" y="232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1" name="Freeform 170"/>
              <p:cNvSpPr>
                <a:spLocks noEditPoints="1"/>
              </p:cNvSpPr>
              <p:nvPr/>
            </p:nvSpPr>
            <p:spPr bwMode="auto">
              <a:xfrm>
                <a:off x="11041" y="1654"/>
                <a:ext cx="92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2" name="Freeform 171"/>
              <p:cNvSpPr>
                <a:spLocks noEditPoints="1"/>
              </p:cNvSpPr>
              <p:nvPr/>
            </p:nvSpPr>
            <p:spPr bwMode="auto">
              <a:xfrm>
                <a:off x="11148" y="1546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3" name="Freeform 172"/>
              <p:cNvSpPr>
                <a:spLocks noEditPoints="1"/>
              </p:cNvSpPr>
              <p:nvPr/>
            </p:nvSpPr>
            <p:spPr bwMode="auto">
              <a:xfrm>
                <a:off x="11206" y="1489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4" name="Freeform 173"/>
              <p:cNvSpPr>
                <a:spLocks noEditPoints="1"/>
              </p:cNvSpPr>
              <p:nvPr/>
            </p:nvSpPr>
            <p:spPr bwMode="auto">
              <a:xfrm>
                <a:off x="11302" y="1478"/>
                <a:ext cx="106" cy="106"/>
              </a:xfrm>
              <a:custGeom>
                <a:avLst/>
                <a:gdLst>
                  <a:gd name="T0" fmla="*/ 228 w 397"/>
                  <a:gd name="T1" fmla="*/ 25 h 399"/>
                  <a:gd name="T2" fmla="*/ 23 w 397"/>
                  <a:gd name="T3" fmla="*/ 230 h 399"/>
                  <a:gd name="T4" fmla="*/ 167 w 397"/>
                  <a:gd name="T5" fmla="*/ 374 h 399"/>
                  <a:gd name="T6" fmla="*/ 372 w 397"/>
                  <a:gd name="T7" fmla="*/ 169 h 399"/>
                  <a:gd name="T8" fmla="*/ 228 w 397"/>
                  <a:gd name="T9" fmla="*/ 25 h 399"/>
                  <a:gd name="T10" fmla="*/ 0 w 397"/>
                  <a:gd name="T11" fmla="*/ 230 h 399"/>
                  <a:gd name="T12" fmla="*/ 2 w 397"/>
                  <a:gd name="T13" fmla="*/ 223 h 399"/>
                  <a:gd name="T14" fmla="*/ 221 w 397"/>
                  <a:gd name="T15" fmla="*/ 4 h 399"/>
                  <a:gd name="T16" fmla="*/ 235 w 397"/>
                  <a:gd name="T17" fmla="*/ 4 h 399"/>
                  <a:gd name="T18" fmla="*/ 393 w 397"/>
                  <a:gd name="T19" fmla="*/ 162 h 399"/>
                  <a:gd name="T20" fmla="*/ 393 w 397"/>
                  <a:gd name="T21" fmla="*/ 176 h 399"/>
                  <a:gd name="T22" fmla="*/ 174 w 397"/>
                  <a:gd name="T23" fmla="*/ 395 h 399"/>
                  <a:gd name="T24" fmla="*/ 160 w 397"/>
                  <a:gd name="T25" fmla="*/ 395 h 399"/>
                  <a:gd name="T26" fmla="*/ 2 w 397"/>
                  <a:gd name="T27" fmla="*/ 237 h 399"/>
                  <a:gd name="T28" fmla="*/ 0 w 397"/>
                  <a:gd name="T29" fmla="*/ 230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97" h="399">
                    <a:moveTo>
                      <a:pt x="228" y="25"/>
                    </a:moveTo>
                    <a:lnTo>
                      <a:pt x="23" y="230"/>
                    </a:lnTo>
                    <a:lnTo>
                      <a:pt x="167" y="374"/>
                    </a:lnTo>
                    <a:lnTo>
                      <a:pt x="372" y="169"/>
                    </a:lnTo>
                    <a:lnTo>
                      <a:pt x="228" y="25"/>
                    </a:lnTo>
                    <a:close/>
                    <a:moveTo>
                      <a:pt x="0" y="230"/>
                    </a:moveTo>
                    <a:cubicBezTo>
                      <a:pt x="0" y="227"/>
                      <a:pt x="1" y="225"/>
                      <a:pt x="2" y="223"/>
                    </a:cubicBezTo>
                    <a:lnTo>
                      <a:pt x="221" y="4"/>
                    </a:lnTo>
                    <a:cubicBezTo>
                      <a:pt x="225" y="0"/>
                      <a:pt x="231" y="0"/>
                      <a:pt x="235" y="4"/>
                    </a:cubicBezTo>
                    <a:lnTo>
                      <a:pt x="393" y="162"/>
                    </a:lnTo>
                    <a:cubicBezTo>
                      <a:pt x="397" y="166"/>
                      <a:pt x="397" y="172"/>
                      <a:pt x="393" y="176"/>
                    </a:cubicBezTo>
                    <a:lnTo>
                      <a:pt x="174" y="395"/>
                    </a:lnTo>
                    <a:cubicBezTo>
                      <a:pt x="171" y="399"/>
                      <a:pt x="164" y="399"/>
                      <a:pt x="160" y="395"/>
                    </a:cubicBezTo>
                    <a:lnTo>
                      <a:pt x="2" y="237"/>
                    </a:lnTo>
                    <a:cubicBezTo>
                      <a:pt x="1" y="235"/>
                      <a:pt x="0" y="233"/>
                      <a:pt x="0" y="23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5" name="Freeform 174"/>
              <p:cNvSpPr>
                <a:spLocks noEditPoints="1"/>
              </p:cNvSpPr>
              <p:nvPr/>
            </p:nvSpPr>
            <p:spPr bwMode="auto">
              <a:xfrm>
                <a:off x="11254" y="1539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3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3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7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6" name="Freeform 175"/>
              <p:cNvSpPr>
                <a:spLocks noEditPoints="1"/>
              </p:cNvSpPr>
              <p:nvPr/>
            </p:nvSpPr>
            <p:spPr bwMode="auto">
              <a:xfrm>
                <a:off x="11361" y="1431"/>
                <a:ext cx="94" cy="93"/>
              </a:xfrm>
              <a:custGeom>
                <a:avLst/>
                <a:gdLst>
                  <a:gd name="T0" fmla="*/ 182 w 350"/>
                  <a:gd name="T1" fmla="*/ 24 h 351"/>
                  <a:gd name="T2" fmla="*/ 24 w 350"/>
                  <a:gd name="T3" fmla="*/ 182 h 351"/>
                  <a:gd name="T4" fmla="*/ 169 w 350"/>
                  <a:gd name="T5" fmla="*/ 326 h 351"/>
                  <a:gd name="T6" fmla="*/ 326 w 350"/>
                  <a:gd name="T7" fmla="*/ 169 h 351"/>
                  <a:gd name="T8" fmla="*/ 182 w 350"/>
                  <a:gd name="T9" fmla="*/ 24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5 w 350"/>
                  <a:gd name="T15" fmla="*/ 3 h 351"/>
                  <a:gd name="T16" fmla="*/ 189 w 350"/>
                  <a:gd name="T17" fmla="*/ 3 h 351"/>
                  <a:gd name="T18" fmla="*/ 347 w 350"/>
                  <a:gd name="T19" fmla="*/ 162 h 351"/>
                  <a:gd name="T20" fmla="*/ 350 w 350"/>
                  <a:gd name="T21" fmla="*/ 169 h 351"/>
                  <a:gd name="T22" fmla="*/ 347 w 350"/>
                  <a:gd name="T23" fmla="*/ 176 h 351"/>
                  <a:gd name="T24" fmla="*/ 176 w 350"/>
                  <a:gd name="T25" fmla="*/ 347 h 351"/>
                  <a:gd name="T26" fmla="*/ 162 w 350"/>
                  <a:gd name="T27" fmla="*/ 347 h 351"/>
                  <a:gd name="T28" fmla="*/ 3 w 350"/>
                  <a:gd name="T29" fmla="*/ 189 h 351"/>
                  <a:gd name="T30" fmla="*/ 0 w 350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0" h="351">
                    <a:moveTo>
                      <a:pt x="182" y="24"/>
                    </a:moveTo>
                    <a:lnTo>
                      <a:pt x="24" y="182"/>
                    </a:lnTo>
                    <a:lnTo>
                      <a:pt x="169" y="326"/>
                    </a:lnTo>
                    <a:lnTo>
                      <a:pt x="326" y="169"/>
                    </a:lnTo>
                    <a:lnTo>
                      <a:pt x="182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3"/>
                    </a:lnTo>
                    <a:cubicBezTo>
                      <a:pt x="178" y="0"/>
                      <a:pt x="185" y="0"/>
                      <a:pt x="189" y="3"/>
                    </a:cubicBezTo>
                    <a:lnTo>
                      <a:pt x="347" y="162"/>
                    </a:lnTo>
                    <a:cubicBezTo>
                      <a:pt x="349" y="164"/>
                      <a:pt x="350" y="166"/>
                      <a:pt x="350" y="169"/>
                    </a:cubicBezTo>
                    <a:cubicBezTo>
                      <a:pt x="350" y="171"/>
                      <a:pt x="349" y="174"/>
                      <a:pt x="347" y="176"/>
                    </a:cubicBezTo>
                    <a:lnTo>
                      <a:pt x="176" y="347"/>
                    </a:lnTo>
                    <a:cubicBezTo>
                      <a:pt x="172" y="351"/>
                      <a:pt x="166" y="351"/>
                      <a:pt x="162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7" name="Freeform 176"/>
              <p:cNvSpPr>
                <a:spLocks noEditPoints="1"/>
              </p:cNvSpPr>
              <p:nvPr/>
            </p:nvSpPr>
            <p:spPr bwMode="auto">
              <a:xfrm>
                <a:off x="11090" y="1703"/>
                <a:ext cx="92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8" name="Freeform 177"/>
              <p:cNvSpPr>
                <a:spLocks noEditPoints="1"/>
              </p:cNvSpPr>
              <p:nvPr/>
            </p:nvSpPr>
            <p:spPr bwMode="auto">
              <a:xfrm>
                <a:off x="11137" y="1643"/>
                <a:ext cx="106" cy="105"/>
              </a:xfrm>
              <a:custGeom>
                <a:avLst/>
                <a:gdLst>
                  <a:gd name="T0" fmla="*/ 229 w 397"/>
                  <a:gd name="T1" fmla="*/ 24 h 397"/>
                  <a:gd name="T2" fmla="*/ 24 w 397"/>
                  <a:gd name="T3" fmla="*/ 229 h 397"/>
                  <a:gd name="T4" fmla="*/ 168 w 397"/>
                  <a:gd name="T5" fmla="*/ 373 h 397"/>
                  <a:gd name="T6" fmla="*/ 373 w 397"/>
                  <a:gd name="T7" fmla="*/ 168 h 397"/>
                  <a:gd name="T8" fmla="*/ 229 w 397"/>
                  <a:gd name="T9" fmla="*/ 24 h 397"/>
                  <a:gd name="T10" fmla="*/ 0 w 397"/>
                  <a:gd name="T11" fmla="*/ 229 h 397"/>
                  <a:gd name="T12" fmla="*/ 3 w 397"/>
                  <a:gd name="T13" fmla="*/ 222 h 397"/>
                  <a:gd name="T14" fmla="*/ 222 w 397"/>
                  <a:gd name="T15" fmla="*/ 3 h 397"/>
                  <a:gd name="T16" fmla="*/ 229 w 397"/>
                  <a:gd name="T17" fmla="*/ 0 h 397"/>
                  <a:gd name="T18" fmla="*/ 236 w 397"/>
                  <a:gd name="T19" fmla="*/ 3 h 397"/>
                  <a:gd name="T20" fmla="*/ 394 w 397"/>
                  <a:gd name="T21" fmla="*/ 161 h 397"/>
                  <a:gd name="T22" fmla="*/ 394 w 397"/>
                  <a:gd name="T23" fmla="*/ 175 h 397"/>
                  <a:gd name="T24" fmla="*/ 175 w 397"/>
                  <a:gd name="T25" fmla="*/ 394 h 397"/>
                  <a:gd name="T26" fmla="*/ 161 w 397"/>
                  <a:gd name="T27" fmla="*/ 394 h 397"/>
                  <a:gd name="T28" fmla="*/ 3 w 397"/>
                  <a:gd name="T29" fmla="*/ 236 h 397"/>
                  <a:gd name="T30" fmla="*/ 0 w 397"/>
                  <a:gd name="T31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7" h="397">
                    <a:moveTo>
                      <a:pt x="229" y="24"/>
                    </a:moveTo>
                    <a:lnTo>
                      <a:pt x="24" y="229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9" y="24"/>
                    </a:lnTo>
                    <a:close/>
                    <a:moveTo>
                      <a:pt x="0" y="229"/>
                    </a:moveTo>
                    <a:cubicBezTo>
                      <a:pt x="0" y="226"/>
                      <a:pt x="1" y="224"/>
                      <a:pt x="3" y="222"/>
                    </a:cubicBezTo>
                    <a:lnTo>
                      <a:pt x="222" y="3"/>
                    </a:lnTo>
                    <a:cubicBezTo>
                      <a:pt x="224" y="1"/>
                      <a:pt x="226" y="0"/>
                      <a:pt x="229" y="0"/>
                    </a:cubicBezTo>
                    <a:cubicBezTo>
                      <a:pt x="231" y="0"/>
                      <a:pt x="234" y="1"/>
                      <a:pt x="236" y="3"/>
                    </a:cubicBezTo>
                    <a:lnTo>
                      <a:pt x="394" y="161"/>
                    </a:lnTo>
                    <a:cubicBezTo>
                      <a:pt x="397" y="164"/>
                      <a:pt x="397" y="171"/>
                      <a:pt x="394" y="175"/>
                    </a:cubicBezTo>
                    <a:lnTo>
                      <a:pt x="175" y="394"/>
                    </a:lnTo>
                    <a:cubicBezTo>
                      <a:pt x="171" y="397"/>
                      <a:pt x="165" y="397"/>
                      <a:pt x="161" y="394"/>
                    </a:cubicBezTo>
                    <a:lnTo>
                      <a:pt x="3" y="236"/>
                    </a:lnTo>
                    <a:cubicBezTo>
                      <a:pt x="1" y="234"/>
                      <a:pt x="0" y="231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9" name="Freeform 178"/>
              <p:cNvSpPr>
                <a:spLocks noEditPoints="1"/>
              </p:cNvSpPr>
              <p:nvPr/>
            </p:nvSpPr>
            <p:spPr bwMode="auto">
              <a:xfrm>
                <a:off x="11197" y="1595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7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7 w 350"/>
                  <a:gd name="T19" fmla="*/ 162 h 351"/>
                  <a:gd name="T20" fmla="*/ 350 w 350"/>
                  <a:gd name="T21" fmla="*/ 169 h 351"/>
                  <a:gd name="T22" fmla="*/ 347 w 350"/>
                  <a:gd name="T23" fmla="*/ 176 h 351"/>
                  <a:gd name="T24" fmla="*/ 175 w 350"/>
                  <a:gd name="T25" fmla="*/ 347 h 351"/>
                  <a:gd name="T26" fmla="*/ 161 w 350"/>
                  <a:gd name="T27" fmla="*/ 347 h 351"/>
                  <a:gd name="T28" fmla="*/ 3 w 350"/>
                  <a:gd name="T29" fmla="*/ 189 h 351"/>
                  <a:gd name="T30" fmla="*/ 0 w 350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7" y="162"/>
                    </a:lnTo>
                    <a:cubicBezTo>
                      <a:pt x="349" y="164"/>
                      <a:pt x="350" y="166"/>
                      <a:pt x="350" y="169"/>
                    </a:cubicBezTo>
                    <a:cubicBezTo>
                      <a:pt x="350" y="172"/>
                      <a:pt x="349" y="174"/>
                      <a:pt x="347" y="176"/>
                    </a:cubicBezTo>
                    <a:lnTo>
                      <a:pt x="175" y="347"/>
                    </a:lnTo>
                    <a:cubicBezTo>
                      <a:pt x="172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0" name="Freeform 179"/>
              <p:cNvSpPr>
                <a:spLocks noEditPoints="1"/>
              </p:cNvSpPr>
              <p:nvPr/>
            </p:nvSpPr>
            <p:spPr bwMode="auto">
              <a:xfrm>
                <a:off x="11639" y="1244"/>
                <a:ext cx="153" cy="154"/>
              </a:xfrm>
              <a:custGeom>
                <a:avLst/>
                <a:gdLst>
                  <a:gd name="T0" fmla="*/ 409 w 577"/>
                  <a:gd name="T1" fmla="*/ 24 h 577"/>
                  <a:gd name="T2" fmla="*/ 24 w 577"/>
                  <a:gd name="T3" fmla="*/ 409 h 577"/>
                  <a:gd name="T4" fmla="*/ 168 w 577"/>
                  <a:gd name="T5" fmla="*/ 553 h 577"/>
                  <a:gd name="T6" fmla="*/ 553 w 577"/>
                  <a:gd name="T7" fmla="*/ 168 h 577"/>
                  <a:gd name="T8" fmla="*/ 409 w 577"/>
                  <a:gd name="T9" fmla="*/ 24 h 577"/>
                  <a:gd name="T10" fmla="*/ 0 w 577"/>
                  <a:gd name="T11" fmla="*/ 409 h 577"/>
                  <a:gd name="T12" fmla="*/ 3 w 577"/>
                  <a:gd name="T13" fmla="*/ 402 h 577"/>
                  <a:gd name="T14" fmla="*/ 402 w 577"/>
                  <a:gd name="T15" fmla="*/ 3 h 577"/>
                  <a:gd name="T16" fmla="*/ 409 w 577"/>
                  <a:gd name="T17" fmla="*/ 0 h 577"/>
                  <a:gd name="T18" fmla="*/ 416 w 577"/>
                  <a:gd name="T19" fmla="*/ 3 h 577"/>
                  <a:gd name="T20" fmla="*/ 574 w 577"/>
                  <a:gd name="T21" fmla="*/ 161 h 577"/>
                  <a:gd name="T22" fmla="*/ 574 w 577"/>
                  <a:gd name="T23" fmla="*/ 175 h 577"/>
                  <a:gd name="T24" fmla="*/ 175 w 577"/>
                  <a:gd name="T25" fmla="*/ 574 h 577"/>
                  <a:gd name="T26" fmla="*/ 168 w 577"/>
                  <a:gd name="T27" fmla="*/ 577 h 577"/>
                  <a:gd name="T28" fmla="*/ 161 w 577"/>
                  <a:gd name="T29" fmla="*/ 574 h 577"/>
                  <a:gd name="T30" fmla="*/ 3 w 577"/>
                  <a:gd name="T31" fmla="*/ 416 h 577"/>
                  <a:gd name="T32" fmla="*/ 0 w 577"/>
                  <a:gd name="T33" fmla="*/ 409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77" h="577">
                    <a:moveTo>
                      <a:pt x="409" y="24"/>
                    </a:moveTo>
                    <a:lnTo>
                      <a:pt x="24" y="409"/>
                    </a:lnTo>
                    <a:lnTo>
                      <a:pt x="168" y="553"/>
                    </a:lnTo>
                    <a:lnTo>
                      <a:pt x="553" y="168"/>
                    </a:lnTo>
                    <a:lnTo>
                      <a:pt x="409" y="24"/>
                    </a:lnTo>
                    <a:close/>
                    <a:moveTo>
                      <a:pt x="0" y="409"/>
                    </a:moveTo>
                    <a:cubicBezTo>
                      <a:pt x="0" y="406"/>
                      <a:pt x="1" y="404"/>
                      <a:pt x="3" y="402"/>
                    </a:cubicBezTo>
                    <a:lnTo>
                      <a:pt x="402" y="3"/>
                    </a:lnTo>
                    <a:cubicBezTo>
                      <a:pt x="404" y="1"/>
                      <a:pt x="406" y="0"/>
                      <a:pt x="409" y="0"/>
                    </a:cubicBezTo>
                    <a:cubicBezTo>
                      <a:pt x="411" y="0"/>
                      <a:pt x="414" y="1"/>
                      <a:pt x="416" y="3"/>
                    </a:cubicBezTo>
                    <a:lnTo>
                      <a:pt x="574" y="161"/>
                    </a:lnTo>
                    <a:cubicBezTo>
                      <a:pt x="577" y="165"/>
                      <a:pt x="577" y="171"/>
                      <a:pt x="574" y="175"/>
                    </a:cubicBezTo>
                    <a:lnTo>
                      <a:pt x="175" y="574"/>
                    </a:lnTo>
                    <a:cubicBezTo>
                      <a:pt x="173" y="576"/>
                      <a:pt x="170" y="577"/>
                      <a:pt x="168" y="577"/>
                    </a:cubicBezTo>
                    <a:cubicBezTo>
                      <a:pt x="165" y="577"/>
                      <a:pt x="163" y="576"/>
                      <a:pt x="161" y="574"/>
                    </a:cubicBezTo>
                    <a:lnTo>
                      <a:pt x="3" y="416"/>
                    </a:lnTo>
                    <a:cubicBezTo>
                      <a:pt x="1" y="414"/>
                      <a:pt x="0" y="411"/>
                      <a:pt x="0" y="40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1" name="Freeform 180"/>
              <p:cNvSpPr>
                <a:spLocks noEditPoints="1"/>
              </p:cNvSpPr>
              <p:nvPr/>
            </p:nvSpPr>
            <p:spPr bwMode="auto">
              <a:xfrm>
                <a:off x="11752" y="1191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2" name="Freeform 181"/>
              <p:cNvSpPr>
                <a:spLocks noEditPoints="1"/>
              </p:cNvSpPr>
              <p:nvPr/>
            </p:nvSpPr>
            <p:spPr bwMode="auto">
              <a:xfrm>
                <a:off x="11789" y="1127"/>
                <a:ext cx="108" cy="107"/>
              </a:xfrm>
              <a:custGeom>
                <a:avLst/>
                <a:gdLst>
                  <a:gd name="T0" fmla="*/ 192 w 406"/>
                  <a:gd name="T1" fmla="*/ 24 h 406"/>
                  <a:gd name="T2" fmla="*/ 23 w 406"/>
                  <a:gd name="T3" fmla="*/ 192 h 406"/>
                  <a:gd name="T4" fmla="*/ 49 w 406"/>
                  <a:gd name="T5" fmla="*/ 218 h 406"/>
                  <a:gd name="T6" fmla="*/ 49 w 406"/>
                  <a:gd name="T7" fmla="*/ 231 h 406"/>
                  <a:gd name="T8" fmla="*/ 34 w 406"/>
                  <a:gd name="T9" fmla="*/ 246 h 406"/>
                  <a:gd name="T10" fmla="*/ 170 w 406"/>
                  <a:gd name="T11" fmla="*/ 382 h 406"/>
                  <a:gd name="T12" fmla="*/ 381 w 406"/>
                  <a:gd name="T13" fmla="*/ 171 h 406"/>
                  <a:gd name="T14" fmla="*/ 245 w 406"/>
                  <a:gd name="T15" fmla="*/ 35 h 406"/>
                  <a:gd name="T16" fmla="*/ 231 w 406"/>
                  <a:gd name="T17" fmla="*/ 50 h 406"/>
                  <a:gd name="T18" fmla="*/ 224 w 406"/>
                  <a:gd name="T19" fmla="*/ 52 h 406"/>
                  <a:gd name="T20" fmla="*/ 217 w 406"/>
                  <a:gd name="T21" fmla="*/ 50 h 406"/>
                  <a:gd name="T22" fmla="*/ 192 w 406"/>
                  <a:gd name="T23" fmla="*/ 24 h 406"/>
                  <a:gd name="T24" fmla="*/ 0 w 406"/>
                  <a:gd name="T25" fmla="*/ 192 h 406"/>
                  <a:gd name="T26" fmla="*/ 0 w 406"/>
                  <a:gd name="T27" fmla="*/ 192 h 406"/>
                  <a:gd name="T28" fmla="*/ 2 w 406"/>
                  <a:gd name="T29" fmla="*/ 185 h 406"/>
                  <a:gd name="T30" fmla="*/ 185 w 406"/>
                  <a:gd name="T31" fmla="*/ 3 h 406"/>
                  <a:gd name="T32" fmla="*/ 199 w 406"/>
                  <a:gd name="T33" fmla="*/ 3 h 406"/>
                  <a:gd name="T34" fmla="*/ 224 w 406"/>
                  <a:gd name="T35" fmla="*/ 29 h 406"/>
                  <a:gd name="T36" fmla="*/ 238 w 406"/>
                  <a:gd name="T37" fmla="*/ 14 h 406"/>
                  <a:gd name="T38" fmla="*/ 245 w 406"/>
                  <a:gd name="T39" fmla="*/ 11 h 406"/>
                  <a:gd name="T40" fmla="*/ 252 w 406"/>
                  <a:gd name="T41" fmla="*/ 14 h 406"/>
                  <a:gd name="T42" fmla="*/ 402 w 406"/>
                  <a:gd name="T43" fmla="*/ 164 h 406"/>
                  <a:gd name="T44" fmla="*/ 402 w 406"/>
                  <a:gd name="T45" fmla="*/ 178 h 406"/>
                  <a:gd name="T46" fmla="*/ 177 w 406"/>
                  <a:gd name="T47" fmla="*/ 403 h 406"/>
                  <a:gd name="T48" fmla="*/ 170 w 406"/>
                  <a:gd name="T49" fmla="*/ 406 h 406"/>
                  <a:gd name="T50" fmla="*/ 163 w 406"/>
                  <a:gd name="T51" fmla="*/ 403 h 406"/>
                  <a:gd name="T52" fmla="*/ 13 w 406"/>
                  <a:gd name="T53" fmla="*/ 253 h 406"/>
                  <a:gd name="T54" fmla="*/ 13 w 406"/>
                  <a:gd name="T55" fmla="*/ 239 h 406"/>
                  <a:gd name="T56" fmla="*/ 28 w 406"/>
                  <a:gd name="T57" fmla="*/ 224 h 406"/>
                  <a:gd name="T58" fmla="*/ 2 w 406"/>
                  <a:gd name="T59" fmla="*/ 199 h 406"/>
                  <a:gd name="T60" fmla="*/ 0 w 406"/>
                  <a:gd name="T61" fmla="*/ 192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6" h="406">
                    <a:moveTo>
                      <a:pt x="192" y="24"/>
                    </a:moveTo>
                    <a:lnTo>
                      <a:pt x="23" y="192"/>
                    </a:lnTo>
                    <a:lnTo>
                      <a:pt x="49" y="218"/>
                    </a:lnTo>
                    <a:cubicBezTo>
                      <a:pt x="52" y="221"/>
                      <a:pt x="52" y="228"/>
                      <a:pt x="49" y="231"/>
                    </a:cubicBezTo>
                    <a:lnTo>
                      <a:pt x="34" y="246"/>
                    </a:lnTo>
                    <a:lnTo>
                      <a:pt x="170" y="382"/>
                    </a:lnTo>
                    <a:lnTo>
                      <a:pt x="381" y="171"/>
                    </a:lnTo>
                    <a:lnTo>
                      <a:pt x="245" y="35"/>
                    </a:lnTo>
                    <a:lnTo>
                      <a:pt x="231" y="50"/>
                    </a:lnTo>
                    <a:cubicBezTo>
                      <a:pt x="229" y="51"/>
                      <a:pt x="227" y="52"/>
                      <a:pt x="224" y="52"/>
                    </a:cubicBezTo>
                    <a:cubicBezTo>
                      <a:pt x="221" y="52"/>
                      <a:pt x="219" y="51"/>
                      <a:pt x="217" y="50"/>
                    </a:cubicBezTo>
                    <a:lnTo>
                      <a:pt x="192" y="24"/>
                    </a:lnTo>
                    <a:close/>
                    <a:moveTo>
                      <a:pt x="0" y="192"/>
                    </a:moveTo>
                    <a:lnTo>
                      <a:pt x="0" y="192"/>
                    </a:lnTo>
                    <a:cubicBezTo>
                      <a:pt x="0" y="190"/>
                      <a:pt x="1" y="187"/>
                      <a:pt x="2" y="185"/>
                    </a:cubicBezTo>
                    <a:lnTo>
                      <a:pt x="185" y="3"/>
                    </a:lnTo>
                    <a:cubicBezTo>
                      <a:pt x="189" y="0"/>
                      <a:pt x="195" y="0"/>
                      <a:pt x="199" y="3"/>
                    </a:cubicBezTo>
                    <a:lnTo>
                      <a:pt x="224" y="29"/>
                    </a:lnTo>
                    <a:lnTo>
                      <a:pt x="238" y="14"/>
                    </a:lnTo>
                    <a:cubicBezTo>
                      <a:pt x="240" y="12"/>
                      <a:pt x="243" y="11"/>
                      <a:pt x="245" y="11"/>
                    </a:cubicBezTo>
                    <a:cubicBezTo>
                      <a:pt x="248" y="11"/>
                      <a:pt x="250" y="12"/>
                      <a:pt x="252" y="14"/>
                    </a:cubicBezTo>
                    <a:lnTo>
                      <a:pt x="402" y="164"/>
                    </a:lnTo>
                    <a:cubicBezTo>
                      <a:pt x="406" y="168"/>
                      <a:pt x="406" y="174"/>
                      <a:pt x="402" y="178"/>
                    </a:cubicBezTo>
                    <a:lnTo>
                      <a:pt x="177" y="403"/>
                    </a:lnTo>
                    <a:cubicBezTo>
                      <a:pt x="175" y="405"/>
                      <a:pt x="173" y="406"/>
                      <a:pt x="170" y="406"/>
                    </a:cubicBezTo>
                    <a:cubicBezTo>
                      <a:pt x="167" y="406"/>
                      <a:pt x="165" y="405"/>
                      <a:pt x="163" y="403"/>
                    </a:cubicBezTo>
                    <a:lnTo>
                      <a:pt x="13" y="253"/>
                    </a:lnTo>
                    <a:cubicBezTo>
                      <a:pt x="9" y="249"/>
                      <a:pt x="9" y="243"/>
                      <a:pt x="13" y="239"/>
                    </a:cubicBezTo>
                    <a:lnTo>
                      <a:pt x="28" y="224"/>
                    </a:lnTo>
                    <a:lnTo>
                      <a:pt x="2" y="199"/>
                    </a:lnTo>
                    <a:cubicBezTo>
                      <a:pt x="1" y="197"/>
                      <a:pt x="0" y="195"/>
                      <a:pt x="0" y="1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3" name="Freeform 182"/>
              <p:cNvSpPr>
                <a:spLocks noEditPoints="1"/>
              </p:cNvSpPr>
              <p:nvPr/>
            </p:nvSpPr>
            <p:spPr bwMode="auto">
              <a:xfrm>
                <a:off x="11855" y="1088"/>
                <a:ext cx="94" cy="92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1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4" name="Freeform 183"/>
              <p:cNvSpPr>
                <a:spLocks noEditPoints="1"/>
              </p:cNvSpPr>
              <p:nvPr/>
            </p:nvSpPr>
            <p:spPr bwMode="auto">
              <a:xfrm>
                <a:off x="11913" y="1030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5" name="Freeform 184"/>
              <p:cNvSpPr>
                <a:spLocks noEditPoints="1"/>
              </p:cNvSpPr>
              <p:nvPr/>
            </p:nvSpPr>
            <p:spPr bwMode="auto">
              <a:xfrm>
                <a:off x="10862" y="2080"/>
                <a:ext cx="93" cy="93"/>
              </a:xfrm>
              <a:custGeom>
                <a:avLst/>
                <a:gdLst>
                  <a:gd name="T0" fmla="*/ 182 w 350"/>
                  <a:gd name="T1" fmla="*/ 23 h 349"/>
                  <a:gd name="T2" fmla="*/ 24 w 350"/>
                  <a:gd name="T3" fmla="*/ 181 h 349"/>
                  <a:gd name="T4" fmla="*/ 168 w 350"/>
                  <a:gd name="T5" fmla="*/ 325 h 349"/>
                  <a:gd name="T6" fmla="*/ 326 w 350"/>
                  <a:gd name="T7" fmla="*/ 168 h 349"/>
                  <a:gd name="T8" fmla="*/ 182 w 350"/>
                  <a:gd name="T9" fmla="*/ 23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5 w 350"/>
                  <a:gd name="T15" fmla="*/ 3 h 349"/>
                  <a:gd name="T16" fmla="*/ 182 w 350"/>
                  <a:gd name="T17" fmla="*/ 0 h 349"/>
                  <a:gd name="T18" fmla="*/ 189 w 350"/>
                  <a:gd name="T19" fmla="*/ 3 h 349"/>
                  <a:gd name="T20" fmla="*/ 347 w 350"/>
                  <a:gd name="T21" fmla="*/ 161 h 349"/>
                  <a:gd name="T22" fmla="*/ 347 w 350"/>
                  <a:gd name="T23" fmla="*/ 174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2" y="23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2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5" y="3"/>
                    </a:lnTo>
                    <a:cubicBezTo>
                      <a:pt x="176" y="1"/>
                      <a:pt x="179" y="0"/>
                      <a:pt x="182" y="0"/>
                    </a:cubicBezTo>
                    <a:cubicBezTo>
                      <a:pt x="184" y="0"/>
                      <a:pt x="187" y="1"/>
                      <a:pt x="189" y="3"/>
                    </a:cubicBezTo>
                    <a:lnTo>
                      <a:pt x="347" y="161"/>
                    </a:lnTo>
                    <a:cubicBezTo>
                      <a:pt x="350" y="164"/>
                      <a:pt x="350" y="171"/>
                      <a:pt x="347" y="174"/>
                    </a:cubicBezTo>
                    <a:lnTo>
                      <a:pt x="175" y="346"/>
                    </a:lnTo>
                    <a:cubicBezTo>
                      <a:pt x="173" y="348"/>
                      <a:pt x="171" y="349"/>
                      <a:pt x="168" y="349"/>
                    </a:cubicBezTo>
                    <a:cubicBezTo>
                      <a:pt x="166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6" name="Freeform 185"/>
              <p:cNvSpPr>
                <a:spLocks noEditPoints="1"/>
              </p:cNvSpPr>
              <p:nvPr/>
            </p:nvSpPr>
            <p:spPr bwMode="auto">
              <a:xfrm>
                <a:off x="12018" y="925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7" name="Freeform 186"/>
              <p:cNvSpPr>
                <a:spLocks noEditPoints="1"/>
              </p:cNvSpPr>
              <p:nvPr/>
            </p:nvSpPr>
            <p:spPr bwMode="auto">
              <a:xfrm>
                <a:off x="12123" y="820"/>
                <a:ext cx="94" cy="93"/>
              </a:xfrm>
              <a:custGeom>
                <a:avLst/>
                <a:gdLst>
                  <a:gd name="T0" fmla="*/ 181 w 350"/>
                  <a:gd name="T1" fmla="*/ 23 h 349"/>
                  <a:gd name="T2" fmla="*/ 23 w 350"/>
                  <a:gd name="T3" fmla="*/ 181 h 349"/>
                  <a:gd name="T4" fmla="*/ 167 w 350"/>
                  <a:gd name="T5" fmla="*/ 325 h 349"/>
                  <a:gd name="T6" fmla="*/ 325 w 350"/>
                  <a:gd name="T7" fmla="*/ 167 h 349"/>
                  <a:gd name="T8" fmla="*/ 181 w 350"/>
                  <a:gd name="T9" fmla="*/ 23 h 349"/>
                  <a:gd name="T10" fmla="*/ 0 w 350"/>
                  <a:gd name="T11" fmla="*/ 181 h 349"/>
                  <a:gd name="T12" fmla="*/ 2 w 350"/>
                  <a:gd name="T13" fmla="*/ 174 h 349"/>
                  <a:gd name="T14" fmla="*/ 174 w 350"/>
                  <a:gd name="T15" fmla="*/ 2 h 349"/>
                  <a:gd name="T16" fmla="*/ 181 w 350"/>
                  <a:gd name="T17" fmla="*/ 0 h 349"/>
                  <a:gd name="T18" fmla="*/ 188 w 350"/>
                  <a:gd name="T19" fmla="*/ 2 h 349"/>
                  <a:gd name="T20" fmla="*/ 346 w 350"/>
                  <a:gd name="T21" fmla="*/ 160 h 349"/>
                  <a:gd name="T22" fmla="*/ 346 w 350"/>
                  <a:gd name="T23" fmla="*/ 174 h 349"/>
                  <a:gd name="T24" fmla="*/ 174 w 350"/>
                  <a:gd name="T25" fmla="*/ 346 h 349"/>
                  <a:gd name="T26" fmla="*/ 167 w 350"/>
                  <a:gd name="T27" fmla="*/ 349 h 349"/>
                  <a:gd name="T28" fmla="*/ 160 w 350"/>
                  <a:gd name="T29" fmla="*/ 346 h 349"/>
                  <a:gd name="T30" fmla="*/ 2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3"/>
                    </a:moveTo>
                    <a:lnTo>
                      <a:pt x="23" y="181"/>
                    </a:lnTo>
                    <a:lnTo>
                      <a:pt x="167" y="325"/>
                    </a:lnTo>
                    <a:lnTo>
                      <a:pt x="325" y="167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2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46" y="160"/>
                    </a:lnTo>
                    <a:cubicBezTo>
                      <a:pt x="350" y="164"/>
                      <a:pt x="350" y="170"/>
                      <a:pt x="346" y="174"/>
                    </a:cubicBezTo>
                    <a:lnTo>
                      <a:pt x="174" y="346"/>
                    </a:lnTo>
                    <a:cubicBezTo>
                      <a:pt x="173" y="347"/>
                      <a:pt x="170" y="349"/>
                      <a:pt x="167" y="349"/>
                    </a:cubicBezTo>
                    <a:cubicBezTo>
                      <a:pt x="165" y="349"/>
                      <a:pt x="162" y="347"/>
                      <a:pt x="160" y="346"/>
                    </a:cubicBezTo>
                    <a:lnTo>
                      <a:pt x="2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8" name="Freeform 187"/>
              <p:cNvSpPr>
                <a:spLocks noEditPoints="1"/>
              </p:cNvSpPr>
              <p:nvPr/>
            </p:nvSpPr>
            <p:spPr bwMode="auto">
              <a:xfrm>
                <a:off x="12059" y="861"/>
                <a:ext cx="105" cy="105"/>
              </a:xfrm>
              <a:custGeom>
                <a:avLst/>
                <a:gdLst>
                  <a:gd name="T0" fmla="*/ 181 w 392"/>
                  <a:gd name="T1" fmla="*/ 24 h 394"/>
                  <a:gd name="T2" fmla="*/ 23 w 392"/>
                  <a:gd name="T3" fmla="*/ 182 h 394"/>
                  <a:gd name="T4" fmla="*/ 210 w 392"/>
                  <a:gd name="T5" fmla="*/ 369 h 394"/>
                  <a:gd name="T6" fmla="*/ 368 w 392"/>
                  <a:gd name="T7" fmla="*/ 211 h 394"/>
                  <a:gd name="T8" fmla="*/ 181 w 392"/>
                  <a:gd name="T9" fmla="*/ 24 h 394"/>
                  <a:gd name="T10" fmla="*/ 0 w 392"/>
                  <a:gd name="T11" fmla="*/ 182 h 394"/>
                  <a:gd name="T12" fmla="*/ 2 w 392"/>
                  <a:gd name="T13" fmla="*/ 175 h 394"/>
                  <a:gd name="T14" fmla="*/ 174 w 392"/>
                  <a:gd name="T15" fmla="*/ 3 h 394"/>
                  <a:gd name="T16" fmla="*/ 188 w 392"/>
                  <a:gd name="T17" fmla="*/ 3 h 394"/>
                  <a:gd name="T18" fmla="*/ 389 w 392"/>
                  <a:gd name="T19" fmla="*/ 204 h 394"/>
                  <a:gd name="T20" fmla="*/ 389 w 392"/>
                  <a:gd name="T21" fmla="*/ 218 h 394"/>
                  <a:gd name="T22" fmla="*/ 217 w 392"/>
                  <a:gd name="T23" fmla="*/ 390 h 394"/>
                  <a:gd name="T24" fmla="*/ 203 w 392"/>
                  <a:gd name="T25" fmla="*/ 390 h 394"/>
                  <a:gd name="T26" fmla="*/ 2 w 392"/>
                  <a:gd name="T27" fmla="*/ 189 h 394"/>
                  <a:gd name="T28" fmla="*/ 0 w 392"/>
                  <a:gd name="T29" fmla="*/ 182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92" h="394">
                    <a:moveTo>
                      <a:pt x="181" y="24"/>
                    </a:moveTo>
                    <a:lnTo>
                      <a:pt x="23" y="182"/>
                    </a:lnTo>
                    <a:lnTo>
                      <a:pt x="210" y="369"/>
                    </a:lnTo>
                    <a:lnTo>
                      <a:pt x="368" y="211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2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89" y="204"/>
                    </a:lnTo>
                    <a:cubicBezTo>
                      <a:pt x="392" y="208"/>
                      <a:pt x="392" y="215"/>
                      <a:pt x="389" y="218"/>
                    </a:cubicBezTo>
                    <a:lnTo>
                      <a:pt x="217" y="390"/>
                    </a:lnTo>
                    <a:cubicBezTo>
                      <a:pt x="214" y="394"/>
                      <a:pt x="207" y="394"/>
                      <a:pt x="203" y="390"/>
                    </a:cubicBezTo>
                    <a:lnTo>
                      <a:pt x="2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9" name="Freeform 188"/>
              <p:cNvSpPr>
                <a:spLocks noEditPoints="1"/>
              </p:cNvSpPr>
              <p:nvPr/>
            </p:nvSpPr>
            <p:spPr bwMode="auto">
              <a:xfrm>
                <a:off x="12066" y="974"/>
                <a:ext cx="94" cy="93"/>
              </a:xfrm>
              <a:custGeom>
                <a:avLst/>
                <a:gdLst>
                  <a:gd name="T0" fmla="*/ 181 w 350"/>
                  <a:gd name="T1" fmla="*/ 24 h 350"/>
                  <a:gd name="T2" fmla="*/ 24 w 350"/>
                  <a:gd name="T3" fmla="*/ 182 h 350"/>
                  <a:gd name="T4" fmla="*/ 168 w 350"/>
                  <a:gd name="T5" fmla="*/ 326 h 350"/>
                  <a:gd name="T6" fmla="*/ 325 w 350"/>
                  <a:gd name="T7" fmla="*/ 168 h 350"/>
                  <a:gd name="T8" fmla="*/ 181 w 350"/>
                  <a:gd name="T9" fmla="*/ 24 h 350"/>
                  <a:gd name="T10" fmla="*/ 0 w 350"/>
                  <a:gd name="T11" fmla="*/ 182 h 350"/>
                  <a:gd name="T12" fmla="*/ 3 w 350"/>
                  <a:gd name="T13" fmla="*/ 175 h 350"/>
                  <a:gd name="T14" fmla="*/ 174 w 350"/>
                  <a:gd name="T15" fmla="*/ 3 h 350"/>
                  <a:gd name="T16" fmla="*/ 181 w 350"/>
                  <a:gd name="T17" fmla="*/ 0 h 350"/>
                  <a:gd name="T18" fmla="*/ 188 w 350"/>
                  <a:gd name="T19" fmla="*/ 3 h 350"/>
                  <a:gd name="T20" fmla="*/ 346 w 350"/>
                  <a:gd name="T21" fmla="*/ 161 h 350"/>
                  <a:gd name="T22" fmla="*/ 346 w 350"/>
                  <a:gd name="T23" fmla="*/ 175 h 350"/>
                  <a:gd name="T24" fmla="*/ 175 w 350"/>
                  <a:gd name="T25" fmla="*/ 347 h 350"/>
                  <a:gd name="T26" fmla="*/ 168 w 350"/>
                  <a:gd name="T27" fmla="*/ 350 h 350"/>
                  <a:gd name="T28" fmla="*/ 161 w 350"/>
                  <a:gd name="T29" fmla="*/ 347 h 350"/>
                  <a:gd name="T30" fmla="*/ 3 w 350"/>
                  <a:gd name="T31" fmla="*/ 189 h 350"/>
                  <a:gd name="T32" fmla="*/ 0 w 350"/>
                  <a:gd name="T33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2"/>
                      <a:pt x="179" y="0"/>
                      <a:pt x="181" y="0"/>
                    </a:cubicBezTo>
                    <a:cubicBezTo>
                      <a:pt x="184" y="0"/>
                      <a:pt x="186" y="2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7"/>
                    </a:lnTo>
                    <a:cubicBezTo>
                      <a:pt x="173" y="348"/>
                      <a:pt x="171" y="350"/>
                      <a:pt x="168" y="350"/>
                    </a:cubicBezTo>
                    <a:cubicBezTo>
                      <a:pt x="165" y="350"/>
                      <a:pt x="163" y="348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0" name="Freeform 189"/>
              <p:cNvSpPr>
                <a:spLocks noEditPoints="1"/>
              </p:cNvSpPr>
              <p:nvPr/>
            </p:nvSpPr>
            <p:spPr bwMode="auto">
              <a:xfrm>
                <a:off x="12119" y="921"/>
                <a:ext cx="93" cy="94"/>
              </a:xfrm>
              <a:custGeom>
                <a:avLst/>
                <a:gdLst>
                  <a:gd name="T0" fmla="*/ 182 w 350"/>
                  <a:gd name="T1" fmla="*/ 25 h 351"/>
                  <a:gd name="T2" fmla="*/ 24 w 350"/>
                  <a:gd name="T3" fmla="*/ 182 h 351"/>
                  <a:gd name="T4" fmla="*/ 168 w 350"/>
                  <a:gd name="T5" fmla="*/ 327 h 351"/>
                  <a:gd name="T6" fmla="*/ 326 w 350"/>
                  <a:gd name="T7" fmla="*/ 169 h 351"/>
                  <a:gd name="T8" fmla="*/ 182 w 350"/>
                  <a:gd name="T9" fmla="*/ 25 h 351"/>
                  <a:gd name="T10" fmla="*/ 0 w 350"/>
                  <a:gd name="T11" fmla="*/ 182 h 351"/>
                  <a:gd name="T12" fmla="*/ 3 w 350"/>
                  <a:gd name="T13" fmla="*/ 176 h 351"/>
                  <a:gd name="T14" fmla="*/ 175 w 350"/>
                  <a:gd name="T15" fmla="*/ 4 h 351"/>
                  <a:gd name="T16" fmla="*/ 189 w 350"/>
                  <a:gd name="T17" fmla="*/ 4 h 351"/>
                  <a:gd name="T18" fmla="*/ 347 w 350"/>
                  <a:gd name="T19" fmla="*/ 162 h 351"/>
                  <a:gd name="T20" fmla="*/ 347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2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6" y="169"/>
                    </a:lnTo>
                    <a:lnTo>
                      <a:pt x="182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6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9" y="4"/>
                    </a:cubicBezTo>
                    <a:lnTo>
                      <a:pt x="347" y="162"/>
                    </a:lnTo>
                    <a:cubicBezTo>
                      <a:pt x="350" y="166"/>
                      <a:pt x="350" y="172"/>
                      <a:pt x="347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1" name="Freeform 190"/>
              <p:cNvSpPr>
                <a:spLocks noEditPoints="1"/>
              </p:cNvSpPr>
              <p:nvPr/>
            </p:nvSpPr>
            <p:spPr bwMode="auto">
              <a:xfrm>
                <a:off x="12113" y="1020"/>
                <a:ext cx="133" cy="133"/>
              </a:xfrm>
              <a:custGeom>
                <a:avLst/>
                <a:gdLst>
                  <a:gd name="T0" fmla="*/ 181 w 502"/>
                  <a:gd name="T1" fmla="*/ 24 h 501"/>
                  <a:gd name="T2" fmla="*/ 23 w 502"/>
                  <a:gd name="T3" fmla="*/ 181 h 501"/>
                  <a:gd name="T4" fmla="*/ 320 w 502"/>
                  <a:gd name="T5" fmla="*/ 477 h 501"/>
                  <a:gd name="T6" fmla="*/ 477 w 502"/>
                  <a:gd name="T7" fmla="*/ 320 h 501"/>
                  <a:gd name="T8" fmla="*/ 181 w 502"/>
                  <a:gd name="T9" fmla="*/ 24 h 501"/>
                  <a:gd name="T10" fmla="*/ 0 w 502"/>
                  <a:gd name="T11" fmla="*/ 181 h 501"/>
                  <a:gd name="T12" fmla="*/ 3 w 502"/>
                  <a:gd name="T13" fmla="*/ 175 h 501"/>
                  <a:gd name="T14" fmla="*/ 174 w 502"/>
                  <a:gd name="T15" fmla="*/ 3 h 501"/>
                  <a:gd name="T16" fmla="*/ 181 w 502"/>
                  <a:gd name="T17" fmla="*/ 0 h 501"/>
                  <a:gd name="T18" fmla="*/ 188 w 502"/>
                  <a:gd name="T19" fmla="*/ 3 h 501"/>
                  <a:gd name="T20" fmla="*/ 498 w 502"/>
                  <a:gd name="T21" fmla="*/ 313 h 501"/>
                  <a:gd name="T22" fmla="*/ 498 w 502"/>
                  <a:gd name="T23" fmla="*/ 326 h 501"/>
                  <a:gd name="T24" fmla="*/ 327 w 502"/>
                  <a:gd name="T25" fmla="*/ 498 h 501"/>
                  <a:gd name="T26" fmla="*/ 320 w 502"/>
                  <a:gd name="T27" fmla="*/ 501 h 501"/>
                  <a:gd name="T28" fmla="*/ 313 w 502"/>
                  <a:gd name="T29" fmla="*/ 498 h 501"/>
                  <a:gd name="T30" fmla="*/ 3 w 502"/>
                  <a:gd name="T31" fmla="*/ 188 h 501"/>
                  <a:gd name="T32" fmla="*/ 0 w 502"/>
                  <a:gd name="T33" fmla="*/ 181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2" h="501">
                    <a:moveTo>
                      <a:pt x="181" y="24"/>
                    </a:moveTo>
                    <a:lnTo>
                      <a:pt x="23" y="181"/>
                    </a:lnTo>
                    <a:lnTo>
                      <a:pt x="320" y="477"/>
                    </a:lnTo>
                    <a:lnTo>
                      <a:pt x="477" y="320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5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3"/>
                    </a:cubicBezTo>
                    <a:lnTo>
                      <a:pt x="498" y="313"/>
                    </a:lnTo>
                    <a:cubicBezTo>
                      <a:pt x="502" y="316"/>
                      <a:pt x="502" y="323"/>
                      <a:pt x="498" y="326"/>
                    </a:cubicBezTo>
                    <a:lnTo>
                      <a:pt x="327" y="498"/>
                    </a:lnTo>
                    <a:cubicBezTo>
                      <a:pt x="325" y="500"/>
                      <a:pt x="323" y="501"/>
                      <a:pt x="320" y="501"/>
                    </a:cubicBezTo>
                    <a:cubicBezTo>
                      <a:pt x="317" y="501"/>
                      <a:pt x="315" y="500"/>
                      <a:pt x="313" y="498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2" name="Freeform 191"/>
              <p:cNvSpPr>
                <a:spLocks noEditPoints="1"/>
              </p:cNvSpPr>
              <p:nvPr/>
            </p:nvSpPr>
            <p:spPr bwMode="auto">
              <a:xfrm>
                <a:off x="10800" y="2240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5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3" name="Freeform 192"/>
              <p:cNvSpPr>
                <a:spLocks noEditPoints="1"/>
              </p:cNvSpPr>
              <p:nvPr/>
            </p:nvSpPr>
            <p:spPr bwMode="auto">
              <a:xfrm>
                <a:off x="10642" y="2398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4" name="Freeform 193"/>
              <p:cNvSpPr>
                <a:spLocks noEditPoints="1"/>
              </p:cNvSpPr>
              <p:nvPr/>
            </p:nvSpPr>
            <p:spPr bwMode="auto">
              <a:xfrm>
                <a:off x="12047" y="744"/>
                <a:ext cx="93" cy="93"/>
              </a:xfrm>
              <a:custGeom>
                <a:avLst/>
                <a:gdLst>
                  <a:gd name="T0" fmla="*/ 181 w 349"/>
                  <a:gd name="T1" fmla="*/ 23 h 350"/>
                  <a:gd name="T2" fmla="*/ 23 w 349"/>
                  <a:gd name="T3" fmla="*/ 181 h 350"/>
                  <a:gd name="T4" fmla="*/ 168 w 349"/>
                  <a:gd name="T5" fmla="*/ 325 h 350"/>
                  <a:gd name="T6" fmla="*/ 325 w 349"/>
                  <a:gd name="T7" fmla="*/ 167 h 350"/>
                  <a:gd name="T8" fmla="*/ 181 w 349"/>
                  <a:gd name="T9" fmla="*/ 23 h 350"/>
                  <a:gd name="T10" fmla="*/ 0 w 349"/>
                  <a:gd name="T11" fmla="*/ 181 h 350"/>
                  <a:gd name="T12" fmla="*/ 3 w 349"/>
                  <a:gd name="T13" fmla="*/ 174 h 350"/>
                  <a:gd name="T14" fmla="*/ 174 w 349"/>
                  <a:gd name="T15" fmla="*/ 2 h 350"/>
                  <a:gd name="T16" fmla="*/ 181 w 349"/>
                  <a:gd name="T17" fmla="*/ 0 h 350"/>
                  <a:gd name="T18" fmla="*/ 188 w 349"/>
                  <a:gd name="T19" fmla="*/ 2 h 350"/>
                  <a:gd name="T20" fmla="*/ 346 w 349"/>
                  <a:gd name="T21" fmla="*/ 160 h 350"/>
                  <a:gd name="T22" fmla="*/ 349 w 349"/>
                  <a:gd name="T23" fmla="*/ 167 h 350"/>
                  <a:gd name="T24" fmla="*/ 346 w 349"/>
                  <a:gd name="T25" fmla="*/ 174 h 350"/>
                  <a:gd name="T26" fmla="*/ 174 w 349"/>
                  <a:gd name="T27" fmla="*/ 346 h 350"/>
                  <a:gd name="T28" fmla="*/ 161 w 349"/>
                  <a:gd name="T29" fmla="*/ 346 h 350"/>
                  <a:gd name="T30" fmla="*/ 3 w 349"/>
                  <a:gd name="T31" fmla="*/ 188 h 350"/>
                  <a:gd name="T32" fmla="*/ 0 w 349"/>
                  <a:gd name="T33" fmla="*/ 181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9" h="350">
                    <a:moveTo>
                      <a:pt x="181" y="23"/>
                    </a:moveTo>
                    <a:lnTo>
                      <a:pt x="23" y="181"/>
                    </a:lnTo>
                    <a:lnTo>
                      <a:pt x="168" y="325"/>
                    </a:lnTo>
                    <a:lnTo>
                      <a:pt x="325" y="167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46" y="160"/>
                    </a:lnTo>
                    <a:cubicBezTo>
                      <a:pt x="348" y="162"/>
                      <a:pt x="349" y="165"/>
                      <a:pt x="349" y="167"/>
                    </a:cubicBezTo>
                    <a:cubicBezTo>
                      <a:pt x="349" y="170"/>
                      <a:pt x="348" y="173"/>
                      <a:pt x="346" y="174"/>
                    </a:cubicBezTo>
                    <a:lnTo>
                      <a:pt x="174" y="346"/>
                    </a:lnTo>
                    <a:cubicBezTo>
                      <a:pt x="171" y="350"/>
                      <a:pt x="164" y="350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5" name="Freeform 194"/>
              <p:cNvSpPr>
                <a:spLocks noEditPoints="1"/>
              </p:cNvSpPr>
              <p:nvPr/>
            </p:nvSpPr>
            <p:spPr bwMode="auto">
              <a:xfrm>
                <a:off x="11942" y="849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6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5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6" name="Freeform 195"/>
              <p:cNvSpPr>
                <a:spLocks noEditPoints="1"/>
              </p:cNvSpPr>
              <p:nvPr/>
            </p:nvSpPr>
            <p:spPr bwMode="auto">
              <a:xfrm>
                <a:off x="11995" y="796"/>
                <a:ext cx="104" cy="104"/>
              </a:xfrm>
              <a:custGeom>
                <a:avLst/>
                <a:gdLst>
                  <a:gd name="T0" fmla="*/ 182 w 392"/>
                  <a:gd name="T1" fmla="*/ 24 h 390"/>
                  <a:gd name="T2" fmla="*/ 24 w 392"/>
                  <a:gd name="T3" fmla="*/ 181 h 390"/>
                  <a:gd name="T4" fmla="*/ 210 w 392"/>
                  <a:gd name="T5" fmla="*/ 367 h 390"/>
                  <a:gd name="T6" fmla="*/ 367 w 392"/>
                  <a:gd name="T7" fmla="*/ 209 h 390"/>
                  <a:gd name="T8" fmla="*/ 182 w 392"/>
                  <a:gd name="T9" fmla="*/ 24 h 390"/>
                  <a:gd name="T10" fmla="*/ 0 w 392"/>
                  <a:gd name="T11" fmla="*/ 181 h 390"/>
                  <a:gd name="T12" fmla="*/ 3 w 392"/>
                  <a:gd name="T13" fmla="*/ 174 h 390"/>
                  <a:gd name="T14" fmla="*/ 175 w 392"/>
                  <a:gd name="T15" fmla="*/ 3 h 390"/>
                  <a:gd name="T16" fmla="*/ 182 w 392"/>
                  <a:gd name="T17" fmla="*/ 0 h 390"/>
                  <a:gd name="T18" fmla="*/ 188 w 392"/>
                  <a:gd name="T19" fmla="*/ 3 h 390"/>
                  <a:gd name="T20" fmla="*/ 388 w 392"/>
                  <a:gd name="T21" fmla="*/ 202 h 390"/>
                  <a:gd name="T22" fmla="*/ 388 w 392"/>
                  <a:gd name="T23" fmla="*/ 216 h 390"/>
                  <a:gd name="T24" fmla="*/ 217 w 392"/>
                  <a:gd name="T25" fmla="*/ 388 h 390"/>
                  <a:gd name="T26" fmla="*/ 210 w 392"/>
                  <a:gd name="T27" fmla="*/ 390 h 390"/>
                  <a:gd name="T28" fmla="*/ 203 w 392"/>
                  <a:gd name="T29" fmla="*/ 388 h 390"/>
                  <a:gd name="T30" fmla="*/ 3 w 392"/>
                  <a:gd name="T31" fmla="*/ 188 h 390"/>
                  <a:gd name="T32" fmla="*/ 0 w 392"/>
                  <a:gd name="T33" fmla="*/ 181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2" h="390">
                    <a:moveTo>
                      <a:pt x="182" y="24"/>
                    </a:moveTo>
                    <a:lnTo>
                      <a:pt x="24" y="181"/>
                    </a:lnTo>
                    <a:lnTo>
                      <a:pt x="210" y="367"/>
                    </a:lnTo>
                    <a:lnTo>
                      <a:pt x="367" y="209"/>
                    </a:lnTo>
                    <a:lnTo>
                      <a:pt x="182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5" y="3"/>
                    </a:lnTo>
                    <a:cubicBezTo>
                      <a:pt x="176" y="1"/>
                      <a:pt x="179" y="0"/>
                      <a:pt x="182" y="0"/>
                    </a:cubicBezTo>
                    <a:cubicBezTo>
                      <a:pt x="184" y="0"/>
                      <a:pt x="187" y="1"/>
                      <a:pt x="188" y="3"/>
                    </a:cubicBezTo>
                    <a:lnTo>
                      <a:pt x="388" y="202"/>
                    </a:lnTo>
                    <a:cubicBezTo>
                      <a:pt x="392" y="206"/>
                      <a:pt x="392" y="212"/>
                      <a:pt x="388" y="216"/>
                    </a:cubicBezTo>
                    <a:lnTo>
                      <a:pt x="217" y="388"/>
                    </a:lnTo>
                    <a:cubicBezTo>
                      <a:pt x="215" y="389"/>
                      <a:pt x="212" y="390"/>
                      <a:pt x="210" y="390"/>
                    </a:cubicBezTo>
                    <a:cubicBezTo>
                      <a:pt x="207" y="390"/>
                      <a:pt x="205" y="389"/>
                      <a:pt x="203" y="388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7" name="Freeform 196"/>
              <p:cNvSpPr>
                <a:spLocks noEditPoints="1"/>
              </p:cNvSpPr>
              <p:nvPr/>
            </p:nvSpPr>
            <p:spPr bwMode="auto">
              <a:xfrm>
                <a:off x="10534" y="2506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5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8" y="4"/>
                    </a:cubicBezTo>
                    <a:lnTo>
                      <a:pt x="346" y="162"/>
                    </a:lnTo>
                    <a:cubicBezTo>
                      <a:pt x="350" y="165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8" name="Freeform 197"/>
              <p:cNvSpPr>
                <a:spLocks noEditPoints="1"/>
              </p:cNvSpPr>
              <p:nvPr/>
            </p:nvSpPr>
            <p:spPr bwMode="auto">
              <a:xfrm>
                <a:off x="10477" y="2448"/>
                <a:ext cx="101" cy="101"/>
              </a:xfrm>
              <a:custGeom>
                <a:avLst/>
                <a:gdLst>
                  <a:gd name="T0" fmla="*/ 181 w 381"/>
                  <a:gd name="T1" fmla="*/ 25 h 382"/>
                  <a:gd name="T2" fmla="*/ 23 w 381"/>
                  <a:gd name="T3" fmla="*/ 182 h 382"/>
                  <a:gd name="T4" fmla="*/ 199 w 381"/>
                  <a:gd name="T5" fmla="*/ 358 h 382"/>
                  <a:gd name="T6" fmla="*/ 357 w 381"/>
                  <a:gd name="T7" fmla="*/ 201 h 382"/>
                  <a:gd name="T8" fmla="*/ 181 w 381"/>
                  <a:gd name="T9" fmla="*/ 25 h 382"/>
                  <a:gd name="T10" fmla="*/ 0 w 381"/>
                  <a:gd name="T11" fmla="*/ 182 h 382"/>
                  <a:gd name="T12" fmla="*/ 3 w 381"/>
                  <a:gd name="T13" fmla="*/ 175 h 382"/>
                  <a:gd name="T14" fmla="*/ 174 w 381"/>
                  <a:gd name="T15" fmla="*/ 4 h 382"/>
                  <a:gd name="T16" fmla="*/ 188 w 381"/>
                  <a:gd name="T17" fmla="*/ 4 h 382"/>
                  <a:gd name="T18" fmla="*/ 377 w 381"/>
                  <a:gd name="T19" fmla="*/ 194 h 382"/>
                  <a:gd name="T20" fmla="*/ 377 w 381"/>
                  <a:gd name="T21" fmla="*/ 208 h 382"/>
                  <a:gd name="T22" fmla="*/ 206 w 381"/>
                  <a:gd name="T23" fmla="*/ 379 h 382"/>
                  <a:gd name="T24" fmla="*/ 199 w 381"/>
                  <a:gd name="T25" fmla="*/ 382 h 382"/>
                  <a:gd name="T26" fmla="*/ 192 w 381"/>
                  <a:gd name="T27" fmla="*/ 379 h 382"/>
                  <a:gd name="T28" fmla="*/ 3 w 381"/>
                  <a:gd name="T29" fmla="*/ 189 h 382"/>
                  <a:gd name="T30" fmla="*/ 0 w 381"/>
                  <a:gd name="T31" fmla="*/ 1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1" h="382">
                    <a:moveTo>
                      <a:pt x="181" y="25"/>
                    </a:moveTo>
                    <a:lnTo>
                      <a:pt x="23" y="182"/>
                    </a:lnTo>
                    <a:lnTo>
                      <a:pt x="199" y="358"/>
                    </a:lnTo>
                    <a:lnTo>
                      <a:pt x="357" y="201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77" y="194"/>
                    </a:lnTo>
                    <a:cubicBezTo>
                      <a:pt x="381" y="197"/>
                      <a:pt x="381" y="204"/>
                      <a:pt x="377" y="208"/>
                    </a:cubicBezTo>
                    <a:lnTo>
                      <a:pt x="206" y="379"/>
                    </a:lnTo>
                    <a:cubicBezTo>
                      <a:pt x="204" y="381"/>
                      <a:pt x="202" y="382"/>
                      <a:pt x="199" y="382"/>
                    </a:cubicBezTo>
                    <a:cubicBezTo>
                      <a:pt x="197" y="382"/>
                      <a:pt x="194" y="381"/>
                      <a:pt x="192" y="379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9" name="Freeform 198"/>
              <p:cNvSpPr>
                <a:spLocks noEditPoints="1"/>
              </p:cNvSpPr>
              <p:nvPr/>
            </p:nvSpPr>
            <p:spPr bwMode="auto">
              <a:xfrm>
                <a:off x="10427" y="2497"/>
                <a:ext cx="102" cy="102"/>
              </a:xfrm>
              <a:custGeom>
                <a:avLst/>
                <a:gdLst>
                  <a:gd name="T0" fmla="*/ 181 w 382"/>
                  <a:gd name="T1" fmla="*/ 25 h 382"/>
                  <a:gd name="T2" fmla="*/ 24 w 382"/>
                  <a:gd name="T3" fmla="*/ 182 h 382"/>
                  <a:gd name="T4" fmla="*/ 199 w 382"/>
                  <a:gd name="T5" fmla="*/ 358 h 382"/>
                  <a:gd name="T6" fmla="*/ 357 w 382"/>
                  <a:gd name="T7" fmla="*/ 200 h 382"/>
                  <a:gd name="T8" fmla="*/ 181 w 382"/>
                  <a:gd name="T9" fmla="*/ 25 h 382"/>
                  <a:gd name="T10" fmla="*/ 0 w 382"/>
                  <a:gd name="T11" fmla="*/ 182 h 382"/>
                  <a:gd name="T12" fmla="*/ 3 w 382"/>
                  <a:gd name="T13" fmla="*/ 175 h 382"/>
                  <a:gd name="T14" fmla="*/ 174 w 382"/>
                  <a:gd name="T15" fmla="*/ 4 h 382"/>
                  <a:gd name="T16" fmla="*/ 188 w 382"/>
                  <a:gd name="T17" fmla="*/ 4 h 382"/>
                  <a:gd name="T18" fmla="*/ 378 w 382"/>
                  <a:gd name="T19" fmla="*/ 193 h 382"/>
                  <a:gd name="T20" fmla="*/ 378 w 382"/>
                  <a:gd name="T21" fmla="*/ 207 h 382"/>
                  <a:gd name="T22" fmla="*/ 206 w 382"/>
                  <a:gd name="T23" fmla="*/ 379 h 382"/>
                  <a:gd name="T24" fmla="*/ 192 w 382"/>
                  <a:gd name="T25" fmla="*/ 379 h 382"/>
                  <a:gd name="T26" fmla="*/ 3 w 382"/>
                  <a:gd name="T27" fmla="*/ 189 h 382"/>
                  <a:gd name="T28" fmla="*/ 0 w 382"/>
                  <a:gd name="T29" fmla="*/ 1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2" h="382">
                    <a:moveTo>
                      <a:pt x="181" y="25"/>
                    </a:moveTo>
                    <a:lnTo>
                      <a:pt x="24" y="182"/>
                    </a:lnTo>
                    <a:lnTo>
                      <a:pt x="199" y="358"/>
                    </a:lnTo>
                    <a:lnTo>
                      <a:pt x="357" y="200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78" y="193"/>
                    </a:lnTo>
                    <a:cubicBezTo>
                      <a:pt x="382" y="197"/>
                      <a:pt x="382" y="203"/>
                      <a:pt x="378" y="207"/>
                    </a:cubicBezTo>
                    <a:lnTo>
                      <a:pt x="206" y="379"/>
                    </a:lnTo>
                    <a:cubicBezTo>
                      <a:pt x="203" y="382"/>
                      <a:pt x="196" y="382"/>
                      <a:pt x="192" y="379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0" name="Freeform 199"/>
              <p:cNvSpPr>
                <a:spLocks noEditPoints="1"/>
              </p:cNvSpPr>
              <p:nvPr/>
            </p:nvSpPr>
            <p:spPr bwMode="auto">
              <a:xfrm>
                <a:off x="10360" y="2430"/>
                <a:ext cx="104" cy="103"/>
              </a:xfrm>
              <a:custGeom>
                <a:avLst/>
                <a:gdLst>
                  <a:gd name="T0" fmla="*/ 181 w 391"/>
                  <a:gd name="T1" fmla="*/ 23 h 390"/>
                  <a:gd name="T2" fmla="*/ 23 w 391"/>
                  <a:gd name="T3" fmla="*/ 181 h 390"/>
                  <a:gd name="T4" fmla="*/ 209 w 391"/>
                  <a:gd name="T5" fmla="*/ 366 h 390"/>
                  <a:gd name="T6" fmla="*/ 366 w 391"/>
                  <a:gd name="T7" fmla="*/ 209 h 390"/>
                  <a:gd name="T8" fmla="*/ 181 w 391"/>
                  <a:gd name="T9" fmla="*/ 23 h 390"/>
                  <a:gd name="T10" fmla="*/ 0 w 391"/>
                  <a:gd name="T11" fmla="*/ 181 h 390"/>
                  <a:gd name="T12" fmla="*/ 3 w 391"/>
                  <a:gd name="T13" fmla="*/ 174 h 390"/>
                  <a:gd name="T14" fmla="*/ 174 w 391"/>
                  <a:gd name="T15" fmla="*/ 2 h 390"/>
                  <a:gd name="T16" fmla="*/ 181 w 391"/>
                  <a:gd name="T17" fmla="*/ 0 h 390"/>
                  <a:gd name="T18" fmla="*/ 188 w 391"/>
                  <a:gd name="T19" fmla="*/ 2 h 390"/>
                  <a:gd name="T20" fmla="*/ 387 w 391"/>
                  <a:gd name="T21" fmla="*/ 202 h 390"/>
                  <a:gd name="T22" fmla="*/ 387 w 391"/>
                  <a:gd name="T23" fmla="*/ 216 h 390"/>
                  <a:gd name="T24" fmla="*/ 216 w 391"/>
                  <a:gd name="T25" fmla="*/ 387 h 390"/>
                  <a:gd name="T26" fmla="*/ 209 w 391"/>
                  <a:gd name="T27" fmla="*/ 390 h 390"/>
                  <a:gd name="T28" fmla="*/ 202 w 391"/>
                  <a:gd name="T29" fmla="*/ 387 h 390"/>
                  <a:gd name="T30" fmla="*/ 3 w 391"/>
                  <a:gd name="T31" fmla="*/ 188 h 390"/>
                  <a:gd name="T32" fmla="*/ 0 w 391"/>
                  <a:gd name="T33" fmla="*/ 181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1" h="390">
                    <a:moveTo>
                      <a:pt x="181" y="23"/>
                    </a:moveTo>
                    <a:lnTo>
                      <a:pt x="23" y="181"/>
                    </a:lnTo>
                    <a:lnTo>
                      <a:pt x="209" y="366"/>
                    </a:lnTo>
                    <a:lnTo>
                      <a:pt x="366" y="209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87" y="202"/>
                    </a:lnTo>
                    <a:cubicBezTo>
                      <a:pt x="391" y="206"/>
                      <a:pt x="391" y="212"/>
                      <a:pt x="387" y="216"/>
                    </a:cubicBezTo>
                    <a:lnTo>
                      <a:pt x="216" y="387"/>
                    </a:lnTo>
                    <a:cubicBezTo>
                      <a:pt x="214" y="389"/>
                      <a:pt x="212" y="390"/>
                      <a:pt x="209" y="390"/>
                    </a:cubicBezTo>
                    <a:cubicBezTo>
                      <a:pt x="206" y="390"/>
                      <a:pt x="204" y="389"/>
                      <a:pt x="202" y="387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1" name="Freeform 200"/>
              <p:cNvSpPr>
                <a:spLocks noEditPoints="1"/>
              </p:cNvSpPr>
              <p:nvPr/>
            </p:nvSpPr>
            <p:spPr bwMode="auto">
              <a:xfrm>
                <a:off x="10408" y="2380"/>
                <a:ext cx="105" cy="104"/>
              </a:xfrm>
              <a:custGeom>
                <a:avLst/>
                <a:gdLst>
                  <a:gd name="T0" fmla="*/ 182 w 392"/>
                  <a:gd name="T1" fmla="*/ 25 h 391"/>
                  <a:gd name="T2" fmla="*/ 24 w 392"/>
                  <a:gd name="T3" fmla="*/ 182 h 391"/>
                  <a:gd name="T4" fmla="*/ 210 w 392"/>
                  <a:gd name="T5" fmla="*/ 368 h 391"/>
                  <a:gd name="T6" fmla="*/ 367 w 392"/>
                  <a:gd name="T7" fmla="*/ 210 h 391"/>
                  <a:gd name="T8" fmla="*/ 182 w 392"/>
                  <a:gd name="T9" fmla="*/ 25 h 391"/>
                  <a:gd name="T10" fmla="*/ 0 w 392"/>
                  <a:gd name="T11" fmla="*/ 182 h 391"/>
                  <a:gd name="T12" fmla="*/ 3 w 392"/>
                  <a:gd name="T13" fmla="*/ 175 h 391"/>
                  <a:gd name="T14" fmla="*/ 175 w 392"/>
                  <a:gd name="T15" fmla="*/ 4 h 391"/>
                  <a:gd name="T16" fmla="*/ 189 w 392"/>
                  <a:gd name="T17" fmla="*/ 4 h 391"/>
                  <a:gd name="T18" fmla="*/ 388 w 392"/>
                  <a:gd name="T19" fmla="*/ 203 h 391"/>
                  <a:gd name="T20" fmla="*/ 388 w 392"/>
                  <a:gd name="T21" fmla="*/ 217 h 391"/>
                  <a:gd name="T22" fmla="*/ 217 w 392"/>
                  <a:gd name="T23" fmla="*/ 388 h 391"/>
                  <a:gd name="T24" fmla="*/ 210 w 392"/>
                  <a:gd name="T25" fmla="*/ 391 h 391"/>
                  <a:gd name="T26" fmla="*/ 203 w 392"/>
                  <a:gd name="T27" fmla="*/ 388 h 391"/>
                  <a:gd name="T28" fmla="*/ 3 w 392"/>
                  <a:gd name="T29" fmla="*/ 189 h 391"/>
                  <a:gd name="T30" fmla="*/ 0 w 392"/>
                  <a:gd name="T31" fmla="*/ 182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2" h="391">
                    <a:moveTo>
                      <a:pt x="182" y="25"/>
                    </a:moveTo>
                    <a:lnTo>
                      <a:pt x="24" y="182"/>
                    </a:lnTo>
                    <a:lnTo>
                      <a:pt x="210" y="368"/>
                    </a:lnTo>
                    <a:lnTo>
                      <a:pt x="367" y="210"/>
                    </a:lnTo>
                    <a:lnTo>
                      <a:pt x="182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9" y="4"/>
                    </a:cubicBezTo>
                    <a:lnTo>
                      <a:pt x="388" y="203"/>
                    </a:lnTo>
                    <a:cubicBezTo>
                      <a:pt x="392" y="207"/>
                      <a:pt x="392" y="213"/>
                      <a:pt x="388" y="217"/>
                    </a:cubicBezTo>
                    <a:lnTo>
                      <a:pt x="217" y="388"/>
                    </a:lnTo>
                    <a:cubicBezTo>
                      <a:pt x="215" y="390"/>
                      <a:pt x="212" y="391"/>
                      <a:pt x="210" y="391"/>
                    </a:cubicBezTo>
                    <a:cubicBezTo>
                      <a:pt x="207" y="391"/>
                      <a:pt x="205" y="390"/>
                      <a:pt x="203" y="388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2" name="Freeform 201"/>
              <p:cNvSpPr>
                <a:spLocks noEditPoints="1"/>
              </p:cNvSpPr>
              <p:nvPr/>
            </p:nvSpPr>
            <p:spPr bwMode="auto">
              <a:xfrm>
                <a:off x="10514" y="2275"/>
                <a:ext cx="104" cy="104"/>
              </a:xfrm>
              <a:custGeom>
                <a:avLst/>
                <a:gdLst>
                  <a:gd name="T0" fmla="*/ 181 w 392"/>
                  <a:gd name="T1" fmla="*/ 24 h 391"/>
                  <a:gd name="T2" fmla="*/ 24 w 392"/>
                  <a:gd name="T3" fmla="*/ 181 h 391"/>
                  <a:gd name="T4" fmla="*/ 210 w 392"/>
                  <a:gd name="T5" fmla="*/ 367 h 391"/>
                  <a:gd name="T6" fmla="*/ 367 w 392"/>
                  <a:gd name="T7" fmla="*/ 209 h 391"/>
                  <a:gd name="T8" fmla="*/ 181 w 392"/>
                  <a:gd name="T9" fmla="*/ 24 h 391"/>
                  <a:gd name="T10" fmla="*/ 0 w 392"/>
                  <a:gd name="T11" fmla="*/ 181 h 391"/>
                  <a:gd name="T12" fmla="*/ 3 w 392"/>
                  <a:gd name="T13" fmla="*/ 174 h 391"/>
                  <a:gd name="T14" fmla="*/ 174 w 392"/>
                  <a:gd name="T15" fmla="*/ 3 h 391"/>
                  <a:gd name="T16" fmla="*/ 181 w 392"/>
                  <a:gd name="T17" fmla="*/ 0 h 391"/>
                  <a:gd name="T18" fmla="*/ 188 w 392"/>
                  <a:gd name="T19" fmla="*/ 3 h 391"/>
                  <a:gd name="T20" fmla="*/ 388 w 392"/>
                  <a:gd name="T21" fmla="*/ 202 h 391"/>
                  <a:gd name="T22" fmla="*/ 388 w 392"/>
                  <a:gd name="T23" fmla="*/ 216 h 391"/>
                  <a:gd name="T24" fmla="*/ 217 w 392"/>
                  <a:gd name="T25" fmla="*/ 388 h 391"/>
                  <a:gd name="T26" fmla="*/ 210 w 392"/>
                  <a:gd name="T27" fmla="*/ 391 h 391"/>
                  <a:gd name="T28" fmla="*/ 203 w 392"/>
                  <a:gd name="T29" fmla="*/ 388 h 391"/>
                  <a:gd name="T30" fmla="*/ 3 w 392"/>
                  <a:gd name="T31" fmla="*/ 188 h 391"/>
                  <a:gd name="T32" fmla="*/ 0 w 392"/>
                  <a:gd name="T33" fmla="*/ 18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2" h="391">
                    <a:moveTo>
                      <a:pt x="181" y="24"/>
                    </a:moveTo>
                    <a:lnTo>
                      <a:pt x="24" y="181"/>
                    </a:lnTo>
                    <a:lnTo>
                      <a:pt x="210" y="367"/>
                    </a:lnTo>
                    <a:lnTo>
                      <a:pt x="367" y="209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7" y="1"/>
                      <a:pt x="188" y="3"/>
                    </a:cubicBezTo>
                    <a:lnTo>
                      <a:pt x="388" y="202"/>
                    </a:lnTo>
                    <a:cubicBezTo>
                      <a:pt x="392" y="206"/>
                      <a:pt x="392" y="212"/>
                      <a:pt x="388" y="216"/>
                    </a:cubicBezTo>
                    <a:lnTo>
                      <a:pt x="217" y="388"/>
                    </a:lnTo>
                    <a:cubicBezTo>
                      <a:pt x="215" y="389"/>
                      <a:pt x="212" y="391"/>
                      <a:pt x="210" y="391"/>
                    </a:cubicBezTo>
                    <a:cubicBezTo>
                      <a:pt x="207" y="391"/>
                      <a:pt x="205" y="389"/>
                      <a:pt x="203" y="388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3" name="Freeform 202"/>
              <p:cNvSpPr>
                <a:spLocks noEditPoints="1"/>
              </p:cNvSpPr>
              <p:nvPr/>
            </p:nvSpPr>
            <p:spPr bwMode="auto">
              <a:xfrm>
                <a:off x="10459" y="2219"/>
                <a:ext cx="93" cy="94"/>
              </a:xfrm>
              <a:custGeom>
                <a:avLst/>
                <a:gdLst>
                  <a:gd name="T0" fmla="*/ 181 w 349"/>
                  <a:gd name="T1" fmla="*/ 25 h 351"/>
                  <a:gd name="T2" fmla="*/ 23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3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4" name="Freeform 203"/>
              <p:cNvSpPr>
                <a:spLocks noEditPoints="1"/>
              </p:cNvSpPr>
              <p:nvPr/>
            </p:nvSpPr>
            <p:spPr bwMode="auto">
              <a:xfrm>
                <a:off x="10514" y="2165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2 h 350"/>
                  <a:gd name="T4" fmla="*/ 168 w 349"/>
                  <a:gd name="T5" fmla="*/ 325 h 350"/>
                  <a:gd name="T6" fmla="*/ 326 w 349"/>
                  <a:gd name="T7" fmla="*/ 168 h 350"/>
                  <a:gd name="T8" fmla="*/ 181 w 349"/>
                  <a:gd name="T9" fmla="*/ 24 h 350"/>
                  <a:gd name="T10" fmla="*/ 0 w 349"/>
                  <a:gd name="T11" fmla="*/ 182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6 w 349"/>
                  <a:gd name="T19" fmla="*/ 161 h 350"/>
                  <a:gd name="T20" fmla="*/ 349 w 349"/>
                  <a:gd name="T21" fmla="*/ 168 h 350"/>
                  <a:gd name="T22" fmla="*/ 346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9 h 350"/>
                  <a:gd name="T30" fmla="*/ 0 w 349"/>
                  <a:gd name="T31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6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6" y="175"/>
                    </a:cubicBezTo>
                    <a:lnTo>
                      <a:pt x="175" y="346"/>
                    </a:lnTo>
                    <a:cubicBezTo>
                      <a:pt x="171" y="350"/>
                      <a:pt x="165" y="350"/>
                      <a:pt x="161" y="346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5" name="Freeform 204"/>
              <p:cNvSpPr>
                <a:spLocks noEditPoints="1"/>
              </p:cNvSpPr>
              <p:nvPr/>
            </p:nvSpPr>
            <p:spPr bwMode="auto">
              <a:xfrm>
                <a:off x="10304" y="2374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1 h 350"/>
                  <a:gd name="T4" fmla="*/ 168 w 349"/>
                  <a:gd name="T5" fmla="*/ 325 h 350"/>
                  <a:gd name="T6" fmla="*/ 326 w 349"/>
                  <a:gd name="T7" fmla="*/ 168 h 350"/>
                  <a:gd name="T8" fmla="*/ 181 w 349"/>
                  <a:gd name="T9" fmla="*/ 24 h 350"/>
                  <a:gd name="T10" fmla="*/ 0 w 349"/>
                  <a:gd name="T11" fmla="*/ 181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7 w 349"/>
                  <a:gd name="T19" fmla="*/ 161 h 350"/>
                  <a:gd name="T20" fmla="*/ 349 w 349"/>
                  <a:gd name="T21" fmla="*/ 168 h 350"/>
                  <a:gd name="T22" fmla="*/ 347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8 h 350"/>
                  <a:gd name="T30" fmla="*/ 0 w 349"/>
                  <a:gd name="T31" fmla="*/ 181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7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7" y="175"/>
                    </a:cubicBezTo>
                    <a:lnTo>
                      <a:pt x="175" y="346"/>
                    </a:lnTo>
                    <a:cubicBezTo>
                      <a:pt x="172" y="350"/>
                      <a:pt x="165" y="350"/>
                      <a:pt x="161" y="346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sp>
          <p:nvSpPr>
            <p:cNvPr id="316" name="Freeform 206"/>
            <p:cNvSpPr>
              <a:spLocks noEditPoints="1"/>
            </p:cNvSpPr>
            <p:nvPr/>
          </p:nvSpPr>
          <p:spPr bwMode="auto">
            <a:xfrm>
              <a:off x="16742099" y="3412767"/>
              <a:ext cx="147638" cy="147638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7" name="Freeform 207"/>
            <p:cNvSpPr>
              <a:spLocks noEditPoints="1"/>
            </p:cNvSpPr>
            <p:nvPr/>
          </p:nvSpPr>
          <p:spPr bwMode="auto">
            <a:xfrm>
              <a:off x="19096361" y="1234717"/>
              <a:ext cx="147638" cy="147638"/>
            </a:xfrm>
            <a:custGeom>
              <a:avLst/>
              <a:gdLst>
                <a:gd name="T0" fmla="*/ 181 w 350"/>
                <a:gd name="T1" fmla="*/ 23 h 349"/>
                <a:gd name="T2" fmla="*/ 23 w 350"/>
                <a:gd name="T3" fmla="*/ 181 h 349"/>
                <a:gd name="T4" fmla="*/ 168 w 350"/>
                <a:gd name="T5" fmla="*/ 325 h 349"/>
                <a:gd name="T6" fmla="*/ 325 w 350"/>
                <a:gd name="T7" fmla="*/ 167 h 349"/>
                <a:gd name="T8" fmla="*/ 181 w 350"/>
                <a:gd name="T9" fmla="*/ 23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2 h 349"/>
                <a:gd name="T16" fmla="*/ 181 w 350"/>
                <a:gd name="T17" fmla="*/ 0 h 349"/>
                <a:gd name="T18" fmla="*/ 188 w 350"/>
                <a:gd name="T19" fmla="*/ 2 h 349"/>
                <a:gd name="T20" fmla="*/ 346 w 350"/>
                <a:gd name="T21" fmla="*/ 160 h 349"/>
                <a:gd name="T22" fmla="*/ 346 w 350"/>
                <a:gd name="T23" fmla="*/ 174 h 349"/>
                <a:gd name="T24" fmla="*/ 174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3"/>
                  </a:moveTo>
                  <a:lnTo>
                    <a:pt x="23" y="181"/>
                  </a:lnTo>
                  <a:lnTo>
                    <a:pt x="168" y="325"/>
                  </a:lnTo>
                  <a:lnTo>
                    <a:pt x="325" y="167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2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3" y="0"/>
                    <a:pt x="186" y="1"/>
                    <a:pt x="188" y="2"/>
                  </a:cubicBezTo>
                  <a:lnTo>
                    <a:pt x="346" y="160"/>
                  </a:lnTo>
                  <a:cubicBezTo>
                    <a:pt x="350" y="164"/>
                    <a:pt x="350" y="171"/>
                    <a:pt x="346" y="174"/>
                  </a:cubicBezTo>
                  <a:lnTo>
                    <a:pt x="174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2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8" name="Freeform 208"/>
            <p:cNvSpPr>
              <a:spLocks noEditPoints="1"/>
            </p:cNvSpPr>
            <p:nvPr/>
          </p:nvSpPr>
          <p:spPr bwMode="auto">
            <a:xfrm>
              <a:off x="19018574" y="1156930"/>
              <a:ext cx="147638" cy="147638"/>
            </a:xfrm>
            <a:custGeom>
              <a:avLst/>
              <a:gdLst>
                <a:gd name="T0" fmla="*/ 182 w 350"/>
                <a:gd name="T1" fmla="*/ 25 h 351"/>
                <a:gd name="T2" fmla="*/ 24 w 350"/>
                <a:gd name="T3" fmla="*/ 183 h 351"/>
                <a:gd name="T4" fmla="*/ 168 w 350"/>
                <a:gd name="T5" fmla="*/ 327 h 351"/>
                <a:gd name="T6" fmla="*/ 326 w 350"/>
                <a:gd name="T7" fmla="*/ 169 h 351"/>
                <a:gd name="T8" fmla="*/ 182 w 350"/>
                <a:gd name="T9" fmla="*/ 25 h 351"/>
                <a:gd name="T10" fmla="*/ 0 w 350"/>
                <a:gd name="T11" fmla="*/ 183 h 351"/>
                <a:gd name="T12" fmla="*/ 3 w 350"/>
                <a:gd name="T13" fmla="*/ 176 h 351"/>
                <a:gd name="T14" fmla="*/ 175 w 350"/>
                <a:gd name="T15" fmla="*/ 4 h 351"/>
                <a:gd name="T16" fmla="*/ 189 w 350"/>
                <a:gd name="T17" fmla="*/ 4 h 351"/>
                <a:gd name="T18" fmla="*/ 347 w 350"/>
                <a:gd name="T19" fmla="*/ 162 h 351"/>
                <a:gd name="T20" fmla="*/ 347 w 350"/>
                <a:gd name="T21" fmla="*/ 176 h 351"/>
                <a:gd name="T22" fmla="*/ 175 w 350"/>
                <a:gd name="T23" fmla="*/ 348 h 351"/>
                <a:gd name="T24" fmla="*/ 161 w 350"/>
                <a:gd name="T25" fmla="*/ 348 h 351"/>
                <a:gd name="T26" fmla="*/ 3 w 350"/>
                <a:gd name="T27" fmla="*/ 190 h 351"/>
                <a:gd name="T28" fmla="*/ 0 w 350"/>
                <a:gd name="T29" fmla="*/ 183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2" y="25"/>
                  </a:moveTo>
                  <a:lnTo>
                    <a:pt x="24" y="183"/>
                  </a:lnTo>
                  <a:lnTo>
                    <a:pt x="168" y="327"/>
                  </a:lnTo>
                  <a:lnTo>
                    <a:pt x="326" y="169"/>
                  </a:lnTo>
                  <a:lnTo>
                    <a:pt x="182" y="25"/>
                  </a:lnTo>
                  <a:close/>
                  <a:moveTo>
                    <a:pt x="0" y="183"/>
                  </a:moveTo>
                  <a:cubicBezTo>
                    <a:pt x="0" y="180"/>
                    <a:pt x="2" y="177"/>
                    <a:pt x="3" y="176"/>
                  </a:cubicBezTo>
                  <a:lnTo>
                    <a:pt x="175" y="4"/>
                  </a:lnTo>
                  <a:cubicBezTo>
                    <a:pt x="179" y="0"/>
                    <a:pt x="185" y="0"/>
                    <a:pt x="189" y="4"/>
                  </a:cubicBezTo>
                  <a:lnTo>
                    <a:pt x="347" y="162"/>
                  </a:lnTo>
                  <a:cubicBezTo>
                    <a:pt x="350" y="166"/>
                    <a:pt x="350" y="173"/>
                    <a:pt x="347" y="176"/>
                  </a:cubicBezTo>
                  <a:lnTo>
                    <a:pt x="175" y="348"/>
                  </a:lnTo>
                  <a:cubicBezTo>
                    <a:pt x="171" y="351"/>
                    <a:pt x="165" y="351"/>
                    <a:pt x="161" y="348"/>
                  </a:cubicBezTo>
                  <a:lnTo>
                    <a:pt x="3" y="190"/>
                  </a:lnTo>
                  <a:cubicBezTo>
                    <a:pt x="2" y="188"/>
                    <a:pt x="0" y="185"/>
                    <a:pt x="0" y="18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9" name="Freeform 209"/>
            <p:cNvSpPr>
              <a:spLocks noEditPoints="1"/>
            </p:cNvSpPr>
            <p:nvPr/>
          </p:nvSpPr>
          <p:spPr bwMode="auto">
            <a:xfrm>
              <a:off x="16643674" y="3642955"/>
              <a:ext cx="177800" cy="177800"/>
            </a:xfrm>
            <a:custGeom>
              <a:avLst/>
              <a:gdLst>
                <a:gd name="T0" fmla="*/ 252 w 423"/>
                <a:gd name="T1" fmla="*/ 24 h 423"/>
                <a:gd name="T2" fmla="*/ 24 w 423"/>
                <a:gd name="T3" fmla="*/ 253 h 423"/>
                <a:gd name="T4" fmla="*/ 169 w 423"/>
                <a:gd name="T5" fmla="*/ 399 h 423"/>
                <a:gd name="T6" fmla="*/ 398 w 423"/>
                <a:gd name="T7" fmla="*/ 170 h 423"/>
                <a:gd name="T8" fmla="*/ 252 w 423"/>
                <a:gd name="T9" fmla="*/ 24 h 423"/>
                <a:gd name="T10" fmla="*/ 0 w 423"/>
                <a:gd name="T11" fmla="*/ 253 h 423"/>
                <a:gd name="T12" fmla="*/ 3 w 423"/>
                <a:gd name="T13" fmla="*/ 246 h 423"/>
                <a:gd name="T14" fmla="*/ 245 w 423"/>
                <a:gd name="T15" fmla="*/ 3 h 423"/>
                <a:gd name="T16" fmla="*/ 259 w 423"/>
                <a:gd name="T17" fmla="*/ 3 h 423"/>
                <a:gd name="T18" fmla="*/ 419 w 423"/>
                <a:gd name="T19" fmla="*/ 163 h 423"/>
                <a:gd name="T20" fmla="*/ 419 w 423"/>
                <a:gd name="T21" fmla="*/ 177 h 423"/>
                <a:gd name="T22" fmla="*/ 176 w 423"/>
                <a:gd name="T23" fmla="*/ 420 h 423"/>
                <a:gd name="T24" fmla="*/ 169 w 423"/>
                <a:gd name="T25" fmla="*/ 423 h 423"/>
                <a:gd name="T26" fmla="*/ 163 w 423"/>
                <a:gd name="T27" fmla="*/ 420 h 423"/>
                <a:gd name="T28" fmla="*/ 3 w 423"/>
                <a:gd name="T29" fmla="*/ 260 h 423"/>
                <a:gd name="T30" fmla="*/ 0 w 423"/>
                <a:gd name="T31" fmla="*/ 25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3" h="423">
                  <a:moveTo>
                    <a:pt x="252" y="24"/>
                  </a:moveTo>
                  <a:lnTo>
                    <a:pt x="24" y="253"/>
                  </a:lnTo>
                  <a:lnTo>
                    <a:pt x="169" y="399"/>
                  </a:lnTo>
                  <a:lnTo>
                    <a:pt x="398" y="170"/>
                  </a:lnTo>
                  <a:lnTo>
                    <a:pt x="252" y="24"/>
                  </a:lnTo>
                  <a:close/>
                  <a:moveTo>
                    <a:pt x="0" y="253"/>
                  </a:moveTo>
                  <a:cubicBezTo>
                    <a:pt x="0" y="251"/>
                    <a:pt x="1" y="248"/>
                    <a:pt x="3" y="246"/>
                  </a:cubicBezTo>
                  <a:lnTo>
                    <a:pt x="245" y="3"/>
                  </a:lnTo>
                  <a:cubicBezTo>
                    <a:pt x="249" y="0"/>
                    <a:pt x="255" y="0"/>
                    <a:pt x="259" y="3"/>
                  </a:cubicBezTo>
                  <a:lnTo>
                    <a:pt x="419" y="163"/>
                  </a:lnTo>
                  <a:cubicBezTo>
                    <a:pt x="423" y="167"/>
                    <a:pt x="423" y="173"/>
                    <a:pt x="419" y="177"/>
                  </a:cubicBezTo>
                  <a:lnTo>
                    <a:pt x="176" y="420"/>
                  </a:lnTo>
                  <a:cubicBezTo>
                    <a:pt x="175" y="422"/>
                    <a:pt x="172" y="423"/>
                    <a:pt x="169" y="423"/>
                  </a:cubicBezTo>
                  <a:cubicBezTo>
                    <a:pt x="167" y="423"/>
                    <a:pt x="164" y="422"/>
                    <a:pt x="163" y="420"/>
                  </a:cubicBezTo>
                  <a:lnTo>
                    <a:pt x="3" y="260"/>
                  </a:lnTo>
                  <a:cubicBezTo>
                    <a:pt x="1" y="258"/>
                    <a:pt x="0" y="256"/>
                    <a:pt x="0" y="25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0" name="Freeform 210"/>
            <p:cNvSpPr>
              <a:spLocks noEditPoints="1"/>
            </p:cNvSpPr>
            <p:nvPr/>
          </p:nvSpPr>
          <p:spPr bwMode="auto">
            <a:xfrm>
              <a:off x="16578586" y="3750905"/>
              <a:ext cx="165100" cy="165100"/>
            </a:xfrm>
            <a:custGeom>
              <a:avLst/>
              <a:gdLst>
                <a:gd name="T0" fmla="*/ 181 w 391"/>
                <a:gd name="T1" fmla="*/ 24 h 391"/>
                <a:gd name="T2" fmla="*/ 24 w 391"/>
                <a:gd name="T3" fmla="*/ 182 h 391"/>
                <a:gd name="T4" fmla="*/ 209 w 391"/>
                <a:gd name="T5" fmla="*/ 367 h 391"/>
                <a:gd name="T6" fmla="*/ 367 w 391"/>
                <a:gd name="T7" fmla="*/ 210 h 391"/>
                <a:gd name="T8" fmla="*/ 181 w 391"/>
                <a:gd name="T9" fmla="*/ 24 h 391"/>
                <a:gd name="T10" fmla="*/ 0 w 391"/>
                <a:gd name="T11" fmla="*/ 182 h 391"/>
                <a:gd name="T12" fmla="*/ 3 w 391"/>
                <a:gd name="T13" fmla="*/ 175 h 391"/>
                <a:gd name="T14" fmla="*/ 174 w 391"/>
                <a:gd name="T15" fmla="*/ 3 h 391"/>
                <a:gd name="T16" fmla="*/ 181 w 391"/>
                <a:gd name="T17" fmla="*/ 0 h 391"/>
                <a:gd name="T18" fmla="*/ 188 w 391"/>
                <a:gd name="T19" fmla="*/ 3 h 391"/>
                <a:gd name="T20" fmla="*/ 388 w 391"/>
                <a:gd name="T21" fmla="*/ 203 h 391"/>
                <a:gd name="T22" fmla="*/ 388 w 391"/>
                <a:gd name="T23" fmla="*/ 217 h 391"/>
                <a:gd name="T24" fmla="*/ 216 w 391"/>
                <a:gd name="T25" fmla="*/ 388 h 391"/>
                <a:gd name="T26" fmla="*/ 209 w 391"/>
                <a:gd name="T27" fmla="*/ 391 h 391"/>
                <a:gd name="T28" fmla="*/ 202 w 391"/>
                <a:gd name="T29" fmla="*/ 388 h 391"/>
                <a:gd name="T30" fmla="*/ 3 w 391"/>
                <a:gd name="T31" fmla="*/ 189 h 391"/>
                <a:gd name="T32" fmla="*/ 0 w 391"/>
                <a:gd name="T33" fmla="*/ 18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1" h="391">
                  <a:moveTo>
                    <a:pt x="181" y="24"/>
                  </a:moveTo>
                  <a:lnTo>
                    <a:pt x="24" y="182"/>
                  </a:lnTo>
                  <a:lnTo>
                    <a:pt x="209" y="367"/>
                  </a:lnTo>
                  <a:lnTo>
                    <a:pt x="367" y="210"/>
                  </a:lnTo>
                  <a:lnTo>
                    <a:pt x="181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6"/>
                    <a:pt x="3" y="175"/>
                  </a:cubicBezTo>
                  <a:lnTo>
                    <a:pt x="174" y="3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88" y="203"/>
                  </a:lnTo>
                  <a:cubicBezTo>
                    <a:pt x="391" y="207"/>
                    <a:pt x="391" y="213"/>
                    <a:pt x="388" y="217"/>
                  </a:cubicBezTo>
                  <a:lnTo>
                    <a:pt x="216" y="388"/>
                  </a:lnTo>
                  <a:cubicBezTo>
                    <a:pt x="214" y="390"/>
                    <a:pt x="212" y="391"/>
                    <a:pt x="209" y="391"/>
                  </a:cubicBezTo>
                  <a:cubicBezTo>
                    <a:pt x="207" y="391"/>
                    <a:pt x="204" y="390"/>
                    <a:pt x="202" y="388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1" name="Freeform 211"/>
            <p:cNvSpPr>
              <a:spLocks noEditPoints="1"/>
            </p:cNvSpPr>
            <p:nvPr/>
          </p:nvSpPr>
          <p:spPr bwMode="auto">
            <a:xfrm>
              <a:off x="16491274" y="3662005"/>
              <a:ext cx="147638" cy="149225"/>
            </a:xfrm>
            <a:custGeom>
              <a:avLst/>
              <a:gdLst>
                <a:gd name="T0" fmla="*/ 181 w 349"/>
                <a:gd name="T1" fmla="*/ 25 h 351"/>
                <a:gd name="T2" fmla="*/ 23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3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7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2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2" name="Freeform 212"/>
            <p:cNvSpPr>
              <a:spLocks noEditPoints="1"/>
            </p:cNvSpPr>
            <p:nvPr/>
          </p:nvSpPr>
          <p:spPr bwMode="auto">
            <a:xfrm>
              <a:off x="16397611" y="3755667"/>
              <a:ext cx="223838" cy="223838"/>
            </a:xfrm>
            <a:custGeom>
              <a:avLst/>
              <a:gdLst>
                <a:gd name="T0" fmla="*/ 181 w 530"/>
                <a:gd name="T1" fmla="*/ 25 h 530"/>
                <a:gd name="T2" fmla="*/ 24 w 530"/>
                <a:gd name="T3" fmla="*/ 182 h 530"/>
                <a:gd name="T4" fmla="*/ 348 w 530"/>
                <a:gd name="T5" fmla="*/ 506 h 530"/>
                <a:gd name="T6" fmla="*/ 505 w 530"/>
                <a:gd name="T7" fmla="*/ 348 h 530"/>
                <a:gd name="T8" fmla="*/ 181 w 530"/>
                <a:gd name="T9" fmla="*/ 25 h 530"/>
                <a:gd name="T10" fmla="*/ 0 w 530"/>
                <a:gd name="T11" fmla="*/ 182 h 530"/>
                <a:gd name="T12" fmla="*/ 3 w 530"/>
                <a:gd name="T13" fmla="*/ 175 h 530"/>
                <a:gd name="T14" fmla="*/ 174 w 530"/>
                <a:gd name="T15" fmla="*/ 4 h 530"/>
                <a:gd name="T16" fmla="*/ 188 w 530"/>
                <a:gd name="T17" fmla="*/ 4 h 530"/>
                <a:gd name="T18" fmla="*/ 526 w 530"/>
                <a:gd name="T19" fmla="*/ 341 h 530"/>
                <a:gd name="T20" fmla="*/ 526 w 530"/>
                <a:gd name="T21" fmla="*/ 355 h 530"/>
                <a:gd name="T22" fmla="*/ 355 w 530"/>
                <a:gd name="T23" fmla="*/ 526 h 530"/>
                <a:gd name="T24" fmla="*/ 341 w 530"/>
                <a:gd name="T25" fmla="*/ 526 h 530"/>
                <a:gd name="T26" fmla="*/ 3 w 530"/>
                <a:gd name="T27" fmla="*/ 189 h 530"/>
                <a:gd name="T28" fmla="*/ 0 w 530"/>
                <a:gd name="T29" fmla="*/ 1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0" h="530">
                  <a:moveTo>
                    <a:pt x="181" y="25"/>
                  </a:moveTo>
                  <a:lnTo>
                    <a:pt x="24" y="182"/>
                  </a:lnTo>
                  <a:lnTo>
                    <a:pt x="348" y="506"/>
                  </a:lnTo>
                  <a:lnTo>
                    <a:pt x="505" y="348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526" y="341"/>
                  </a:lnTo>
                  <a:cubicBezTo>
                    <a:pt x="530" y="345"/>
                    <a:pt x="530" y="352"/>
                    <a:pt x="526" y="355"/>
                  </a:cubicBezTo>
                  <a:lnTo>
                    <a:pt x="355" y="526"/>
                  </a:lnTo>
                  <a:cubicBezTo>
                    <a:pt x="351" y="530"/>
                    <a:pt x="345" y="530"/>
                    <a:pt x="341" y="526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3" name="Freeform 213"/>
            <p:cNvSpPr>
              <a:spLocks noEditPoints="1"/>
            </p:cNvSpPr>
            <p:nvPr/>
          </p:nvSpPr>
          <p:spPr bwMode="auto">
            <a:xfrm>
              <a:off x="16169011" y="4376380"/>
              <a:ext cx="182563" cy="161925"/>
            </a:xfrm>
            <a:custGeom>
              <a:avLst/>
              <a:gdLst>
                <a:gd name="T0" fmla="*/ 50 w 433"/>
                <a:gd name="T1" fmla="*/ 152 h 383"/>
                <a:gd name="T2" fmla="*/ 24 w 433"/>
                <a:gd name="T3" fmla="*/ 178 h 383"/>
                <a:gd name="T4" fmla="*/ 204 w 433"/>
                <a:gd name="T5" fmla="*/ 358 h 383"/>
                <a:gd name="T6" fmla="*/ 237 w 433"/>
                <a:gd name="T7" fmla="*/ 325 h 383"/>
                <a:gd name="T8" fmla="*/ 251 w 433"/>
                <a:gd name="T9" fmla="*/ 325 h 383"/>
                <a:gd name="T10" fmla="*/ 256 w 433"/>
                <a:gd name="T11" fmla="*/ 330 h 383"/>
                <a:gd name="T12" fmla="*/ 409 w 433"/>
                <a:gd name="T13" fmla="*/ 177 h 383"/>
                <a:gd name="T14" fmla="*/ 256 w 433"/>
                <a:gd name="T15" fmla="*/ 24 h 383"/>
                <a:gd name="T16" fmla="*/ 96 w 433"/>
                <a:gd name="T17" fmla="*/ 184 h 383"/>
                <a:gd name="T18" fmla="*/ 82 w 433"/>
                <a:gd name="T19" fmla="*/ 184 h 383"/>
                <a:gd name="T20" fmla="*/ 50 w 433"/>
                <a:gd name="T21" fmla="*/ 152 h 383"/>
                <a:gd name="T22" fmla="*/ 0 w 433"/>
                <a:gd name="T23" fmla="*/ 178 h 383"/>
                <a:gd name="T24" fmla="*/ 3 w 433"/>
                <a:gd name="T25" fmla="*/ 171 h 383"/>
                <a:gd name="T26" fmla="*/ 43 w 433"/>
                <a:gd name="T27" fmla="*/ 131 h 383"/>
                <a:gd name="T28" fmla="*/ 57 w 433"/>
                <a:gd name="T29" fmla="*/ 131 h 383"/>
                <a:gd name="T30" fmla="*/ 89 w 433"/>
                <a:gd name="T31" fmla="*/ 163 h 383"/>
                <a:gd name="T32" fmla="*/ 249 w 433"/>
                <a:gd name="T33" fmla="*/ 3 h 383"/>
                <a:gd name="T34" fmla="*/ 263 w 433"/>
                <a:gd name="T35" fmla="*/ 3 h 383"/>
                <a:gd name="T36" fmla="*/ 430 w 433"/>
                <a:gd name="T37" fmla="*/ 170 h 383"/>
                <a:gd name="T38" fmla="*/ 430 w 433"/>
                <a:gd name="T39" fmla="*/ 184 h 383"/>
                <a:gd name="T40" fmla="*/ 263 w 433"/>
                <a:gd name="T41" fmla="*/ 351 h 383"/>
                <a:gd name="T42" fmla="*/ 256 w 433"/>
                <a:gd name="T43" fmla="*/ 354 h 383"/>
                <a:gd name="T44" fmla="*/ 249 w 433"/>
                <a:gd name="T45" fmla="*/ 351 h 383"/>
                <a:gd name="T46" fmla="*/ 244 w 433"/>
                <a:gd name="T47" fmla="*/ 346 h 383"/>
                <a:gd name="T48" fmla="*/ 211 w 433"/>
                <a:gd name="T49" fmla="*/ 379 h 383"/>
                <a:gd name="T50" fmla="*/ 197 w 433"/>
                <a:gd name="T51" fmla="*/ 379 h 383"/>
                <a:gd name="T52" fmla="*/ 3 w 433"/>
                <a:gd name="T53" fmla="*/ 185 h 383"/>
                <a:gd name="T54" fmla="*/ 0 w 433"/>
                <a:gd name="T55" fmla="*/ 178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33" h="383">
                  <a:moveTo>
                    <a:pt x="50" y="152"/>
                  </a:moveTo>
                  <a:lnTo>
                    <a:pt x="24" y="178"/>
                  </a:lnTo>
                  <a:lnTo>
                    <a:pt x="204" y="358"/>
                  </a:lnTo>
                  <a:lnTo>
                    <a:pt x="237" y="325"/>
                  </a:lnTo>
                  <a:cubicBezTo>
                    <a:pt x="241" y="322"/>
                    <a:pt x="247" y="322"/>
                    <a:pt x="251" y="325"/>
                  </a:cubicBezTo>
                  <a:lnTo>
                    <a:pt x="256" y="330"/>
                  </a:lnTo>
                  <a:lnTo>
                    <a:pt x="409" y="177"/>
                  </a:lnTo>
                  <a:lnTo>
                    <a:pt x="256" y="24"/>
                  </a:lnTo>
                  <a:lnTo>
                    <a:pt x="96" y="184"/>
                  </a:lnTo>
                  <a:cubicBezTo>
                    <a:pt x="92" y="188"/>
                    <a:pt x="86" y="188"/>
                    <a:pt x="82" y="184"/>
                  </a:cubicBezTo>
                  <a:lnTo>
                    <a:pt x="50" y="152"/>
                  </a:lnTo>
                  <a:close/>
                  <a:moveTo>
                    <a:pt x="0" y="178"/>
                  </a:moveTo>
                  <a:cubicBezTo>
                    <a:pt x="0" y="175"/>
                    <a:pt x="1" y="173"/>
                    <a:pt x="3" y="171"/>
                  </a:cubicBezTo>
                  <a:lnTo>
                    <a:pt x="43" y="131"/>
                  </a:lnTo>
                  <a:cubicBezTo>
                    <a:pt x="47" y="127"/>
                    <a:pt x="53" y="127"/>
                    <a:pt x="57" y="131"/>
                  </a:cubicBezTo>
                  <a:lnTo>
                    <a:pt x="89" y="163"/>
                  </a:lnTo>
                  <a:lnTo>
                    <a:pt x="249" y="3"/>
                  </a:lnTo>
                  <a:cubicBezTo>
                    <a:pt x="253" y="0"/>
                    <a:pt x="259" y="0"/>
                    <a:pt x="263" y="3"/>
                  </a:cubicBezTo>
                  <a:lnTo>
                    <a:pt x="430" y="170"/>
                  </a:lnTo>
                  <a:cubicBezTo>
                    <a:pt x="433" y="174"/>
                    <a:pt x="433" y="180"/>
                    <a:pt x="430" y="184"/>
                  </a:cubicBezTo>
                  <a:lnTo>
                    <a:pt x="263" y="351"/>
                  </a:lnTo>
                  <a:cubicBezTo>
                    <a:pt x="261" y="353"/>
                    <a:pt x="258" y="354"/>
                    <a:pt x="256" y="354"/>
                  </a:cubicBezTo>
                  <a:cubicBezTo>
                    <a:pt x="253" y="354"/>
                    <a:pt x="251" y="353"/>
                    <a:pt x="249" y="351"/>
                  </a:cubicBezTo>
                  <a:lnTo>
                    <a:pt x="244" y="346"/>
                  </a:lnTo>
                  <a:lnTo>
                    <a:pt x="211" y="379"/>
                  </a:lnTo>
                  <a:cubicBezTo>
                    <a:pt x="207" y="383"/>
                    <a:pt x="201" y="383"/>
                    <a:pt x="197" y="379"/>
                  </a:cubicBezTo>
                  <a:lnTo>
                    <a:pt x="3" y="185"/>
                  </a:lnTo>
                  <a:cubicBezTo>
                    <a:pt x="1" y="183"/>
                    <a:pt x="0" y="181"/>
                    <a:pt x="0" y="17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4" name="Freeform 214"/>
            <p:cNvSpPr>
              <a:spLocks noEditPoints="1"/>
            </p:cNvSpPr>
            <p:nvPr/>
          </p:nvSpPr>
          <p:spPr bwMode="auto">
            <a:xfrm>
              <a:off x="19183674" y="990242"/>
              <a:ext cx="149225" cy="147638"/>
            </a:xfrm>
            <a:custGeom>
              <a:avLst/>
              <a:gdLst>
                <a:gd name="T0" fmla="*/ 182 w 350"/>
                <a:gd name="T1" fmla="*/ 24 h 349"/>
                <a:gd name="T2" fmla="*/ 24 w 350"/>
                <a:gd name="T3" fmla="*/ 182 h 349"/>
                <a:gd name="T4" fmla="*/ 168 w 350"/>
                <a:gd name="T5" fmla="*/ 326 h 349"/>
                <a:gd name="T6" fmla="*/ 326 w 350"/>
                <a:gd name="T7" fmla="*/ 168 h 349"/>
                <a:gd name="T8" fmla="*/ 182 w 350"/>
                <a:gd name="T9" fmla="*/ 24 h 349"/>
                <a:gd name="T10" fmla="*/ 0 w 350"/>
                <a:gd name="T11" fmla="*/ 182 h 349"/>
                <a:gd name="T12" fmla="*/ 3 w 350"/>
                <a:gd name="T13" fmla="*/ 175 h 349"/>
                <a:gd name="T14" fmla="*/ 175 w 350"/>
                <a:gd name="T15" fmla="*/ 3 h 349"/>
                <a:gd name="T16" fmla="*/ 182 w 350"/>
                <a:gd name="T17" fmla="*/ 0 h 349"/>
                <a:gd name="T18" fmla="*/ 189 w 350"/>
                <a:gd name="T19" fmla="*/ 3 h 349"/>
                <a:gd name="T20" fmla="*/ 347 w 350"/>
                <a:gd name="T21" fmla="*/ 161 h 349"/>
                <a:gd name="T22" fmla="*/ 347 w 350"/>
                <a:gd name="T23" fmla="*/ 175 h 349"/>
                <a:gd name="T24" fmla="*/ 175 w 350"/>
                <a:gd name="T25" fmla="*/ 347 h 349"/>
                <a:gd name="T26" fmla="*/ 168 w 350"/>
                <a:gd name="T27" fmla="*/ 349 h 349"/>
                <a:gd name="T28" fmla="*/ 161 w 350"/>
                <a:gd name="T29" fmla="*/ 347 h 349"/>
                <a:gd name="T30" fmla="*/ 3 w 350"/>
                <a:gd name="T31" fmla="*/ 189 h 349"/>
                <a:gd name="T32" fmla="*/ 0 w 350"/>
                <a:gd name="T33" fmla="*/ 18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2" y="24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6" y="168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5" y="3"/>
                  </a:lnTo>
                  <a:cubicBezTo>
                    <a:pt x="177" y="1"/>
                    <a:pt x="179" y="0"/>
                    <a:pt x="182" y="0"/>
                  </a:cubicBezTo>
                  <a:cubicBezTo>
                    <a:pt x="184" y="0"/>
                    <a:pt x="187" y="1"/>
                    <a:pt x="189" y="3"/>
                  </a:cubicBezTo>
                  <a:lnTo>
                    <a:pt x="347" y="161"/>
                  </a:lnTo>
                  <a:cubicBezTo>
                    <a:pt x="350" y="165"/>
                    <a:pt x="350" y="171"/>
                    <a:pt x="347" y="175"/>
                  </a:cubicBezTo>
                  <a:lnTo>
                    <a:pt x="175" y="347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6" y="349"/>
                    <a:pt x="163" y="348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5" name="Freeform 215"/>
            <p:cNvSpPr>
              <a:spLocks noEditPoints="1"/>
            </p:cNvSpPr>
            <p:nvPr/>
          </p:nvSpPr>
          <p:spPr bwMode="auto">
            <a:xfrm>
              <a:off x="19267811" y="907692"/>
              <a:ext cx="147638" cy="146050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4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6" name="Freeform 216"/>
            <p:cNvSpPr>
              <a:spLocks noEditPoints="1"/>
            </p:cNvSpPr>
            <p:nvPr/>
          </p:nvSpPr>
          <p:spPr bwMode="auto">
            <a:xfrm>
              <a:off x="18926499" y="1249005"/>
              <a:ext cx="147638" cy="147638"/>
            </a:xfrm>
            <a:custGeom>
              <a:avLst/>
              <a:gdLst>
                <a:gd name="T0" fmla="*/ 181 w 350"/>
                <a:gd name="T1" fmla="*/ 25 h 351"/>
                <a:gd name="T2" fmla="*/ 24 w 350"/>
                <a:gd name="T3" fmla="*/ 182 h 351"/>
                <a:gd name="T4" fmla="*/ 168 w 350"/>
                <a:gd name="T5" fmla="*/ 326 h 351"/>
                <a:gd name="T6" fmla="*/ 325 w 350"/>
                <a:gd name="T7" fmla="*/ 169 h 351"/>
                <a:gd name="T8" fmla="*/ 181 w 350"/>
                <a:gd name="T9" fmla="*/ 25 h 351"/>
                <a:gd name="T10" fmla="*/ 0 w 350"/>
                <a:gd name="T11" fmla="*/ 182 h 351"/>
                <a:gd name="T12" fmla="*/ 3 w 350"/>
                <a:gd name="T13" fmla="*/ 175 h 351"/>
                <a:gd name="T14" fmla="*/ 174 w 350"/>
                <a:gd name="T15" fmla="*/ 4 h 351"/>
                <a:gd name="T16" fmla="*/ 188 w 350"/>
                <a:gd name="T17" fmla="*/ 4 h 351"/>
                <a:gd name="T18" fmla="*/ 346 w 350"/>
                <a:gd name="T19" fmla="*/ 162 h 351"/>
                <a:gd name="T20" fmla="*/ 346 w 350"/>
                <a:gd name="T21" fmla="*/ 176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50" y="166"/>
                    <a:pt x="350" y="172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7" name="Freeform 217"/>
            <p:cNvSpPr>
              <a:spLocks noEditPoints="1"/>
            </p:cNvSpPr>
            <p:nvPr/>
          </p:nvSpPr>
          <p:spPr bwMode="auto">
            <a:xfrm>
              <a:off x="19004286" y="1326792"/>
              <a:ext cx="147638" cy="147638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5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8" name="Freeform 218"/>
            <p:cNvSpPr>
              <a:spLocks noEditPoints="1"/>
            </p:cNvSpPr>
            <p:nvPr/>
          </p:nvSpPr>
          <p:spPr bwMode="auto">
            <a:xfrm>
              <a:off x="18915386" y="1404580"/>
              <a:ext cx="173038" cy="173038"/>
            </a:xfrm>
            <a:custGeom>
              <a:avLst/>
              <a:gdLst>
                <a:gd name="T0" fmla="*/ 234 w 410"/>
                <a:gd name="T1" fmla="*/ 24 h 410"/>
                <a:gd name="T2" fmla="*/ 23 w 410"/>
                <a:gd name="T3" fmla="*/ 235 h 410"/>
                <a:gd name="T4" fmla="*/ 163 w 410"/>
                <a:gd name="T5" fmla="*/ 375 h 410"/>
                <a:gd name="T6" fmla="*/ 178 w 410"/>
                <a:gd name="T7" fmla="*/ 361 h 410"/>
                <a:gd name="T8" fmla="*/ 185 w 410"/>
                <a:gd name="T9" fmla="*/ 358 h 410"/>
                <a:gd name="T10" fmla="*/ 192 w 410"/>
                <a:gd name="T11" fmla="*/ 361 h 410"/>
                <a:gd name="T12" fmla="*/ 218 w 410"/>
                <a:gd name="T13" fmla="*/ 387 h 410"/>
                <a:gd name="T14" fmla="*/ 386 w 410"/>
                <a:gd name="T15" fmla="*/ 218 h 410"/>
                <a:gd name="T16" fmla="*/ 360 w 410"/>
                <a:gd name="T17" fmla="*/ 192 h 410"/>
                <a:gd name="T18" fmla="*/ 357 w 410"/>
                <a:gd name="T19" fmla="*/ 185 h 410"/>
                <a:gd name="T20" fmla="*/ 360 w 410"/>
                <a:gd name="T21" fmla="*/ 178 h 410"/>
                <a:gd name="T22" fmla="*/ 374 w 410"/>
                <a:gd name="T23" fmla="*/ 164 h 410"/>
                <a:gd name="T24" fmla="*/ 234 w 410"/>
                <a:gd name="T25" fmla="*/ 24 h 410"/>
                <a:gd name="T26" fmla="*/ 0 w 410"/>
                <a:gd name="T27" fmla="*/ 235 h 410"/>
                <a:gd name="T28" fmla="*/ 3 w 410"/>
                <a:gd name="T29" fmla="*/ 228 h 410"/>
                <a:gd name="T30" fmla="*/ 227 w 410"/>
                <a:gd name="T31" fmla="*/ 3 h 410"/>
                <a:gd name="T32" fmla="*/ 241 w 410"/>
                <a:gd name="T33" fmla="*/ 3 h 410"/>
                <a:gd name="T34" fmla="*/ 395 w 410"/>
                <a:gd name="T35" fmla="*/ 157 h 410"/>
                <a:gd name="T36" fmla="*/ 398 w 410"/>
                <a:gd name="T37" fmla="*/ 164 h 410"/>
                <a:gd name="T38" fmla="*/ 395 w 410"/>
                <a:gd name="T39" fmla="*/ 171 h 410"/>
                <a:gd name="T40" fmla="*/ 380 w 410"/>
                <a:gd name="T41" fmla="*/ 185 h 410"/>
                <a:gd name="T42" fmla="*/ 407 w 410"/>
                <a:gd name="T43" fmla="*/ 211 h 410"/>
                <a:gd name="T44" fmla="*/ 407 w 410"/>
                <a:gd name="T45" fmla="*/ 225 h 410"/>
                <a:gd name="T46" fmla="*/ 225 w 410"/>
                <a:gd name="T47" fmla="*/ 408 h 410"/>
                <a:gd name="T48" fmla="*/ 218 w 410"/>
                <a:gd name="T49" fmla="*/ 410 h 410"/>
                <a:gd name="T50" fmla="*/ 211 w 410"/>
                <a:gd name="T51" fmla="*/ 408 h 410"/>
                <a:gd name="T52" fmla="*/ 185 w 410"/>
                <a:gd name="T53" fmla="*/ 381 h 410"/>
                <a:gd name="T54" fmla="*/ 170 w 410"/>
                <a:gd name="T55" fmla="*/ 396 h 410"/>
                <a:gd name="T56" fmla="*/ 156 w 410"/>
                <a:gd name="T57" fmla="*/ 396 h 410"/>
                <a:gd name="T58" fmla="*/ 3 w 410"/>
                <a:gd name="T59" fmla="*/ 242 h 410"/>
                <a:gd name="T60" fmla="*/ 0 w 410"/>
                <a:gd name="T61" fmla="*/ 235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0" h="410">
                  <a:moveTo>
                    <a:pt x="234" y="24"/>
                  </a:moveTo>
                  <a:lnTo>
                    <a:pt x="23" y="235"/>
                  </a:lnTo>
                  <a:lnTo>
                    <a:pt x="163" y="375"/>
                  </a:lnTo>
                  <a:lnTo>
                    <a:pt x="178" y="361"/>
                  </a:lnTo>
                  <a:cubicBezTo>
                    <a:pt x="180" y="359"/>
                    <a:pt x="182" y="358"/>
                    <a:pt x="185" y="358"/>
                  </a:cubicBezTo>
                  <a:cubicBezTo>
                    <a:pt x="187" y="358"/>
                    <a:pt x="190" y="359"/>
                    <a:pt x="192" y="361"/>
                  </a:cubicBezTo>
                  <a:lnTo>
                    <a:pt x="218" y="387"/>
                  </a:lnTo>
                  <a:lnTo>
                    <a:pt x="386" y="218"/>
                  </a:lnTo>
                  <a:lnTo>
                    <a:pt x="360" y="192"/>
                  </a:lnTo>
                  <a:cubicBezTo>
                    <a:pt x="358" y="190"/>
                    <a:pt x="357" y="188"/>
                    <a:pt x="357" y="185"/>
                  </a:cubicBezTo>
                  <a:cubicBezTo>
                    <a:pt x="357" y="183"/>
                    <a:pt x="358" y="180"/>
                    <a:pt x="360" y="178"/>
                  </a:cubicBezTo>
                  <a:lnTo>
                    <a:pt x="374" y="164"/>
                  </a:lnTo>
                  <a:lnTo>
                    <a:pt x="234" y="24"/>
                  </a:lnTo>
                  <a:close/>
                  <a:moveTo>
                    <a:pt x="0" y="235"/>
                  </a:moveTo>
                  <a:cubicBezTo>
                    <a:pt x="0" y="233"/>
                    <a:pt x="1" y="230"/>
                    <a:pt x="3" y="228"/>
                  </a:cubicBezTo>
                  <a:lnTo>
                    <a:pt x="227" y="3"/>
                  </a:lnTo>
                  <a:cubicBezTo>
                    <a:pt x="231" y="0"/>
                    <a:pt x="237" y="0"/>
                    <a:pt x="241" y="3"/>
                  </a:cubicBezTo>
                  <a:lnTo>
                    <a:pt x="395" y="157"/>
                  </a:lnTo>
                  <a:cubicBezTo>
                    <a:pt x="397" y="159"/>
                    <a:pt x="398" y="161"/>
                    <a:pt x="398" y="164"/>
                  </a:cubicBezTo>
                  <a:cubicBezTo>
                    <a:pt x="398" y="167"/>
                    <a:pt x="397" y="169"/>
                    <a:pt x="395" y="171"/>
                  </a:cubicBezTo>
                  <a:lnTo>
                    <a:pt x="380" y="185"/>
                  </a:lnTo>
                  <a:lnTo>
                    <a:pt x="407" y="211"/>
                  </a:lnTo>
                  <a:cubicBezTo>
                    <a:pt x="410" y="215"/>
                    <a:pt x="410" y="222"/>
                    <a:pt x="407" y="225"/>
                  </a:cubicBezTo>
                  <a:lnTo>
                    <a:pt x="225" y="408"/>
                  </a:lnTo>
                  <a:cubicBezTo>
                    <a:pt x="223" y="409"/>
                    <a:pt x="221" y="410"/>
                    <a:pt x="218" y="410"/>
                  </a:cubicBezTo>
                  <a:cubicBezTo>
                    <a:pt x="215" y="410"/>
                    <a:pt x="213" y="409"/>
                    <a:pt x="211" y="408"/>
                  </a:cubicBezTo>
                  <a:lnTo>
                    <a:pt x="185" y="381"/>
                  </a:lnTo>
                  <a:lnTo>
                    <a:pt x="170" y="396"/>
                  </a:lnTo>
                  <a:cubicBezTo>
                    <a:pt x="167" y="400"/>
                    <a:pt x="160" y="400"/>
                    <a:pt x="156" y="396"/>
                  </a:cubicBezTo>
                  <a:lnTo>
                    <a:pt x="3" y="242"/>
                  </a:lnTo>
                  <a:cubicBezTo>
                    <a:pt x="1" y="241"/>
                    <a:pt x="0" y="238"/>
                    <a:pt x="0" y="23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9" name="Freeform 219"/>
            <p:cNvSpPr>
              <a:spLocks noEditPoints="1"/>
            </p:cNvSpPr>
            <p:nvPr/>
          </p:nvSpPr>
          <p:spPr bwMode="auto">
            <a:xfrm>
              <a:off x="18837599" y="1493480"/>
              <a:ext cx="149225" cy="147638"/>
            </a:xfrm>
            <a:custGeom>
              <a:avLst/>
              <a:gdLst>
                <a:gd name="T0" fmla="*/ 181 w 350"/>
                <a:gd name="T1" fmla="*/ 23 h 349"/>
                <a:gd name="T2" fmla="*/ 23 w 350"/>
                <a:gd name="T3" fmla="*/ 181 h 349"/>
                <a:gd name="T4" fmla="*/ 168 w 350"/>
                <a:gd name="T5" fmla="*/ 325 h 349"/>
                <a:gd name="T6" fmla="*/ 325 w 350"/>
                <a:gd name="T7" fmla="*/ 167 h 349"/>
                <a:gd name="T8" fmla="*/ 181 w 350"/>
                <a:gd name="T9" fmla="*/ 23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2 h 349"/>
                <a:gd name="T16" fmla="*/ 181 w 350"/>
                <a:gd name="T17" fmla="*/ 0 h 349"/>
                <a:gd name="T18" fmla="*/ 188 w 350"/>
                <a:gd name="T19" fmla="*/ 2 h 349"/>
                <a:gd name="T20" fmla="*/ 346 w 350"/>
                <a:gd name="T21" fmla="*/ 160 h 349"/>
                <a:gd name="T22" fmla="*/ 346 w 350"/>
                <a:gd name="T23" fmla="*/ 174 h 349"/>
                <a:gd name="T24" fmla="*/ 174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3"/>
                  </a:moveTo>
                  <a:lnTo>
                    <a:pt x="23" y="181"/>
                  </a:lnTo>
                  <a:lnTo>
                    <a:pt x="168" y="325"/>
                  </a:lnTo>
                  <a:lnTo>
                    <a:pt x="325" y="167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2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3" y="0"/>
                    <a:pt x="186" y="1"/>
                    <a:pt x="188" y="2"/>
                  </a:cubicBezTo>
                  <a:lnTo>
                    <a:pt x="346" y="160"/>
                  </a:lnTo>
                  <a:cubicBezTo>
                    <a:pt x="350" y="164"/>
                    <a:pt x="350" y="171"/>
                    <a:pt x="346" y="174"/>
                  </a:cubicBezTo>
                  <a:lnTo>
                    <a:pt x="174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2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0" name="Freeform 220"/>
            <p:cNvSpPr>
              <a:spLocks noEditPoints="1"/>
            </p:cNvSpPr>
            <p:nvPr/>
          </p:nvSpPr>
          <p:spPr bwMode="auto">
            <a:xfrm>
              <a:off x="16067411" y="4250967"/>
              <a:ext cx="161925" cy="184150"/>
            </a:xfrm>
            <a:custGeom>
              <a:avLst/>
              <a:gdLst>
                <a:gd name="T0" fmla="*/ 60 w 383"/>
                <a:gd name="T1" fmla="*/ 190 h 434"/>
                <a:gd name="T2" fmla="*/ 57 w 383"/>
                <a:gd name="T3" fmla="*/ 197 h 434"/>
                <a:gd name="T4" fmla="*/ 24 w 383"/>
                <a:gd name="T5" fmla="*/ 230 h 434"/>
                <a:gd name="T6" fmla="*/ 204 w 383"/>
                <a:gd name="T7" fmla="*/ 410 h 434"/>
                <a:gd name="T8" fmla="*/ 230 w 383"/>
                <a:gd name="T9" fmla="*/ 384 h 434"/>
                <a:gd name="T10" fmla="*/ 198 w 383"/>
                <a:gd name="T11" fmla="*/ 352 h 434"/>
                <a:gd name="T12" fmla="*/ 198 w 383"/>
                <a:gd name="T13" fmla="*/ 338 h 434"/>
                <a:gd name="T14" fmla="*/ 358 w 383"/>
                <a:gd name="T15" fmla="*/ 178 h 434"/>
                <a:gd name="T16" fmla="*/ 205 w 383"/>
                <a:gd name="T17" fmla="*/ 25 h 434"/>
                <a:gd name="T18" fmla="*/ 52 w 383"/>
                <a:gd name="T19" fmla="*/ 178 h 434"/>
                <a:gd name="T20" fmla="*/ 57 w 383"/>
                <a:gd name="T21" fmla="*/ 183 h 434"/>
                <a:gd name="T22" fmla="*/ 60 w 383"/>
                <a:gd name="T23" fmla="*/ 190 h 434"/>
                <a:gd name="T24" fmla="*/ 0 w 383"/>
                <a:gd name="T25" fmla="*/ 230 h 434"/>
                <a:gd name="T26" fmla="*/ 3 w 383"/>
                <a:gd name="T27" fmla="*/ 223 h 434"/>
                <a:gd name="T28" fmla="*/ 36 w 383"/>
                <a:gd name="T29" fmla="*/ 190 h 434"/>
                <a:gd name="T30" fmla="*/ 31 w 383"/>
                <a:gd name="T31" fmla="*/ 185 h 434"/>
                <a:gd name="T32" fmla="*/ 28 w 383"/>
                <a:gd name="T33" fmla="*/ 178 h 434"/>
                <a:gd name="T34" fmla="*/ 31 w 383"/>
                <a:gd name="T35" fmla="*/ 171 h 434"/>
                <a:gd name="T36" fmla="*/ 198 w 383"/>
                <a:gd name="T37" fmla="*/ 4 h 434"/>
                <a:gd name="T38" fmla="*/ 212 w 383"/>
                <a:gd name="T39" fmla="*/ 4 h 434"/>
                <a:gd name="T40" fmla="*/ 379 w 383"/>
                <a:gd name="T41" fmla="*/ 171 h 434"/>
                <a:gd name="T42" fmla="*/ 379 w 383"/>
                <a:gd name="T43" fmla="*/ 185 h 434"/>
                <a:gd name="T44" fmla="*/ 219 w 383"/>
                <a:gd name="T45" fmla="*/ 345 h 434"/>
                <a:gd name="T46" fmla="*/ 251 w 383"/>
                <a:gd name="T47" fmla="*/ 377 h 434"/>
                <a:gd name="T48" fmla="*/ 251 w 383"/>
                <a:gd name="T49" fmla="*/ 391 h 434"/>
                <a:gd name="T50" fmla="*/ 211 w 383"/>
                <a:gd name="T51" fmla="*/ 431 h 434"/>
                <a:gd name="T52" fmla="*/ 204 w 383"/>
                <a:gd name="T53" fmla="*/ 434 h 434"/>
                <a:gd name="T54" fmla="*/ 197 w 383"/>
                <a:gd name="T55" fmla="*/ 431 h 434"/>
                <a:gd name="T56" fmla="*/ 3 w 383"/>
                <a:gd name="T57" fmla="*/ 237 h 434"/>
                <a:gd name="T58" fmla="*/ 0 w 383"/>
                <a:gd name="T59" fmla="*/ 23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83" h="434">
                  <a:moveTo>
                    <a:pt x="60" y="190"/>
                  </a:moveTo>
                  <a:cubicBezTo>
                    <a:pt x="60" y="192"/>
                    <a:pt x="59" y="195"/>
                    <a:pt x="57" y="197"/>
                  </a:cubicBezTo>
                  <a:lnTo>
                    <a:pt x="24" y="230"/>
                  </a:lnTo>
                  <a:lnTo>
                    <a:pt x="204" y="410"/>
                  </a:lnTo>
                  <a:lnTo>
                    <a:pt x="230" y="384"/>
                  </a:lnTo>
                  <a:lnTo>
                    <a:pt x="198" y="352"/>
                  </a:lnTo>
                  <a:cubicBezTo>
                    <a:pt x="194" y="348"/>
                    <a:pt x="194" y="341"/>
                    <a:pt x="198" y="338"/>
                  </a:cubicBezTo>
                  <a:lnTo>
                    <a:pt x="358" y="178"/>
                  </a:lnTo>
                  <a:lnTo>
                    <a:pt x="205" y="25"/>
                  </a:lnTo>
                  <a:lnTo>
                    <a:pt x="52" y="178"/>
                  </a:lnTo>
                  <a:lnTo>
                    <a:pt x="57" y="183"/>
                  </a:lnTo>
                  <a:cubicBezTo>
                    <a:pt x="59" y="184"/>
                    <a:pt x="60" y="187"/>
                    <a:pt x="60" y="190"/>
                  </a:cubicBezTo>
                  <a:close/>
                  <a:moveTo>
                    <a:pt x="0" y="230"/>
                  </a:moveTo>
                  <a:cubicBezTo>
                    <a:pt x="0" y="227"/>
                    <a:pt x="1" y="224"/>
                    <a:pt x="3" y="223"/>
                  </a:cubicBezTo>
                  <a:lnTo>
                    <a:pt x="36" y="190"/>
                  </a:lnTo>
                  <a:lnTo>
                    <a:pt x="31" y="185"/>
                  </a:lnTo>
                  <a:cubicBezTo>
                    <a:pt x="29" y="183"/>
                    <a:pt x="28" y="180"/>
                    <a:pt x="28" y="178"/>
                  </a:cubicBezTo>
                  <a:cubicBezTo>
                    <a:pt x="28" y="175"/>
                    <a:pt x="29" y="173"/>
                    <a:pt x="31" y="171"/>
                  </a:cubicBezTo>
                  <a:lnTo>
                    <a:pt x="198" y="4"/>
                  </a:lnTo>
                  <a:cubicBezTo>
                    <a:pt x="202" y="0"/>
                    <a:pt x="208" y="0"/>
                    <a:pt x="212" y="4"/>
                  </a:cubicBezTo>
                  <a:lnTo>
                    <a:pt x="379" y="171"/>
                  </a:lnTo>
                  <a:cubicBezTo>
                    <a:pt x="383" y="175"/>
                    <a:pt x="383" y="181"/>
                    <a:pt x="379" y="185"/>
                  </a:cubicBezTo>
                  <a:lnTo>
                    <a:pt x="219" y="345"/>
                  </a:lnTo>
                  <a:lnTo>
                    <a:pt x="251" y="377"/>
                  </a:lnTo>
                  <a:cubicBezTo>
                    <a:pt x="255" y="381"/>
                    <a:pt x="255" y="387"/>
                    <a:pt x="251" y="391"/>
                  </a:cubicBezTo>
                  <a:lnTo>
                    <a:pt x="211" y="431"/>
                  </a:lnTo>
                  <a:cubicBezTo>
                    <a:pt x="209" y="433"/>
                    <a:pt x="207" y="434"/>
                    <a:pt x="204" y="434"/>
                  </a:cubicBezTo>
                  <a:cubicBezTo>
                    <a:pt x="202" y="434"/>
                    <a:pt x="199" y="433"/>
                    <a:pt x="197" y="431"/>
                  </a:cubicBezTo>
                  <a:lnTo>
                    <a:pt x="3" y="237"/>
                  </a:lnTo>
                  <a:cubicBezTo>
                    <a:pt x="1" y="235"/>
                    <a:pt x="0" y="232"/>
                    <a:pt x="0" y="23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1" name="Freeform 221"/>
            <p:cNvSpPr>
              <a:spLocks noEditPoints="1"/>
            </p:cNvSpPr>
            <p:nvPr/>
          </p:nvSpPr>
          <p:spPr bwMode="auto">
            <a:xfrm>
              <a:off x="15910249" y="4409717"/>
              <a:ext cx="182563" cy="161925"/>
            </a:xfrm>
            <a:custGeom>
              <a:avLst/>
              <a:gdLst>
                <a:gd name="T0" fmla="*/ 176 w 433"/>
                <a:gd name="T1" fmla="*/ 53 h 383"/>
                <a:gd name="T2" fmla="*/ 24 w 433"/>
                <a:gd name="T3" fmla="*/ 206 h 383"/>
                <a:gd name="T4" fmla="*/ 177 w 433"/>
                <a:gd name="T5" fmla="*/ 358 h 383"/>
                <a:gd name="T6" fmla="*/ 336 w 433"/>
                <a:gd name="T7" fmla="*/ 199 h 383"/>
                <a:gd name="T8" fmla="*/ 343 w 433"/>
                <a:gd name="T9" fmla="*/ 196 h 383"/>
                <a:gd name="T10" fmla="*/ 350 w 433"/>
                <a:gd name="T11" fmla="*/ 199 h 383"/>
                <a:gd name="T12" fmla="*/ 382 w 433"/>
                <a:gd name="T13" fmla="*/ 231 h 383"/>
                <a:gd name="T14" fmla="*/ 409 w 433"/>
                <a:gd name="T15" fmla="*/ 205 h 383"/>
                <a:gd name="T16" fmla="*/ 228 w 433"/>
                <a:gd name="T17" fmla="*/ 24 h 383"/>
                <a:gd name="T18" fmla="*/ 195 w 433"/>
                <a:gd name="T19" fmla="*/ 57 h 383"/>
                <a:gd name="T20" fmla="*/ 181 w 433"/>
                <a:gd name="T21" fmla="*/ 57 h 383"/>
                <a:gd name="T22" fmla="*/ 176 w 433"/>
                <a:gd name="T23" fmla="*/ 53 h 383"/>
                <a:gd name="T24" fmla="*/ 0 w 433"/>
                <a:gd name="T25" fmla="*/ 206 h 383"/>
                <a:gd name="T26" fmla="*/ 3 w 433"/>
                <a:gd name="T27" fmla="*/ 199 h 383"/>
                <a:gd name="T28" fmla="*/ 169 w 433"/>
                <a:gd name="T29" fmla="*/ 32 h 383"/>
                <a:gd name="T30" fmla="*/ 176 w 433"/>
                <a:gd name="T31" fmla="*/ 29 h 383"/>
                <a:gd name="T32" fmla="*/ 183 w 433"/>
                <a:gd name="T33" fmla="*/ 32 h 383"/>
                <a:gd name="T34" fmla="*/ 188 w 433"/>
                <a:gd name="T35" fmla="*/ 36 h 383"/>
                <a:gd name="T36" fmla="*/ 221 w 433"/>
                <a:gd name="T37" fmla="*/ 3 h 383"/>
                <a:gd name="T38" fmla="*/ 235 w 433"/>
                <a:gd name="T39" fmla="*/ 3 h 383"/>
                <a:gd name="T40" fmla="*/ 429 w 433"/>
                <a:gd name="T41" fmla="*/ 198 h 383"/>
                <a:gd name="T42" fmla="*/ 429 w 433"/>
                <a:gd name="T43" fmla="*/ 212 h 383"/>
                <a:gd name="T44" fmla="*/ 389 w 433"/>
                <a:gd name="T45" fmla="*/ 252 h 383"/>
                <a:gd name="T46" fmla="*/ 376 w 433"/>
                <a:gd name="T47" fmla="*/ 252 h 383"/>
                <a:gd name="T48" fmla="*/ 343 w 433"/>
                <a:gd name="T49" fmla="*/ 220 h 383"/>
                <a:gd name="T50" fmla="*/ 183 w 433"/>
                <a:gd name="T51" fmla="*/ 379 h 383"/>
                <a:gd name="T52" fmla="*/ 170 w 433"/>
                <a:gd name="T53" fmla="*/ 379 h 383"/>
                <a:gd name="T54" fmla="*/ 3 w 433"/>
                <a:gd name="T55" fmla="*/ 213 h 383"/>
                <a:gd name="T56" fmla="*/ 0 w 433"/>
                <a:gd name="T57" fmla="*/ 206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33" h="383">
                  <a:moveTo>
                    <a:pt x="176" y="53"/>
                  </a:moveTo>
                  <a:lnTo>
                    <a:pt x="24" y="206"/>
                  </a:lnTo>
                  <a:lnTo>
                    <a:pt x="177" y="358"/>
                  </a:lnTo>
                  <a:lnTo>
                    <a:pt x="336" y="199"/>
                  </a:lnTo>
                  <a:cubicBezTo>
                    <a:pt x="338" y="197"/>
                    <a:pt x="341" y="196"/>
                    <a:pt x="343" y="196"/>
                  </a:cubicBezTo>
                  <a:cubicBezTo>
                    <a:pt x="346" y="196"/>
                    <a:pt x="348" y="197"/>
                    <a:pt x="350" y="199"/>
                  </a:cubicBezTo>
                  <a:lnTo>
                    <a:pt x="382" y="231"/>
                  </a:lnTo>
                  <a:lnTo>
                    <a:pt x="409" y="205"/>
                  </a:lnTo>
                  <a:lnTo>
                    <a:pt x="228" y="24"/>
                  </a:lnTo>
                  <a:lnTo>
                    <a:pt x="195" y="57"/>
                  </a:lnTo>
                  <a:cubicBezTo>
                    <a:pt x="191" y="61"/>
                    <a:pt x="185" y="61"/>
                    <a:pt x="181" y="57"/>
                  </a:cubicBezTo>
                  <a:lnTo>
                    <a:pt x="176" y="53"/>
                  </a:lnTo>
                  <a:close/>
                  <a:moveTo>
                    <a:pt x="0" y="206"/>
                  </a:moveTo>
                  <a:cubicBezTo>
                    <a:pt x="0" y="203"/>
                    <a:pt x="1" y="201"/>
                    <a:pt x="3" y="199"/>
                  </a:cubicBezTo>
                  <a:lnTo>
                    <a:pt x="169" y="32"/>
                  </a:lnTo>
                  <a:cubicBezTo>
                    <a:pt x="171" y="30"/>
                    <a:pt x="174" y="29"/>
                    <a:pt x="176" y="29"/>
                  </a:cubicBezTo>
                  <a:cubicBezTo>
                    <a:pt x="179" y="29"/>
                    <a:pt x="182" y="30"/>
                    <a:pt x="183" y="32"/>
                  </a:cubicBezTo>
                  <a:lnTo>
                    <a:pt x="188" y="36"/>
                  </a:lnTo>
                  <a:lnTo>
                    <a:pt x="221" y="3"/>
                  </a:lnTo>
                  <a:cubicBezTo>
                    <a:pt x="225" y="0"/>
                    <a:pt x="231" y="0"/>
                    <a:pt x="235" y="3"/>
                  </a:cubicBezTo>
                  <a:lnTo>
                    <a:pt x="429" y="198"/>
                  </a:lnTo>
                  <a:cubicBezTo>
                    <a:pt x="433" y="202"/>
                    <a:pt x="433" y="208"/>
                    <a:pt x="429" y="212"/>
                  </a:cubicBezTo>
                  <a:lnTo>
                    <a:pt x="389" y="252"/>
                  </a:lnTo>
                  <a:cubicBezTo>
                    <a:pt x="386" y="256"/>
                    <a:pt x="379" y="256"/>
                    <a:pt x="376" y="252"/>
                  </a:cubicBezTo>
                  <a:lnTo>
                    <a:pt x="343" y="220"/>
                  </a:lnTo>
                  <a:lnTo>
                    <a:pt x="183" y="379"/>
                  </a:lnTo>
                  <a:cubicBezTo>
                    <a:pt x="180" y="383"/>
                    <a:pt x="173" y="383"/>
                    <a:pt x="170" y="379"/>
                  </a:cubicBezTo>
                  <a:lnTo>
                    <a:pt x="3" y="213"/>
                  </a:lnTo>
                  <a:cubicBezTo>
                    <a:pt x="1" y="211"/>
                    <a:pt x="0" y="208"/>
                    <a:pt x="0" y="20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2" name="Freeform 222"/>
            <p:cNvSpPr>
              <a:spLocks noEditPoints="1"/>
            </p:cNvSpPr>
            <p:nvPr/>
          </p:nvSpPr>
          <p:spPr bwMode="auto">
            <a:xfrm>
              <a:off x="15819761" y="4498617"/>
              <a:ext cx="161925" cy="182563"/>
            </a:xfrm>
            <a:custGeom>
              <a:avLst/>
              <a:gdLst>
                <a:gd name="T0" fmla="*/ 60 w 382"/>
                <a:gd name="T1" fmla="*/ 189 h 433"/>
                <a:gd name="T2" fmla="*/ 57 w 382"/>
                <a:gd name="T3" fmla="*/ 196 h 433"/>
                <a:gd name="T4" fmla="*/ 24 w 382"/>
                <a:gd name="T5" fmla="*/ 229 h 433"/>
                <a:gd name="T6" fmla="*/ 205 w 382"/>
                <a:gd name="T7" fmla="*/ 410 h 433"/>
                <a:gd name="T8" fmla="*/ 231 w 382"/>
                <a:gd name="T9" fmla="*/ 384 h 433"/>
                <a:gd name="T10" fmla="*/ 198 w 382"/>
                <a:gd name="T11" fmla="*/ 351 h 433"/>
                <a:gd name="T12" fmla="*/ 198 w 382"/>
                <a:gd name="T13" fmla="*/ 338 h 433"/>
                <a:gd name="T14" fmla="*/ 358 w 382"/>
                <a:gd name="T15" fmla="*/ 178 h 433"/>
                <a:gd name="T16" fmla="*/ 206 w 382"/>
                <a:gd name="T17" fmla="*/ 25 h 433"/>
                <a:gd name="T18" fmla="*/ 53 w 382"/>
                <a:gd name="T19" fmla="*/ 178 h 433"/>
                <a:gd name="T20" fmla="*/ 57 w 382"/>
                <a:gd name="T21" fmla="*/ 182 h 433"/>
                <a:gd name="T22" fmla="*/ 60 w 382"/>
                <a:gd name="T23" fmla="*/ 189 h 433"/>
                <a:gd name="T24" fmla="*/ 0 w 382"/>
                <a:gd name="T25" fmla="*/ 229 h 433"/>
                <a:gd name="T26" fmla="*/ 3 w 382"/>
                <a:gd name="T27" fmla="*/ 222 h 433"/>
                <a:gd name="T28" fmla="*/ 36 w 382"/>
                <a:gd name="T29" fmla="*/ 189 h 433"/>
                <a:gd name="T30" fmla="*/ 32 w 382"/>
                <a:gd name="T31" fmla="*/ 185 h 433"/>
                <a:gd name="T32" fmla="*/ 29 w 382"/>
                <a:gd name="T33" fmla="*/ 178 h 433"/>
                <a:gd name="T34" fmla="*/ 32 w 382"/>
                <a:gd name="T35" fmla="*/ 171 h 433"/>
                <a:gd name="T36" fmla="*/ 199 w 382"/>
                <a:gd name="T37" fmla="*/ 4 h 433"/>
                <a:gd name="T38" fmla="*/ 213 w 382"/>
                <a:gd name="T39" fmla="*/ 4 h 433"/>
                <a:gd name="T40" fmla="*/ 379 w 382"/>
                <a:gd name="T41" fmla="*/ 171 h 433"/>
                <a:gd name="T42" fmla="*/ 382 w 382"/>
                <a:gd name="T43" fmla="*/ 178 h 433"/>
                <a:gd name="T44" fmla="*/ 379 w 382"/>
                <a:gd name="T45" fmla="*/ 185 h 433"/>
                <a:gd name="T46" fmla="*/ 219 w 382"/>
                <a:gd name="T47" fmla="*/ 344 h 433"/>
                <a:gd name="T48" fmla="*/ 252 w 382"/>
                <a:gd name="T49" fmla="*/ 377 h 433"/>
                <a:gd name="T50" fmla="*/ 252 w 382"/>
                <a:gd name="T51" fmla="*/ 391 h 433"/>
                <a:gd name="T52" fmla="*/ 212 w 382"/>
                <a:gd name="T53" fmla="*/ 431 h 433"/>
                <a:gd name="T54" fmla="*/ 205 w 382"/>
                <a:gd name="T55" fmla="*/ 433 h 433"/>
                <a:gd name="T56" fmla="*/ 198 w 382"/>
                <a:gd name="T57" fmla="*/ 431 h 433"/>
                <a:gd name="T58" fmla="*/ 3 w 382"/>
                <a:gd name="T59" fmla="*/ 236 h 433"/>
                <a:gd name="T60" fmla="*/ 0 w 382"/>
                <a:gd name="T61" fmla="*/ 229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82" h="433">
                  <a:moveTo>
                    <a:pt x="60" y="189"/>
                  </a:moveTo>
                  <a:cubicBezTo>
                    <a:pt x="60" y="192"/>
                    <a:pt x="59" y="194"/>
                    <a:pt x="57" y="196"/>
                  </a:cubicBezTo>
                  <a:lnTo>
                    <a:pt x="24" y="229"/>
                  </a:lnTo>
                  <a:lnTo>
                    <a:pt x="205" y="410"/>
                  </a:lnTo>
                  <a:lnTo>
                    <a:pt x="231" y="384"/>
                  </a:lnTo>
                  <a:lnTo>
                    <a:pt x="198" y="351"/>
                  </a:lnTo>
                  <a:cubicBezTo>
                    <a:pt x="195" y="348"/>
                    <a:pt x="195" y="341"/>
                    <a:pt x="198" y="338"/>
                  </a:cubicBezTo>
                  <a:lnTo>
                    <a:pt x="358" y="178"/>
                  </a:lnTo>
                  <a:lnTo>
                    <a:pt x="206" y="25"/>
                  </a:lnTo>
                  <a:lnTo>
                    <a:pt x="53" y="178"/>
                  </a:lnTo>
                  <a:lnTo>
                    <a:pt x="57" y="182"/>
                  </a:lnTo>
                  <a:cubicBezTo>
                    <a:pt x="59" y="184"/>
                    <a:pt x="60" y="187"/>
                    <a:pt x="60" y="189"/>
                  </a:cubicBezTo>
                  <a:close/>
                  <a:moveTo>
                    <a:pt x="0" y="229"/>
                  </a:moveTo>
                  <a:cubicBezTo>
                    <a:pt x="0" y="227"/>
                    <a:pt x="1" y="224"/>
                    <a:pt x="3" y="222"/>
                  </a:cubicBezTo>
                  <a:lnTo>
                    <a:pt x="36" y="189"/>
                  </a:lnTo>
                  <a:lnTo>
                    <a:pt x="32" y="185"/>
                  </a:lnTo>
                  <a:cubicBezTo>
                    <a:pt x="30" y="183"/>
                    <a:pt x="29" y="180"/>
                    <a:pt x="29" y="178"/>
                  </a:cubicBezTo>
                  <a:cubicBezTo>
                    <a:pt x="29" y="175"/>
                    <a:pt x="30" y="172"/>
                    <a:pt x="32" y="171"/>
                  </a:cubicBezTo>
                  <a:lnTo>
                    <a:pt x="199" y="4"/>
                  </a:lnTo>
                  <a:cubicBezTo>
                    <a:pt x="203" y="0"/>
                    <a:pt x="209" y="0"/>
                    <a:pt x="213" y="4"/>
                  </a:cubicBezTo>
                  <a:lnTo>
                    <a:pt x="379" y="171"/>
                  </a:lnTo>
                  <a:cubicBezTo>
                    <a:pt x="381" y="173"/>
                    <a:pt x="382" y="175"/>
                    <a:pt x="382" y="178"/>
                  </a:cubicBezTo>
                  <a:cubicBezTo>
                    <a:pt x="382" y="180"/>
                    <a:pt x="381" y="183"/>
                    <a:pt x="379" y="185"/>
                  </a:cubicBezTo>
                  <a:lnTo>
                    <a:pt x="219" y="344"/>
                  </a:lnTo>
                  <a:lnTo>
                    <a:pt x="252" y="377"/>
                  </a:lnTo>
                  <a:cubicBezTo>
                    <a:pt x="255" y="381"/>
                    <a:pt x="255" y="387"/>
                    <a:pt x="252" y="391"/>
                  </a:cubicBezTo>
                  <a:lnTo>
                    <a:pt x="212" y="431"/>
                  </a:lnTo>
                  <a:cubicBezTo>
                    <a:pt x="210" y="432"/>
                    <a:pt x="207" y="433"/>
                    <a:pt x="205" y="433"/>
                  </a:cubicBezTo>
                  <a:cubicBezTo>
                    <a:pt x="202" y="433"/>
                    <a:pt x="200" y="432"/>
                    <a:pt x="198" y="431"/>
                  </a:cubicBezTo>
                  <a:lnTo>
                    <a:pt x="3" y="236"/>
                  </a:lnTo>
                  <a:cubicBezTo>
                    <a:pt x="1" y="234"/>
                    <a:pt x="0" y="232"/>
                    <a:pt x="0" y="22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3" name="Freeform 223"/>
            <p:cNvSpPr>
              <a:spLocks noEditPoints="1"/>
            </p:cNvSpPr>
            <p:nvPr/>
          </p:nvSpPr>
          <p:spPr bwMode="auto">
            <a:xfrm>
              <a:off x="16100749" y="4443055"/>
              <a:ext cx="163513" cy="163513"/>
            </a:xfrm>
            <a:custGeom>
              <a:avLst/>
              <a:gdLst>
                <a:gd name="T0" fmla="*/ 181 w 387"/>
                <a:gd name="T1" fmla="*/ 23 h 386"/>
                <a:gd name="T2" fmla="*/ 24 w 387"/>
                <a:gd name="T3" fmla="*/ 181 h 386"/>
                <a:gd name="T4" fmla="*/ 205 w 387"/>
                <a:gd name="T5" fmla="*/ 362 h 386"/>
                <a:gd name="T6" fmla="*/ 362 w 387"/>
                <a:gd name="T7" fmla="*/ 204 h 386"/>
                <a:gd name="T8" fmla="*/ 181 w 387"/>
                <a:gd name="T9" fmla="*/ 23 h 386"/>
                <a:gd name="T10" fmla="*/ 0 w 387"/>
                <a:gd name="T11" fmla="*/ 181 h 386"/>
                <a:gd name="T12" fmla="*/ 3 w 387"/>
                <a:gd name="T13" fmla="*/ 174 h 386"/>
                <a:gd name="T14" fmla="*/ 174 w 387"/>
                <a:gd name="T15" fmla="*/ 3 h 386"/>
                <a:gd name="T16" fmla="*/ 181 w 387"/>
                <a:gd name="T17" fmla="*/ 0 h 386"/>
                <a:gd name="T18" fmla="*/ 188 w 387"/>
                <a:gd name="T19" fmla="*/ 3 h 386"/>
                <a:gd name="T20" fmla="*/ 383 w 387"/>
                <a:gd name="T21" fmla="*/ 198 h 386"/>
                <a:gd name="T22" fmla="*/ 383 w 387"/>
                <a:gd name="T23" fmla="*/ 211 h 386"/>
                <a:gd name="T24" fmla="*/ 212 w 387"/>
                <a:gd name="T25" fmla="*/ 383 h 386"/>
                <a:gd name="T26" fmla="*/ 205 w 387"/>
                <a:gd name="T27" fmla="*/ 386 h 386"/>
                <a:gd name="T28" fmla="*/ 198 w 387"/>
                <a:gd name="T29" fmla="*/ 383 h 386"/>
                <a:gd name="T30" fmla="*/ 3 w 387"/>
                <a:gd name="T31" fmla="*/ 188 h 386"/>
                <a:gd name="T32" fmla="*/ 0 w 387"/>
                <a:gd name="T33" fmla="*/ 181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7" h="386">
                  <a:moveTo>
                    <a:pt x="181" y="23"/>
                  </a:moveTo>
                  <a:lnTo>
                    <a:pt x="24" y="181"/>
                  </a:lnTo>
                  <a:lnTo>
                    <a:pt x="205" y="362"/>
                  </a:lnTo>
                  <a:lnTo>
                    <a:pt x="362" y="204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83" y="198"/>
                  </a:lnTo>
                  <a:cubicBezTo>
                    <a:pt x="387" y="201"/>
                    <a:pt x="387" y="208"/>
                    <a:pt x="383" y="211"/>
                  </a:cubicBezTo>
                  <a:lnTo>
                    <a:pt x="212" y="383"/>
                  </a:lnTo>
                  <a:cubicBezTo>
                    <a:pt x="210" y="385"/>
                    <a:pt x="207" y="386"/>
                    <a:pt x="205" y="386"/>
                  </a:cubicBezTo>
                  <a:cubicBezTo>
                    <a:pt x="202" y="386"/>
                    <a:pt x="200" y="385"/>
                    <a:pt x="198" y="383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4" name="Freeform 224"/>
            <p:cNvSpPr>
              <a:spLocks noEditPoints="1"/>
            </p:cNvSpPr>
            <p:nvPr/>
          </p:nvSpPr>
          <p:spPr bwMode="auto">
            <a:xfrm>
              <a:off x="16034074" y="4512905"/>
              <a:ext cx="160338" cy="182563"/>
            </a:xfrm>
            <a:custGeom>
              <a:avLst/>
              <a:gdLst>
                <a:gd name="T0" fmla="*/ 186 w 381"/>
                <a:gd name="T1" fmla="*/ 89 h 433"/>
                <a:gd name="T2" fmla="*/ 183 w 381"/>
                <a:gd name="T3" fmla="*/ 96 h 433"/>
                <a:gd name="T4" fmla="*/ 24 w 381"/>
                <a:gd name="T5" fmla="*/ 255 h 433"/>
                <a:gd name="T6" fmla="*/ 176 w 381"/>
                <a:gd name="T7" fmla="*/ 408 h 433"/>
                <a:gd name="T8" fmla="*/ 329 w 381"/>
                <a:gd name="T9" fmla="*/ 256 h 433"/>
                <a:gd name="T10" fmla="*/ 325 w 381"/>
                <a:gd name="T11" fmla="*/ 251 h 433"/>
                <a:gd name="T12" fmla="*/ 322 w 381"/>
                <a:gd name="T13" fmla="*/ 244 h 433"/>
                <a:gd name="T14" fmla="*/ 325 w 381"/>
                <a:gd name="T15" fmla="*/ 237 h 433"/>
                <a:gd name="T16" fmla="*/ 358 w 381"/>
                <a:gd name="T17" fmla="*/ 204 h 433"/>
                <a:gd name="T18" fmla="*/ 177 w 381"/>
                <a:gd name="T19" fmla="*/ 23 h 433"/>
                <a:gd name="T20" fmla="*/ 151 w 381"/>
                <a:gd name="T21" fmla="*/ 49 h 433"/>
                <a:gd name="T22" fmla="*/ 183 w 381"/>
                <a:gd name="T23" fmla="*/ 82 h 433"/>
                <a:gd name="T24" fmla="*/ 186 w 381"/>
                <a:gd name="T25" fmla="*/ 89 h 433"/>
                <a:gd name="T26" fmla="*/ 0 w 381"/>
                <a:gd name="T27" fmla="*/ 255 h 433"/>
                <a:gd name="T28" fmla="*/ 3 w 381"/>
                <a:gd name="T29" fmla="*/ 248 h 433"/>
                <a:gd name="T30" fmla="*/ 163 w 381"/>
                <a:gd name="T31" fmla="*/ 89 h 433"/>
                <a:gd name="T32" fmla="*/ 130 w 381"/>
                <a:gd name="T33" fmla="*/ 56 h 433"/>
                <a:gd name="T34" fmla="*/ 130 w 381"/>
                <a:gd name="T35" fmla="*/ 42 h 433"/>
                <a:gd name="T36" fmla="*/ 170 w 381"/>
                <a:gd name="T37" fmla="*/ 3 h 433"/>
                <a:gd name="T38" fmla="*/ 177 w 381"/>
                <a:gd name="T39" fmla="*/ 0 h 433"/>
                <a:gd name="T40" fmla="*/ 184 w 381"/>
                <a:gd name="T41" fmla="*/ 3 h 433"/>
                <a:gd name="T42" fmla="*/ 379 w 381"/>
                <a:gd name="T43" fmla="*/ 197 h 433"/>
                <a:gd name="T44" fmla="*/ 381 w 381"/>
                <a:gd name="T45" fmla="*/ 204 h 433"/>
                <a:gd name="T46" fmla="*/ 379 w 381"/>
                <a:gd name="T47" fmla="*/ 211 h 433"/>
                <a:gd name="T48" fmla="*/ 346 w 381"/>
                <a:gd name="T49" fmla="*/ 244 h 433"/>
                <a:gd name="T50" fmla="*/ 350 w 381"/>
                <a:gd name="T51" fmla="*/ 249 h 433"/>
                <a:gd name="T52" fmla="*/ 353 w 381"/>
                <a:gd name="T53" fmla="*/ 256 h 433"/>
                <a:gd name="T54" fmla="*/ 350 w 381"/>
                <a:gd name="T55" fmla="*/ 262 h 433"/>
                <a:gd name="T56" fmla="*/ 183 w 381"/>
                <a:gd name="T57" fmla="*/ 429 h 433"/>
                <a:gd name="T58" fmla="*/ 169 w 381"/>
                <a:gd name="T59" fmla="*/ 429 h 433"/>
                <a:gd name="T60" fmla="*/ 3 w 381"/>
                <a:gd name="T61" fmla="*/ 262 h 433"/>
                <a:gd name="T62" fmla="*/ 0 w 381"/>
                <a:gd name="T63" fmla="*/ 25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81" h="433">
                  <a:moveTo>
                    <a:pt x="186" y="89"/>
                  </a:moveTo>
                  <a:cubicBezTo>
                    <a:pt x="186" y="91"/>
                    <a:pt x="185" y="94"/>
                    <a:pt x="183" y="96"/>
                  </a:cubicBezTo>
                  <a:lnTo>
                    <a:pt x="24" y="255"/>
                  </a:lnTo>
                  <a:lnTo>
                    <a:pt x="176" y="408"/>
                  </a:lnTo>
                  <a:lnTo>
                    <a:pt x="329" y="256"/>
                  </a:lnTo>
                  <a:lnTo>
                    <a:pt x="325" y="251"/>
                  </a:lnTo>
                  <a:cubicBezTo>
                    <a:pt x="323" y="249"/>
                    <a:pt x="322" y="246"/>
                    <a:pt x="322" y="244"/>
                  </a:cubicBezTo>
                  <a:cubicBezTo>
                    <a:pt x="322" y="241"/>
                    <a:pt x="323" y="239"/>
                    <a:pt x="325" y="237"/>
                  </a:cubicBezTo>
                  <a:lnTo>
                    <a:pt x="358" y="204"/>
                  </a:lnTo>
                  <a:lnTo>
                    <a:pt x="177" y="23"/>
                  </a:lnTo>
                  <a:lnTo>
                    <a:pt x="151" y="49"/>
                  </a:lnTo>
                  <a:lnTo>
                    <a:pt x="183" y="82"/>
                  </a:lnTo>
                  <a:cubicBezTo>
                    <a:pt x="185" y="84"/>
                    <a:pt x="186" y="86"/>
                    <a:pt x="186" y="89"/>
                  </a:cubicBezTo>
                  <a:close/>
                  <a:moveTo>
                    <a:pt x="0" y="255"/>
                  </a:moveTo>
                  <a:cubicBezTo>
                    <a:pt x="0" y="253"/>
                    <a:pt x="1" y="250"/>
                    <a:pt x="3" y="248"/>
                  </a:cubicBezTo>
                  <a:lnTo>
                    <a:pt x="163" y="89"/>
                  </a:lnTo>
                  <a:lnTo>
                    <a:pt x="130" y="56"/>
                  </a:lnTo>
                  <a:cubicBezTo>
                    <a:pt x="126" y="53"/>
                    <a:pt x="126" y="46"/>
                    <a:pt x="130" y="42"/>
                  </a:cubicBezTo>
                  <a:lnTo>
                    <a:pt x="170" y="3"/>
                  </a:lnTo>
                  <a:cubicBezTo>
                    <a:pt x="172" y="1"/>
                    <a:pt x="175" y="0"/>
                    <a:pt x="177" y="0"/>
                  </a:cubicBezTo>
                  <a:cubicBezTo>
                    <a:pt x="180" y="0"/>
                    <a:pt x="182" y="1"/>
                    <a:pt x="184" y="3"/>
                  </a:cubicBezTo>
                  <a:lnTo>
                    <a:pt x="379" y="197"/>
                  </a:lnTo>
                  <a:cubicBezTo>
                    <a:pt x="380" y="199"/>
                    <a:pt x="381" y="201"/>
                    <a:pt x="381" y="204"/>
                  </a:cubicBezTo>
                  <a:cubicBezTo>
                    <a:pt x="381" y="206"/>
                    <a:pt x="380" y="209"/>
                    <a:pt x="379" y="211"/>
                  </a:cubicBezTo>
                  <a:lnTo>
                    <a:pt x="346" y="244"/>
                  </a:lnTo>
                  <a:lnTo>
                    <a:pt x="350" y="249"/>
                  </a:lnTo>
                  <a:cubicBezTo>
                    <a:pt x="352" y="250"/>
                    <a:pt x="353" y="253"/>
                    <a:pt x="353" y="256"/>
                  </a:cubicBezTo>
                  <a:cubicBezTo>
                    <a:pt x="353" y="258"/>
                    <a:pt x="352" y="261"/>
                    <a:pt x="350" y="262"/>
                  </a:cubicBezTo>
                  <a:lnTo>
                    <a:pt x="183" y="429"/>
                  </a:lnTo>
                  <a:cubicBezTo>
                    <a:pt x="179" y="433"/>
                    <a:pt x="173" y="433"/>
                    <a:pt x="169" y="429"/>
                  </a:cubicBezTo>
                  <a:lnTo>
                    <a:pt x="3" y="262"/>
                  </a:lnTo>
                  <a:cubicBezTo>
                    <a:pt x="1" y="260"/>
                    <a:pt x="0" y="258"/>
                    <a:pt x="0" y="25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5" name="Freeform 225"/>
            <p:cNvSpPr>
              <a:spLocks noEditPoints="1"/>
            </p:cNvSpPr>
            <p:nvPr/>
          </p:nvSpPr>
          <p:spPr bwMode="auto">
            <a:xfrm>
              <a:off x="15922949" y="4622442"/>
              <a:ext cx="182563" cy="161925"/>
            </a:xfrm>
            <a:custGeom>
              <a:avLst/>
              <a:gdLst>
                <a:gd name="T0" fmla="*/ 50 w 434"/>
                <a:gd name="T1" fmla="*/ 153 h 384"/>
                <a:gd name="T2" fmla="*/ 24 w 434"/>
                <a:gd name="T3" fmla="*/ 179 h 384"/>
                <a:gd name="T4" fmla="*/ 204 w 434"/>
                <a:gd name="T5" fmla="*/ 359 h 384"/>
                <a:gd name="T6" fmla="*/ 237 w 434"/>
                <a:gd name="T7" fmla="*/ 326 h 384"/>
                <a:gd name="T8" fmla="*/ 251 w 434"/>
                <a:gd name="T9" fmla="*/ 326 h 384"/>
                <a:gd name="T10" fmla="*/ 256 w 434"/>
                <a:gd name="T11" fmla="*/ 331 h 384"/>
                <a:gd name="T12" fmla="*/ 409 w 434"/>
                <a:gd name="T13" fmla="*/ 177 h 384"/>
                <a:gd name="T14" fmla="*/ 256 w 434"/>
                <a:gd name="T15" fmla="*/ 25 h 384"/>
                <a:gd name="T16" fmla="*/ 96 w 434"/>
                <a:gd name="T17" fmla="*/ 185 h 384"/>
                <a:gd name="T18" fmla="*/ 89 w 434"/>
                <a:gd name="T19" fmla="*/ 188 h 384"/>
                <a:gd name="T20" fmla="*/ 82 w 434"/>
                <a:gd name="T21" fmla="*/ 185 h 384"/>
                <a:gd name="T22" fmla="*/ 50 w 434"/>
                <a:gd name="T23" fmla="*/ 153 h 384"/>
                <a:gd name="T24" fmla="*/ 0 w 434"/>
                <a:gd name="T25" fmla="*/ 179 h 384"/>
                <a:gd name="T26" fmla="*/ 3 w 434"/>
                <a:gd name="T27" fmla="*/ 172 h 384"/>
                <a:gd name="T28" fmla="*/ 43 w 434"/>
                <a:gd name="T29" fmla="*/ 132 h 384"/>
                <a:gd name="T30" fmla="*/ 57 w 434"/>
                <a:gd name="T31" fmla="*/ 132 h 384"/>
                <a:gd name="T32" fmla="*/ 89 w 434"/>
                <a:gd name="T33" fmla="*/ 164 h 384"/>
                <a:gd name="T34" fmla="*/ 249 w 434"/>
                <a:gd name="T35" fmla="*/ 4 h 384"/>
                <a:gd name="T36" fmla="*/ 263 w 434"/>
                <a:gd name="T37" fmla="*/ 4 h 384"/>
                <a:gd name="T38" fmla="*/ 430 w 434"/>
                <a:gd name="T39" fmla="*/ 170 h 384"/>
                <a:gd name="T40" fmla="*/ 430 w 434"/>
                <a:gd name="T41" fmla="*/ 184 h 384"/>
                <a:gd name="T42" fmla="*/ 263 w 434"/>
                <a:gd name="T43" fmla="*/ 352 h 384"/>
                <a:gd name="T44" fmla="*/ 256 w 434"/>
                <a:gd name="T45" fmla="*/ 355 h 384"/>
                <a:gd name="T46" fmla="*/ 249 w 434"/>
                <a:gd name="T47" fmla="*/ 352 h 384"/>
                <a:gd name="T48" fmla="*/ 244 w 434"/>
                <a:gd name="T49" fmla="*/ 347 h 384"/>
                <a:gd name="T50" fmla="*/ 211 w 434"/>
                <a:gd name="T51" fmla="*/ 380 h 384"/>
                <a:gd name="T52" fmla="*/ 197 w 434"/>
                <a:gd name="T53" fmla="*/ 380 h 384"/>
                <a:gd name="T54" fmla="*/ 3 w 434"/>
                <a:gd name="T55" fmla="*/ 186 h 384"/>
                <a:gd name="T56" fmla="*/ 0 w 434"/>
                <a:gd name="T57" fmla="*/ 17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34" h="384">
                  <a:moveTo>
                    <a:pt x="50" y="153"/>
                  </a:moveTo>
                  <a:lnTo>
                    <a:pt x="24" y="179"/>
                  </a:lnTo>
                  <a:lnTo>
                    <a:pt x="204" y="359"/>
                  </a:lnTo>
                  <a:lnTo>
                    <a:pt x="237" y="326"/>
                  </a:lnTo>
                  <a:cubicBezTo>
                    <a:pt x="241" y="322"/>
                    <a:pt x="248" y="322"/>
                    <a:pt x="251" y="326"/>
                  </a:cubicBezTo>
                  <a:lnTo>
                    <a:pt x="256" y="331"/>
                  </a:lnTo>
                  <a:lnTo>
                    <a:pt x="409" y="177"/>
                  </a:lnTo>
                  <a:lnTo>
                    <a:pt x="256" y="25"/>
                  </a:lnTo>
                  <a:lnTo>
                    <a:pt x="96" y="185"/>
                  </a:lnTo>
                  <a:cubicBezTo>
                    <a:pt x="94" y="187"/>
                    <a:pt x="92" y="188"/>
                    <a:pt x="89" y="188"/>
                  </a:cubicBezTo>
                  <a:cubicBezTo>
                    <a:pt x="87" y="188"/>
                    <a:pt x="84" y="187"/>
                    <a:pt x="82" y="185"/>
                  </a:cubicBezTo>
                  <a:lnTo>
                    <a:pt x="50" y="153"/>
                  </a:lnTo>
                  <a:close/>
                  <a:moveTo>
                    <a:pt x="0" y="179"/>
                  </a:moveTo>
                  <a:cubicBezTo>
                    <a:pt x="0" y="176"/>
                    <a:pt x="1" y="174"/>
                    <a:pt x="3" y="172"/>
                  </a:cubicBezTo>
                  <a:lnTo>
                    <a:pt x="43" y="132"/>
                  </a:lnTo>
                  <a:cubicBezTo>
                    <a:pt x="47" y="128"/>
                    <a:pt x="53" y="128"/>
                    <a:pt x="57" y="132"/>
                  </a:cubicBezTo>
                  <a:lnTo>
                    <a:pt x="89" y="164"/>
                  </a:lnTo>
                  <a:lnTo>
                    <a:pt x="249" y="4"/>
                  </a:lnTo>
                  <a:cubicBezTo>
                    <a:pt x="253" y="0"/>
                    <a:pt x="259" y="0"/>
                    <a:pt x="263" y="4"/>
                  </a:cubicBezTo>
                  <a:lnTo>
                    <a:pt x="430" y="170"/>
                  </a:lnTo>
                  <a:cubicBezTo>
                    <a:pt x="434" y="174"/>
                    <a:pt x="434" y="181"/>
                    <a:pt x="430" y="184"/>
                  </a:cubicBezTo>
                  <a:lnTo>
                    <a:pt x="263" y="352"/>
                  </a:lnTo>
                  <a:cubicBezTo>
                    <a:pt x="261" y="353"/>
                    <a:pt x="259" y="355"/>
                    <a:pt x="256" y="355"/>
                  </a:cubicBezTo>
                  <a:cubicBezTo>
                    <a:pt x="254" y="355"/>
                    <a:pt x="251" y="353"/>
                    <a:pt x="249" y="352"/>
                  </a:cubicBezTo>
                  <a:lnTo>
                    <a:pt x="244" y="347"/>
                  </a:lnTo>
                  <a:lnTo>
                    <a:pt x="211" y="380"/>
                  </a:lnTo>
                  <a:cubicBezTo>
                    <a:pt x="208" y="384"/>
                    <a:pt x="201" y="384"/>
                    <a:pt x="197" y="380"/>
                  </a:cubicBezTo>
                  <a:lnTo>
                    <a:pt x="3" y="186"/>
                  </a:lnTo>
                  <a:cubicBezTo>
                    <a:pt x="1" y="184"/>
                    <a:pt x="0" y="181"/>
                    <a:pt x="0" y="17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6" name="Freeform 226"/>
            <p:cNvSpPr>
              <a:spLocks noEditPoints="1"/>
            </p:cNvSpPr>
            <p:nvPr/>
          </p:nvSpPr>
          <p:spPr bwMode="auto">
            <a:xfrm>
              <a:off x="15854686" y="4689117"/>
              <a:ext cx="163513" cy="163513"/>
            </a:xfrm>
            <a:custGeom>
              <a:avLst/>
              <a:gdLst>
                <a:gd name="T0" fmla="*/ 182 w 387"/>
                <a:gd name="T1" fmla="*/ 24 h 387"/>
                <a:gd name="T2" fmla="*/ 24 w 387"/>
                <a:gd name="T3" fmla="*/ 182 h 387"/>
                <a:gd name="T4" fmla="*/ 205 w 387"/>
                <a:gd name="T5" fmla="*/ 363 h 387"/>
                <a:gd name="T6" fmla="*/ 362 w 387"/>
                <a:gd name="T7" fmla="*/ 205 h 387"/>
                <a:gd name="T8" fmla="*/ 182 w 387"/>
                <a:gd name="T9" fmla="*/ 24 h 387"/>
                <a:gd name="T10" fmla="*/ 0 w 387"/>
                <a:gd name="T11" fmla="*/ 182 h 387"/>
                <a:gd name="T12" fmla="*/ 3 w 387"/>
                <a:gd name="T13" fmla="*/ 175 h 387"/>
                <a:gd name="T14" fmla="*/ 175 w 387"/>
                <a:gd name="T15" fmla="*/ 3 h 387"/>
                <a:gd name="T16" fmla="*/ 182 w 387"/>
                <a:gd name="T17" fmla="*/ 0 h 387"/>
                <a:gd name="T18" fmla="*/ 188 w 387"/>
                <a:gd name="T19" fmla="*/ 3 h 387"/>
                <a:gd name="T20" fmla="*/ 383 w 387"/>
                <a:gd name="T21" fmla="*/ 198 h 387"/>
                <a:gd name="T22" fmla="*/ 383 w 387"/>
                <a:gd name="T23" fmla="*/ 212 h 387"/>
                <a:gd name="T24" fmla="*/ 212 w 387"/>
                <a:gd name="T25" fmla="*/ 383 h 387"/>
                <a:gd name="T26" fmla="*/ 198 w 387"/>
                <a:gd name="T27" fmla="*/ 383 h 387"/>
                <a:gd name="T28" fmla="*/ 3 w 387"/>
                <a:gd name="T29" fmla="*/ 188 h 387"/>
                <a:gd name="T30" fmla="*/ 0 w 387"/>
                <a:gd name="T31" fmla="*/ 1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7" h="387">
                  <a:moveTo>
                    <a:pt x="182" y="24"/>
                  </a:moveTo>
                  <a:lnTo>
                    <a:pt x="24" y="182"/>
                  </a:lnTo>
                  <a:lnTo>
                    <a:pt x="205" y="363"/>
                  </a:lnTo>
                  <a:lnTo>
                    <a:pt x="362" y="205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6"/>
                    <a:pt x="3" y="175"/>
                  </a:cubicBezTo>
                  <a:lnTo>
                    <a:pt x="175" y="3"/>
                  </a:lnTo>
                  <a:cubicBezTo>
                    <a:pt x="176" y="1"/>
                    <a:pt x="179" y="0"/>
                    <a:pt x="182" y="0"/>
                  </a:cubicBezTo>
                  <a:cubicBezTo>
                    <a:pt x="184" y="0"/>
                    <a:pt x="187" y="1"/>
                    <a:pt x="188" y="3"/>
                  </a:cubicBezTo>
                  <a:lnTo>
                    <a:pt x="383" y="198"/>
                  </a:lnTo>
                  <a:cubicBezTo>
                    <a:pt x="387" y="202"/>
                    <a:pt x="387" y="208"/>
                    <a:pt x="383" y="212"/>
                  </a:cubicBezTo>
                  <a:lnTo>
                    <a:pt x="212" y="383"/>
                  </a:lnTo>
                  <a:cubicBezTo>
                    <a:pt x="208" y="387"/>
                    <a:pt x="202" y="387"/>
                    <a:pt x="198" y="383"/>
                  </a:cubicBezTo>
                  <a:lnTo>
                    <a:pt x="3" y="188"/>
                  </a:lnTo>
                  <a:cubicBezTo>
                    <a:pt x="1" y="187"/>
                    <a:pt x="0" y="184"/>
                    <a:pt x="0" y="182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7" name="Freeform 227"/>
            <p:cNvSpPr>
              <a:spLocks noEditPoints="1"/>
            </p:cNvSpPr>
            <p:nvPr/>
          </p:nvSpPr>
          <p:spPr bwMode="auto">
            <a:xfrm>
              <a:off x="15786424" y="4757380"/>
              <a:ext cx="161925" cy="184150"/>
            </a:xfrm>
            <a:custGeom>
              <a:avLst/>
              <a:gdLst>
                <a:gd name="T0" fmla="*/ 187 w 383"/>
                <a:gd name="T1" fmla="*/ 90 h 435"/>
                <a:gd name="T2" fmla="*/ 184 w 383"/>
                <a:gd name="T3" fmla="*/ 97 h 435"/>
                <a:gd name="T4" fmla="*/ 24 w 383"/>
                <a:gd name="T5" fmla="*/ 257 h 435"/>
                <a:gd name="T6" fmla="*/ 176 w 383"/>
                <a:gd name="T7" fmla="*/ 410 h 435"/>
                <a:gd name="T8" fmla="*/ 330 w 383"/>
                <a:gd name="T9" fmla="*/ 257 h 435"/>
                <a:gd name="T10" fmla="*/ 325 w 383"/>
                <a:gd name="T11" fmla="*/ 252 h 435"/>
                <a:gd name="T12" fmla="*/ 325 w 383"/>
                <a:gd name="T13" fmla="*/ 238 h 435"/>
                <a:gd name="T14" fmla="*/ 358 w 383"/>
                <a:gd name="T15" fmla="*/ 205 h 435"/>
                <a:gd name="T16" fmla="*/ 178 w 383"/>
                <a:gd name="T17" fmla="*/ 25 h 435"/>
                <a:gd name="T18" fmla="*/ 152 w 383"/>
                <a:gd name="T19" fmla="*/ 51 h 435"/>
                <a:gd name="T20" fmla="*/ 184 w 383"/>
                <a:gd name="T21" fmla="*/ 83 h 435"/>
                <a:gd name="T22" fmla="*/ 187 w 383"/>
                <a:gd name="T23" fmla="*/ 90 h 435"/>
                <a:gd name="T24" fmla="*/ 0 w 383"/>
                <a:gd name="T25" fmla="*/ 257 h 435"/>
                <a:gd name="T26" fmla="*/ 3 w 383"/>
                <a:gd name="T27" fmla="*/ 250 h 435"/>
                <a:gd name="T28" fmla="*/ 163 w 383"/>
                <a:gd name="T29" fmla="*/ 90 h 435"/>
                <a:gd name="T30" fmla="*/ 131 w 383"/>
                <a:gd name="T31" fmla="*/ 58 h 435"/>
                <a:gd name="T32" fmla="*/ 131 w 383"/>
                <a:gd name="T33" fmla="*/ 44 h 435"/>
                <a:gd name="T34" fmla="*/ 171 w 383"/>
                <a:gd name="T35" fmla="*/ 4 h 435"/>
                <a:gd name="T36" fmla="*/ 185 w 383"/>
                <a:gd name="T37" fmla="*/ 4 h 435"/>
                <a:gd name="T38" fmla="*/ 379 w 383"/>
                <a:gd name="T39" fmla="*/ 199 h 435"/>
                <a:gd name="T40" fmla="*/ 379 w 383"/>
                <a:gd name="T41" fmla="*/ 212 h 435"/>
                <a:gd name="T42" fmla="*/ 346 w 383"/>
                <a:gd name="T43" fmla="*/ 245 h 435"/>
                <a:gd name="T44" fmla="*/ 351 w 383"/>
                <a:gd name="T45" fmla="*/ 250 h 435"/>
                <a:gd name="T46" fmla="*/ 354 w 383"/>
                <a:gd name="T47" fmla="*/ 257 h 435"/>
                <a:gd name="T48" fmla="*/ 351 w 383"/>
                <a:gd name="T49" fmla="*/ 264 h 435"/>
                <a:gd name="T50" fmla="*/ 183 w 383"/>
                <a:gd name="T51" fmla="*/ 431 h 435"/>
                <a:gd name="T52" fmla="*/ 169 w 383"/>
                <a:gd name="T53" fmla="*/ 431 h 435"/>
                <a:gd name="T54" fmla="*/ 3 w 383"/>
                <a:gd name="T55" fmla="*/ 264 h 435"/>
                <a:gd name="T56" fmla="*/ 0 w 383"/>
                <a:gd name="T57" fmla="*/ 25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83" h="435">
                  <a:moveTo>
                    <a:pt x="187" y="90"/>
                  </a:moveTo>
                  <a:cubicBezTo>
                    <a:pt x="187" y="93"/>
                    <a:pt x="186" y="95"/>
                    <a:pt x="184" y="97"/>
                  </a:cubicBezTo>
                  <a:lnTo>
                    <a:pt x="24" y="257"/>
                  </a:lnTo>
                  <a:lnTo>
                    <a:pt x="176" y="410"/>
                  </a:lnTo>
                  <a:lnTo>
                    <a:pt x="330" y="257"/>
                  </a:lnTo>
                  <a:lnTo>
                    <a:pt x="325" y="252"/>
                  </a:lnTo>
                  <a:cubicBezTo>
                    <a:pt x="321" y="249"/>
                    <a:pt x="321" y="242"/>
                    <a:pt x="325" y="238"/>
                  </a:cubicBezTo>
                  <a:lnTo>
                    <a:pt x="358" y="205"/>
                  </a:lnTo>
                  <a:lnTo>
                    <a:pt x="178" y="25"/>
                  </a:lnTo>
                  <a:lnTo>
                    <a:pt x="152" y="51"/>
                  </a:lnTo>
                  <a:lnTo>
                    <a:pt x="184" y="83"/>
                  </a:lnTo>
                  <a:cubicBezTo>
                    <a:pt x="186" y="85"/>
                    <a:pt x="187" y="88"/>
                    <a:pt x="187" y="90"/>
                  </a:cubicBezTo>
                  <a:close/>
                  <a:moveTo>
                    <a:pt x="0" y="257"/>
                  </a:moveTo>
                  <a:cubicBezTo>
                    <a:pt x="0" y="255"/>
                    <a:pt x="1" y="252"/>
                    <a:pt x="3" y="250"/>
                  </a:cubicBezTo>
                  <a:lnTo>
                    <a:pt x="163" y="90"/>
                  </a:lnTo>
                  <a:lnTo>
                    <a:pt x="131" y="58"/>
                  </a:lnTo>
                  <a:cubicBezTo>
                    <a:pt x="127" y="54"/>
                    <a:pt x="127" y="48"/>
                    <a:pt x="131" y="44"/>
                  </a:cubicBezTo>
                  <a:lnTo>
                    <a:pt x="171" y="4"/>
                  </a:lnTo>
                  <a:cubicBezTo>
                    <a:pt x="174" y="0"/>
                    <a:pt x="181" y="0"/>
                    <a:pt x="185" y="4"/>
                  </a:cubicBezTo>
                  <a:lnTo>
                    <a:pt x="379" y="199"/>
                  </a:lnTo>
                  <a:cubicBezTo>
                    <a:pt x="383" y="202"/>
                    <a:pt x="383" y="209"/>
                    <a:pt x="379" y="212"/>
                  </a:cubicBezTo>
                  <a:lnTo>
                    <a:pt x="346" y="245"/>
                  </a:lnTo>
                  <a:lnTo>
                    <a:pt x="351" y="250"/>
                  </a:lnTo>
                  <a:cubicBezTo>
                    <a:pt x="352" y="252"/>
                    <a:pt x="354" y="255"/>
                    <a:pt x="354" y="257"/>
                  </a:cubicBezTo>
                  <a:cubicBezTo>
                    <a:pt x="354" y="260"/>
                    <a:pt x="352" y="262"/>
                    <a:pt x="351" y="264"/>
                  </a:cubicBezTo>
                  <a:lnTo>
                    <a:pt x="183" y="431"/>
                  </a:lnTo>
                  <a:cubicBezTo>
                    <a:pt x="180" y="435"/>
                    <a:pt x="173" y="435"/>
                    <a:pt x="169" y="431"/>
                  </a:cubicBezTo>
                  <a:lnTo>
                    <a:pt x="3" y="264"/>
                  </a:lnTo>
                  <a:cubicBezTo>
                    <a:pt x="1" y="262"/>
                    <a:pt x="0" y="260"/>
                    <a:pt x="0" y="25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8" name="Freeform 228"/>
            <p:cNvSpPr>
              <a:spLocks noEditPoints="1"/>
            </p:cNvSpPr>
            <p:nvPr/>
          </p:nvSpPr>
          <p:spPr bwMode="auto">
            <a:xfrm>
              <a:off x="16043599" y="4709755"/>
              <a:ext cx="147638" cy="147638"/>
            </a:xfrm>
            <a:custGeom>
              <a:avLst/>
              <a:gdLst>
                <a:gd name="T0" fmla="*/ 182 w 350"/>
                <a:gd name="T1" fmla="*/ 24 h 351"/>
                <a:gd name="T2" fmla="*/ 24 w 350"/>
                <a:gd name="T3" fmla="*/ 182 h 351"/>
                <a:gd name="T4" fmla="*/ 168 w 350"/>
                <a:gd name="T5" fmla="*/ 326 h 351"/>
                <a:gd name="T6" fmla="*/ 326 w 350"/>
                <a:gd name="T7" fmla="*/ 168 h 351"/>
                <a:gd name="T8" fmla="*/ 182 w 350"/>
                <a:gd name="T9" fmla="*/ 24 h 351"/>
                <a:gd name="T10" fmla="*/ 0 w 350"/>
                <a:gd name="T11" fmla="*/ 182 h 351"/>
                <a:gd name="T12" fmla="*/ 3 w 350"/>
                <a:gd name="T13" fmla="*/ 175 h 351"/>
                <a:gd name="T14" fmla="*/ 175 w 350"/>
                <a:gd name="T15" fmla="*/ 4 h 351"/>
                <a:gd name="T16" fmla="*/ 189 w 350"/>
                <a:gd name="T17" fmla="*/ 4 h 351"/>
                <a:gd name="T18" fmla="*/ 347 w 350"/>
                <a:gd name="T19" fmla="*/ 162 h 351"/>
                <a:gd name="T20" fmla="*/ 347 w 350"/>
                <a:gd name="T21" fmla="*/ 175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2" y="24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6" y="168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5" y="4"/>
                  </a:lnTo>
                  <a:cubicBezTo>
                    <a:pt x="179" y="0"/>
                    <a:pt x="185" y="0"/>
                    <a:pt x="189" y="4"/>
                  </a:cubicBezTo>
                  <a:lnTo>
                    <a:pt x="347" y="162"/>
                  </a:lnTo>
                  <a:cubicBezTo>
                    <a:pt x="350" y="165"/>
                    <a:pt x="350" y="172"/>
                    <a:pt x="347" y="175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9" name="Freeform 229"/>
            <p:cNvSpPr>
              <a:spLocks noEditPoints="1"/>
            </p:cNvSpPr>
            <p:nvPr/>
          </p:nvSpPr>
          <p:spPr bwMode="auto">
            <a:xfrm>
              <a:off x="16122974" y="4630380"/>
              <a:ext cx="147638" cy="147638"/>
            </a:xfrm>
            <a:custGeom>
              <a:avLst/>
              <a:gdLst>
                <a:gd name="T0" fmla="*/ 181 w 350"/>
                <a:gd name="T1" fmla="*/ 25 h 351"/>
                <a:gd name="T2" fmla="*/ 24 w 350"/>
                <a:gd name="T3" fmla="*/ 182 h 351"/>
                <a:gd name="T4" fmla="*/ 168 w 350"/>
                <a:gd name="T5" fmla="*/ 326 h 351"/>
                <a:gd name="T6" fmla="*/ 325 w 350"/>
                <a:gd name="T7" fmla="*/ 169 h 351"/>
                <a:gd name="T8" fmla="*/ 181 w 350"/>
                <a:gd name="T9" fmla="*/ 25 h 351"/>
                <a:gd name="T10" fmla="*/ 0 w 350"/>
                <a:gd name="T11" fmla="*/ 182 h 351"/>
                <a:gd name="T12" fmla="*/ 3 w 350"/>
                <a:gd name="T13" fmla="*/ 175 h 351"/>
                <a:gd name="T14" fmla="*/ 174 w 350"/>
                <a:gd name="T15" fmla="*/ 4 h 351"/>
                <a:gd name="T16" fmla="*/ 188 w 350"/>
                <a:gd name="T17" fmla="*/ 4 h 351"/>
                <a:gd name="T18" fmla="*/ 346 w 350"/>
                <a:gd name="T19" fmla="*/ 162 h 351"/>
                <a:gd name="T20" fmla="*/ 346 w 350"/>
                <a:gd name="T21" fmla="*/ 176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50" y="166"/>
                    <a:pt x="350" y="172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0" name="Freeform 230"/>
            <p:cNvSpPr>
              <a:spLocks noEditPoints="1"/>
            </p:cNvSpPr>
            <p:nvPr/>
          </p:nvSpPr>
          <p:spPr bwMode="auto">
            <a:xfrm>
              <a:off x="15875324" y="4878030"/>
              <a:ext cx="147638" cy="147638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5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1" name="Freeform 231"/>
            <p:cNvSpPr>
              <a:spLocks noEditPoints="1"/>
            </p:cNvSpPr>
            <p:nvPr/>
          </p:nvSpPr>
          <p:spPr bwMode="auto">
            <a:xfrm>
              <a:off x="15678474" y="4876442"/>
              <a:ext cx="173038" cy="161925"/>
            </a:xfrm>
            <a:custGeom>
              <a:avLst/>
              <a:gdLst>
                <a:gd name="T0" fmla="*/ 50 w 410"/>
                <a:gd name="T1" fmla="*/ 176 h 383"/>
                <a:gd name="T2" fmla="*/ 24 w 410"/>
                <a:gd name="T3" fmla="*/ 202 h 383"/>
                <a:gd name="T4" fmla="*/ 181 w 410"/>
                <a:gd name="T5" fmla="*/ 359 h 383"/>
                <a:gd name="T6" fmla="*/ 214 w 410"/>
                <a:gd name="T7" fmla="*/ 326 h 383"/>
                <a:gd name="T8" fmla="*/ 228 w 410"/>
                <a:gd name="T9" fmla="*/ 326 h 383"/>
                <a:gd name="T10" fmla="*/ 232 w 410"/>
                <a:gd name="T11" fmla="*/ 330 h 383"/>
                <a:gd name="T12" fmla="*/ 385 w 410"/>
                <a:gd name="T13" fmla="*/ 177 h 383"/>
                <a:gd name="T14" fmla="*/ 232 w 410"/>
                <a:gd name="T15" fmla="*/ 25 h 383"/>
                <a:gd name="T16" fmla="*/ 73 w 410"/>
                <a:gd name="T17" fmla="*/ 184 h 383"/>
                <a:gd name="T18" fmla="*/ 59 w 410"/>
                <a:gd name="T19" fmla="*/ 184 h 383"/>
                <a:gd name="T20" fmla="*/ 50 w 410"/>
                <a:gd name="T21" fmla="*/ 176 h 383"/>
                <a:gd name="T22" fmla="*/ 0 w 410"/>
                <a:gd name="T23" fmla="*/ 202 h 383"/>
                <a:gd name="T24" fmla="*/ 3 w 410"/>
                <a:gd name="T25" fmla="*/ 195 h 383"/>
                <a:gd name="T26" fmla="*/ 5 w 410"/>
                <a:gd name="T27" fmla="*/ 194 h 383"/>
                <a:gd name="T28" fmla="*/ 41 w 410"/>
                <a:gd name="T29" fmla="*/ 157 h 383"/>
                <a:gd name="T30" fmla="*/ 43 w 410"/>
                <a:gd name="T31" fmla="*/ 155 h 383"/>
                <a:gd name="T32" fmla="*/ 57 w 410"/>
                <a:gd name="T33" fmla="*/ 155 h 383"/>
                <a:gd name="T34" fmla="*/ 66 w 410"/>
                <a:gd name="T35" fmla="*/ 164 h 383"/>
                <a:gd name="T36" fmla="*/ 225 w 410"/>
                <a:gd name="T37" fmla="*/ 4 h 383"/>
                <a:gd name="T38" fmla="*/ 239 w 410"/>
                <a:gd name="T39" fmla="*/ 4 h 383"/>
                <a:gd name="T40" fmla="*/ 406 w 410"/>
                <a:gd name="T41" fmla="*/ 170 h 383"/>
                <a:gd name="T42" fmla="*/ 406 w 410"/>
                <a:gd name="T43" fmla="*/ 184 h 383"/>
                <a:gd name="T44" fmla="*/ 239 w 410"/>
                <a:gd name="T45" fmla="*/ 351 h 383"/>
                <a:gd name="T46" fmla="*/ 232 w 410"/>
                <a:gd name="T47" fmla="*/ 354 h 383"/>
                <a:gd name="T48" fmla="*/ 225 w 410"/>
                <a:gd name="T49" fmla="*/ 351 h 383"/>
                <a:gd name="T50" fmla="*/ 221 w 410"/>
                <a:gd name="T51" fmla="*/ 347 h 383"/>
                <a:gd name="T52" fmla="*/ 188 w 410"/>
                <a:gd name="T53" fmla="*/ 380 h 383"/>
                <a:gd name="T54" fmla="*/ 174 w 410"/>
                <a:gd name="T55" fmla="*/ 380 h 383"/>
                <a:gd name="T56" fmla="*/ 3 w 410"/>
                <a:gd name="T57" fmla="*/ 209 h 383"/>
                <a:gd name="T58" fmla="*/ 3 w 410"/>
                <a:gd name="T59" fmla="*/ 209 h 383"/>
                <a:gd name="T60" fmla="*/ 3 w 410"/>
                <a:gd name="T61" fmla="*/ 209 h 383"/>
                <a:gd name="T62" fmla="*/ 3 w 410"/>
                <a:gd name="T63" fmla="*/ 209 h 383"/>
                <a:gd name="T64" fmla="*/ 3 w 410"/>
                <a:gd name="T65" fmla="*/ 209 h 383"/>
                <a:gd name="T66" fmla="*/ 3 w 410"/>
                <a:gd name="T67" fmla="*/ 209 h 383"/>
                <a:gd name="T68" fmla="*/ 3 w 410"/>
                <a:gd name="T69" fmla="*/ 209 h 383"/>
                <a:gd name="T70" fmla="*/ 3 w 410"/>
                <a:gd name="T71" fmla="*/ 209 h 383"/>
                <a:gd name="T72" fmla="*/ 3 w 410"/>
                <a:gd name="T73" fmla="*/ 209 h 383"/>
                <a:gd name="T74" fmla="*/ 3 w 410"/>
                <a:gd name="T75" fmla="*/ 209 h 383"/>
                <a:gd name="T76" fmla="*/ 3 w 410"/>
                <a:gd name="T77" fmla="*/ 209 h 383"/>
                <a:gd name="T78" fmla="*/ 3 w 410"/>
                <a:gd name="T79" fmla="*/ 209 h 383"/>
                <a:gd name="T80" fmla="*/ 3 w 410"/>
                <a:gd name="T81" fmla="*/ 209 h 383"/>
                <a:gd name="T82" fmla="*/ 3 w 410"/>
                <a:gd name="T83" fmla="*/ 209 h 383"/>
                <a:gd name="T84" fmla="*/ 3 w 410"/>
                <a:gd name="T85" fmla="*/ 209 h 383"/>
                <a:gd name="T86" fmla="*/ 3 w 410"/>
                <a:gd name="T87" fmla="*/ 209 h 383"/>
                <a:gd name="T88" fmla="*/ 3 w 410"/>
                <a:gd name="T89" fmla="*/ 209 h 383"/>
                <a:gd name="T90" fmla="*/ 3 w 410"/>
                <a:gd name="T91" fmla="*/ 209 h 383"/>
                <a:gd name="T92" fmla="*/ 3 w 410"/>
                <a:gd name="T93" fmla="*/ 209 h 383"/>
                <a:gd name="T94" fmla="*/ 0 w 410"/>
                <a:gd name="T95" fmla="*/ 20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0" h="383">
                  <a:moveTo>
                    <a:pt x="50" y="176"/>
                  </a:moveTo>
                  <a:lnTo>
                    <a:pt x="24" y="202"/>
                  </a:lnTo>
                  <a:lnTo>
                    <a:pt x="181" y="359"/>
                  </a:lnTo>
                  <a:lnTo>
                    <a:pt x="214" y="326"/>
                  </a:lnTo>
                  <a:cubicBezTo>
                    <a:pt x="218" y="322"/>
                    <a:pt x="224" y="322"/>
                    <a:pt x="228" y="326"/>
                  </a:cubicBezTo>
                  <a:lnTo>
                    <a:pt x="232" y="330"/>
                  </a:lnTo>
                  <a:lnTo>
                    <a:pt x="385" y="177"/>
                  </a:lnTo>
                  <a:lnTo>
                    <a:pt x="232" y="25"/>
                  </a:lnTo>
                  <a:lnTo>
                    <a:pt x="73" y="184"/>
                  </a:lnTo>
                  <a:cubicBezTo>
                    <a:pt x="69" y="188"/>
                    <a:pt x="62" y="188"/>
                    <a:pt x="59" y="184"/>
                  </a:cubicBezTo>
                  <a:lnTo>
                    <a:pt x="50" y="176"/>
                  </a:lnTo>
                  <a:close/>
                  <a:moveTo>
                    <a:pt x="0" y="202"/>
                  </a:moveTo>
                  <a:cubicBezTo>
                    <a:pt x="0" y="199"/>
                    <a:pt x="1" y="197"/>
                    <a:pt x="3" y="195"/>
                  </a:cubicBezTo>
                  <a:cubicBezTo>
                    <a:pt x="4" y="194"/>
                    <a:pt x="4" y="194"/>
                    <a:pt x="5" y="194"/>
                  </a:cubicBezTo>
                  <a:lnTo>
                    <a:pt x="41" y="157"/>
                  </a:lnTo>
                  <a:cubicBezTo>
                    <a:pt x="42" y="156"/>
                    <a:pt x="42" y="156"/>
                    <a:pt x="43" y="155"/>
                  </a:cubicBezTo>
                  <a:cubicBezTo>
                    <a:pt x="47" y="151"/>
                    <a:pt x="53" y="151"/>
                    <a:pt x="57" y="155"/>
                  </a:cubicBezTo>
                  <a:lnTo>
                    <a:pt x="66" y="164"/>
                  </a:lnTo>
                  <a:lnTo>
                    <a:pt x="225" y="4"/>
                  </a:lnTo>
                  <a:cubicBezTo>
                    <a:pt x="229" y="0"/>
                    <a:pt x="235" y="0"/>
                    <a:pt x="239" y="4"/>
                  </a:cubicBezTo>
                  <a:lnTo>
                    <a:pt x="406" y="170"/>
                  </a:lnTo>
                  <a:cubicBezTo>
                    <a:pt x="410" y="174"/>
                    <a:pt x="410" y="180"/>
                    <a:pt x="406" y="184"/>
                  </a:cubicBezTo>
                  <a:lnTo>
                    <a:pt x="239" y="351"/>
                  </a:lnTo>
                  <a:cubicBezTo>
                    <a:pt x="238" y="353"/>
                    <a:pt x="235" y="354"/>
                    <a:pt x="232" y="354"/>
                  </a:cubicBezTo>
                  <a:cubicBezTo>
                    <a:pt x="230" y="354"/>
                    <a:pt x="227" y="353"/>
                    <a:pt x="225" y="351"/>
                  </a:cubicBezTo>
                  <a:lnTo>
                    <a:pt x="221" y="347"/>
                  </a:lnTo>
                  <a:lnTo>
                    <a:pt x="188" y="380"/>
                  </a:lnTo>
                  <a:cubicBezTo>
                    <a:pt x="184" y="383"/>
                    <a:pt x="178" y="383"/>
                    <a:pt x="174" y="380"/>
                  </a:cubicBez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cubicBezTo>
                    <a:pt x="3" y="209"/>
                    <a:pt x="3" y="209"/>
                    <a:pt x="3" y="209"/>
                  </a:cubicBez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cubicBezTo>
                    <a:pt x="1" y="207"/>
                    <a:pt x="0" y="204"/>
                    <a:pt x="0" y="20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2" name="Freeform 232"/>
            <p:cNvSpPr>
              <a:spLocks noEditPoints="1"/>
            </p:cNvSpPr>
            <p:nvPr/>
          </p:nvSpPr>
          <p:spPr bwMode="auto">
            <a:xfrm>
              <a:off x="15746736" y="4581167"/>
              <a:ext cx="168275" cy="168275"/>
            </a:xfrm>
            <a:custGeom>
              <a:avLst/>
              <a:gdLst>
                <a:gd name="T0" fmla="*/ 181 w 399"/>
                <a:gd name="T1" fmla="*/ 24 h 399"/>
                <a:gd name="T2" fmla="*/ 24 w 399"/>
                <a:gd name="T3" fmla="*/ 181 h 399"/>
                <a:gd name="T4" fmla="*/ 217 w 399"/>
                <a:gd name="T5" fmla="*/ 374 h 399"/>
                <a:gd name="T6" fmla="*/ 374 w 399"/>
                <a:gd name="T7" fmla="*/ 217 h 399"/>
                <a:gd name="T8" fmla="*/ 181 w 399"/>
                <a:gd name="T9" fmla="*/ 24 h 399"/>
                <a:gd name="T10" fmla="*/ 0 w 399"/>
                <a:gd name="T11" fmla="*/ 181 h 399"/>
                <a:gd name="T12" fmla="*/ 3 w 399"/>
                <a:gd name="T13" fmla="*/ 174 h 399"/>
                <a:gd name="T14" fmla="*/ 174 w 399"/>
                <a:gd name="T15" fmla="*/ 3 h 399"/>
                <a:gd name="T16" fmla="*/ 181 w 399"/>
                <a:gd name="T17" fmla="*/ 0 h 399"/>
                <a:gd name="T18" fmla="*/ 188 w 399"/>
                <a:gd name="T19" fmla="*/ 3 h 399"/>
                <a:gd name="T20" fmla="*/ 395 w 399"/>
                <a:gd name="T21" fmla="*/ 210 h 399"/>
                <a:gd name="T22" fmla="*/ 395 w 399"/>
                <a:gd name="T23" fmla="*/ 224 h 399"/>
                <a:gd name="T24" fmla="*/ 224 w 399"/>
                <a:gd name="T25" fmla="*/ 395 h 399"/>
                <a:gd name="T26" fmla="*/ 210 w 399"/>
                <a:gd name="T27" fmla="*/ 395 h 399"/>
                <a:gd name="T28" fmla="*/ 3 w 399"/>
                <a:gd name="T29" fmla="*/ 188 h 399"/>
                <a:gd name="T30" fmla="*/ 0 w 399"/>
                <a:gd name="T31" fmla="*/ 181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9" h="399">
                  <a:moveTo>
                    <a:pt x="181" y="24"/>
                  </a:moveTo>
                  <a:lnTo>
                    <a:pt x="24" y="181"/>
                  </a:lnTo>
                  <a:lnTo>
                    <a:pt x="217" y="374"/>
                  </a:lnTo>
                  <a:lnTo>
                    <a:pt x="374" y="217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95" y="210"/>
                  </a:lnTo>
                  <a:cubicBezTo>
                    <a:pt x="399" y="214"/>
                    <a:pt x="399" y="220"/>
                    <a:pt x="395" y="224"/>
                  </a:cubicBezTo>
                  <a:lnTo>
                    <a:pt x="224" y="395"/>
                  </a:lnTo>
                  <a:cubicBezTo>
                    <a:pt x="220" y="399"/>
                    <a:pt x="214" y="399"/>
                    <a:pt x="210" y="395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3" name="Freeform 233"/>
            <p:cNvSpPr>
              <a:spLocks noEditPoints="1"/>
            </p:cNvSpPr>
            <p:nvPr/>
          </p:nvSpPr>
          <p:spPr bwMode="auto">
            <a:xfrm>
              <a:off x="15662599" y="4655780"/>
              <a:ext cx="184150" cy="161925"/>
            </a:xfrm>
            <a:custGeom>
              <a:avLst/>
              <a:gdLst>
                <a:gd name="T0" fmla="*/ 177 w 434"/>
                <a:gd name="T1" fmla="*/ 53 h 383"/>
                <a:gd name="T2" fmla="*/ 24 w 434"/>
                <a:gd name="T3" fmla="*/ 206 h 383"/>
                <a:gd name="T4" fmla="*/ 177 w 434"/>
                <a:gd name="T5" fmla="*/ 359 h 383"/>
                <a:gd name="T6" fmla="*/ 337 w 434"/>
                <a:gd name="T7" fmla="*/ 199 h 383"/>
                <a:gd name="T8" fmla="*/ 344 w 434"/>
                <a:gd name="T9" fmla="*/ 196 h 383"/>
                <a:gd name="T10" fmla="*/ 351 w 434"/>
                <a:gd name="T11" fmla="*/ 199 h 383"/>
                <a:gd name="T12" fmla="*/ 383 w 434"/>
                <a:gd name="T13" fmla="*/ 232 h 383"/>
                <a:gd name="T14" fmla="*/ 409 w 434"/>
                <a:gd name="T15" fmla="*/ 205 h 383"/>
                <a:gd name="T16" fmla="*/ 228 w 434"/>
                <a:gd name="T17" fmla="*/ 25 h 383"/>
                <a:gd name="T18" fmla="*/ 195 w 434"/>
                <a:gd name="T19" fmla="*/ 58 h 383"/>
                <a:gd name="T20" fmla="*/ 181 w 434"/>
                <a:gd name="T21" fmla="*/ 58 h 383"/>
                <a:gd name="T22" fmla="*/ 177 w 434"/>
                <a:gd name="T23" fmla="*/ 53 h 383"/>
                <a:gd name="T24" fmla="*/ 0 w 434"/>
                <a:gd name="T25" fmla="*/ 206 h 383"/>
                <a:gd name="T26" fmla="*/ 3 w 434"/>
                <a:gd name="T27" fmla="*/ 199 h 383"/>
                <a:gd name="T28" fmla="*/ 170 w 434"/>
                <a:gd name="T29" fmla="*/ 32 h 383"/>
                <a:gd name="T30" fmla="*/ 177 w 434"/>
                <a:gd name="T31" fmla="*/ 30 h 383"/>
                <a:gd name="T32" fmla="*/ 184 w 434"/>
                <a:gd name="T33" fmla="*/ 32 h 383"/>
                <a:gd name="T34" fmla="*/ 188 w 434"/>
                <a:gd name="T35" fmla="*/ 37 h 383"/>
                <a:gd name="T36" fmla="*/ 221 w 434"/>
                <a:gd name="T37" fmla="*/ 4 h 383"/>
                <a:gd name="T38" fmla="*/ 235 w 434"/>
                <a:gd name="T39" fmla="*/ 4 h 383"/>
                <a:gd name="T40" fmla="*/ 430 w 434"/>
                <a:gd name="T41" fmla="*/ 199 h 383"/>
                <a:gd name="T42" fmla="*/ 430 w 434"/>
                <a:gd name="T43" fmla="*/ 212 h 383"/>
                <a:gd name="T44" fmla="*/ 390 w 434"/>
                <a:gd name="T45" fmla="*/ 252 h 383"/>
                <a:gd name="T46" fmla="*/ 376 w 434"/>
                <a:gd name="T47" fmla="*/ 252 h 383"/>
                <a:gd name="T48" fmla="*/ 344 w 434"/>
                <a:gd name="T49" fmla="*/ 220 h 383"/>
                <a:gd name="T50" fmla="*/ 184 w 434"/>
                <a:gd name="T51" fmla="*/ 380 h 383"/>
                <a:gd name="T52" fmla="*/ 177 w 434"/>
                <a:gd name="T53" fmla="*/ 383 h 383"/>
                <a:gd name="T54" fmla="*/ 170 w 434"/>
                <a:gd name="T55" fmla="*/ 380 h 383"/>
                <a:gd name="T56" fmla="*/ 3 w 434"/>
                <a:gd name="T57" fmla="*/ 213 h 383"/>
                <a:gd name="T58" fmla="*/ 0 w 434"/>
                <a:gd name="T59" fmla="*/ 206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34" h="383">
                  <a:moveTo>
                    <a:pt x="177" y="53"/>
                  </a:moveTo>
                  <a:lnTo>
                    <a:pt x="24" y="206"/>
                  </a:lnTo>
                  <a:lnTo>
                    <a:pt x="177" y="359"/>
                  </a:lnTo>
                  <a:lnTo>
                    <a:pt x="337" y="199"/>
                  </a:lnTo>
                  <a:cubicBezTo>
                    <a:pt x="339" y="197"/>
                    <a:pt x="341" y="196"/>
                    <a:pt x="344" y="196"/>
                  </a:cubicBezTo>
                  <a:cubicBezTo>
                    <a:pt x="346" y="196"/>
                    <a:pt x="349" y="197"/>
                    <a:pt x="351" y="199"/>
                  </a:cubicBezTo>
                  <a:lnTo>
                    <a:pt x="383" y="232"/>
                  </a:lnTo>
                  <a:lnTo>
                    <a:pt x="409" y="205"/>
                  </a:lnTo>
                  <a:lnTo>
                    <a:pt x="228" y="25"/>
                  </a:lnTo>
                  <a:lnTo>
                    <a:pt x="195" y="58"/>
                  </a:lnTo>
                  <a:cubicBezTo>
                    <a:pt x="192" y="62"/>
                    <a:pt x="185" y="62"/>
                    <a:pt x="181" y="58"/>
                  </a:cubicBezTo>
                  <a:lnTo>
                    <a:pt x="177" y="53"/>
                  </a:lnTo>
                  <a:close/>
                  <a:moveTo>
                    <a:pt x="0" y="206"/>
                  </a:moveTo>
                  <a:cubicBezTo>
                    <a:pt x="0" y="204"/>
                    <a:pt x="1" y="201"/>
                    <a:pt x="3" y="199"/>
                  </a:cubicBezTo>
                  <a:lnTo>
                    <a:pt x="170" y="32"/>
                  </a:lnTo>
                  <a:cubicBezTo>
                    <a:pt x="172" y="31"/>
                    <a:pt x="174" y="30"/>
                    <a:pt x="177" y="30"/>
                  </a:cubicBezTo>
                  <a:cubicBezTo>
                    <a:pt x="179" y="30"/>
                    <a:pt x="182" y="31"/>
                    <a:pt x="184" y="32"/>
                  </a:cubicBezTo>
                  <a:lnTo>
                    <a:pt x="188" y="37"/>
                  </a:lnTo>
                  <a:lnTo>
                    <a:pt x="221" y="4"/>
                  </a:lnTo>
                  <a:cubicBezTo>
                    <a:pt x="225" y="0"/>
                    <a:pt x="232" y="0"/>
                    <a:pt x="235" y="4"/>
                  </a:cubicBezTo>
                  <a:lnTo>
                    <a:pt x="430" y="199"/>
                  </a:lnTo>
                  <a:cubicBezTo>
                    <a:pt x="434" y="202"/>
                    <a:pt x="434" y="209"/>
                    <a:pt x="430" y="212"/>
                  </a:cubicBezTo>
                  <a:lnTo>
                    <a:pt x="390" y="252"/>
                  </a:lnTo>
                  <a:cubicBezTo>
                    <a:pt x="386" y="256"/>
                    <a:pt x="380" y="256"/>
                    <a:pt x="376" y="252"/>
                  </a:cubicBezTo>
                  <a:lnTo>
                    <a:pt x="344" y="220"/>
                  </a:lnTo>
                  <a:lnTo>
                    <a:pt x="184" y="380"/>
                  </a:lnTo>
                  <a:cubicBezTo>
                    <a:pt x="182" y="382"/>
                    <a:pt x="179" y="383"/>
                    <a:pt x="177" y="383"/>
                  </a:cubicBezTo>
                  <a:cubicBezTo>
                    <a:pt x="174" y="383"/>
                    <a:pt x="172" y="382"/>
                    <a:pt x="170" y="380"/>
                  </a:cubicBezTo>
                  <a:lnTo>
                    <a:pt x="3" y="213"/>
                  </a:lnTo>
                  <a:cubicBezTo>
                    <a:pt x="1" y="211"/>
                    <a:pt x="0" y="209"/>
                    <a:pt x="0" y="206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4" name="Freeform 234"/>
            <p:cNvSpPr>
              <a:spLocks noEditPoints="1"/>
            </p:cNvSpPr>
            <p:nvPr/>
          </p:nvSpPr>
          <p:spPr bwMode="auto">
            <a:xfrm>
              <a:off x="15565761" y="4754205"/>
              <a:ext cx="161925" cy="173038"/>
            </a:xfrm>
            <a:custGeom>
              <a:avLst/>
              <a:gdLst>
                <a:gd name="T0" fmla="*/ 60 w 383"/>
                <a:gd name="T1" fmla="*/ 189 h 410"/>
                <a:gd name="T2" fmla="*/ 57 w 383"/>
                <a:gd name="T3" fmla="*/ 196 h 410"/>
                <a:gd name="T4" fmla="*/ 24 w 383"/>
                <a:gd name="T5" fmla="*/ 229 h 410"/>
                <a:gd name="T6" fmla="*/ 180 w 383"/>
                <a:gd name="T7" fmla="*/ 385 h 410"/>
                <a:gd name="T8" fmla="*/ 207 w 383"/>
                <a:gd name="T9" fmla="*/ 359 h 410"/>
                <a:gd name="T10" fmla="*/ 198 w 383"/>
                <a:gd name="T11" fmla="*/ 351 h 410"/>
                <a:gd name="T12" fmla="*/ 198 w 383"/>
                <a:gd name="T13" fmla="*/ 337 h 410"/>
                <a:gd name="T14" fmla="*/ 358 w 383"/>
                <a:gd name="T15" fmla="*/ 177 h 410"/>
                <a:gd name="T16" fmla="*/ 205 w 383"/>
                <a:gd name="T17" fmla="*/ 24 h 410"/>
                <a:gd name="T18" fmla="*/ 52 w 383"/>
                <a:gd name="T19" fmla="*/ 177 h 410"/>
                <a:gd name="T20" fmla="*/ 57 w 383"/>
                <a:gd name="T21" fmla="*/ 182 h 410"/>
                <a:gd name="T22" fmla="*/ 60 w 383"/>
                <a:gd name="T23" fmla="*/ 189 h 410"/>
                <a:gd name="T24" fmla="*/ 0 w 383"/>
                <a:gd name="T25" fmla="*/ 229 h 410"/>
                <a:gd name="T26" fmla="*/ 3 w 383"/>
                <a:gd name="T27" fmla="*/ 222 h 410"/>
                <a:gd name="T28" fmla="*/ 36 w 383"/>
                <a:gd name="T29" fmla="*/ 189 h 410"/>
                <a:gd name="T30" fmla="*/ 31 w 383"/>
                <a:gd name="T31" fmla="*/ 184 h 410"/>
                <a:gd name="T32" fmla="*/ 28 w 383"/>
                <a:gd name="T33" fmla="*/ 177 h 410"/>
                <a:gd name="T34" fmla="*/ 31 w 383"/>
                <a:gd name="T35" fmla="*/ 170 h 410"/>
                <a:gd name="T36" fmla="*/ 199 w 383"/>
                <a:gd name="T37" fmla="*/ 3 h 410"/>
                <a:gd name="T38" fmla="*/ 212 w 383"/>
                <a:gd name="T39" fmla="*/ 3 h 410"/>
                <a:gd name="T40" fmla="*/ 379 w 383"/>
                <a:gd name="T41" fmla="*/ 170 h 410"/>
                <a:gd name="T42" fmla="*/ 379 w 383"/>
                <a:gd name="T43" fmla="*/ 184 h 410"/>
                <a:gd name="T44" fmla="*/ 219 w 383"/>
                <a:gd name="T45" fmla="*/ 344 h 410"/>
                <a:gd name="T46" fmla="*/ 228 w 383"/>
                <a:gd name="T47" fmla="*/ 353 h 410"/>
                <a:gd name="T48" fmla="*/ 228 w 383"/>
                <a:gd name="T49" fmla="*/ 367 h 410"/>
                <a:gd name="T50" fmla="*/ 225 w 383"/>
                <a:gd name="T51" fmla="*/ 369 h 410"/>
                <a:gd name="T52" fmla="*/ 190 w 383"/>
                <a:gd name="T53" fmla="*/ 404 h 410"/>
                <a:gd name="T54" fmla="*/ 188 w 383"/>
                <a:gd name="T55" fmla="*/ 407 h 410"/>
                <a:gd name="T56" fmla="*/ 181 w 383"/>
                <a:gd name="T57" fmla="*/ 410 h 410"/>
                <a:gd name="T58" fmla="*/ 174 w 383"/>
                <a:gd name="T59" fmla="*/ 407 h 410"/>
                <a:gd name="T60" fmla="*/ 174 w 383"/>
                <a:gd name="T61" fmla="*/ 407 h 410"/>
                <a:gd name="T62" fmla="*/ 174 w 383"/>
                <a:gd name="T63" fmla="*/ 406 h 410"/>
                <a:gd name="T64" fmla="*/ 3 w 383"/>
                <a:gd name="T65" fmla="*/ 236 h 410"/>
                <a:gd name="T66" fmla="*/ 0 w 383"/>
                <a:gd name="T67" fmla="*/ 22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3" h="410">
                  <a:moveTo>
                    <a:pt x="60" y="189"/>
                  </a:moveTo>
                  <a:cubicBezTo>
                    <a:pt x="60" y="191"/>
                    <a:pt x="59" y="194"/>
                    <a:pt x="57" y="196"/>
                  </a:cubicBezTo>
                  <a:lnTo>
                    <a:pt x="24" y="229"/>
                  </a:lnTo>
                  <a:lnTo>
                    <a:pt x="180" y="385"/>
                  </a:lnTo>
                  <a:lnTo>
                    <a:pt x="207" y="359"/>
                  </a:lnTo>
                  <a:lnTo>
                    <a:pt x="198" y="351"/>
                  </a:lnTo>
                  <a:cubicBezTo>
                    <a:pt x="194" y="347"/>
                    <a:pt x="194" y="341"/>
                    <a:pt x="198" y="337"/>
                  </a:cubicBezTo>
                  <a:lnTo>
                    <a:pt x="358" y="177"/>
                  </a:lnTo>
                  <a:lnTo>
                    <a:pt x="205" y="24"/>
                  </a:lnTo>
                  <a:lnTo>
                    <a:pt x="52" y="177"/>
                  </a:lnTo>
                  <a:lnTo>
                    <a:pt x="57" y="182"/>
                  </a:lnTo>
                  <a:cubicBezTo>
                    <a:pt x="59" y="184"/>
                    <a:pt x="60" y="186"/>
                    <a:pt x="60" y="189"/>
                  </a:cubicBezTo>
                  <a:close/>
                  <a:moveTo>
                    <a:pt x="0" y="229"/>
                  </a:moveTo>
                  <a:cubicBezTo>
                    <a:pt x="0" y="226"/>
                    <a:pt x="1" y="224"/>
                    <a:pt x="3" y="222"/>
                  </a:cubicBezTo>
                  <a:lnTo>
                    <a:pt x="36" y="189"/>
                  </a:lnTo>
                  <a:lnTo>
                    <a:pt x="31" y="184"/>
                  </a:lnTo>
                  <a:cubicBezTo>
                    <a:pt x="29" y="182"/>
                    <a:pt x="28" y="180"/>
                    <a:pt x="28" y="177"/>
                  </a:cubicBezTo>
                  <a:cubicBezTo>
                    <a:pt x="28" y="175"/>
                    <a:pt x="29" y="172"/>
                    <a:pt x="31" y="170"/>
                  </a:cubicBezTo>
                  <a:lnTo>
                    <a:pt x="199" y="3"/>
                  </a:lnTo>
                  <a:cubicBezTo>
                    <a:pt x="202" y="0"/>
                    <a:pt x="209" y="0"/>
                    <a:pt x="212" y="3"/>
                  </a:cubicBezTo>
                  <a:lnTo>
                    <a:pt x="379" y="170"/>
                  </a:lnTo>
                  <a:cubicBezTo>
                    <a:pt x="383" y="174"/>
                    <a:pt x="383" y="180"/>
                    <a:pt x="379" y="184"/>
                  </a:cubicBezTo>
                  <a:lnTo>
                    <a:pt x="219" y="344"/>
                  </a:lnTo>
                  <a:lnTo>
                    <a:pt x="228" y="353"/>
                  </a:lnTo>
                  <a:cubicBezTo>
                    <a:pt x="232" y="357"/>
                    <a:pt x="232" y="363"/>
                    <a:pt x="228" y="367"/>
                  </a:cubicBezTo>
                  <a:cubicBezTo>
                    <a:pt x="227" y="368"/>
                    <a:pt x="226" y="369"/>
                    <a:pt x="225" y="369"/>
                  </a:cubicBezTo>
                  <a:lnTo>
                    <a:pt x="190" y="404"/>
                  </a:lnTo>
                  <a:cubicBezTo>
                    <a:pt x="189" y="405"/>
                    <a:pt x="189" y="406"/>
                    <a:pt x="188" y="407"/>
                  </a:cubicBezTo>
                  <a:cubicBezTo>
                    <a:pt x="186" y="409"/>
                    <a:pt x="183" y="410"/>
                    <a:pt x="181" y="410"/>
                  </a:cubicBezTo>
                  <a:cubicBezTo>
                    <a:pt x="178" y="410"/>
                    <a:pt x="176" y="409"/>
                    <a:pt x="174" y="407"/>
                  </a:cubicBezTo>
                  <a:lnTo>
                    <a:pt x="174" y="407"/>
                  </a:lnTo>
                  <a:lnTo>
                    <a:pt x="174" y="406"/>
                  </a:lnTo>
                  <a:lnTo>
                    <a:pt x="3" y="236"/>
                  </a:lnTo>
                  <a:cubicBezTo>
                    <a:pt x="1" y="234"/>
                    <a:pt x="0" y="231"/>
                    <a:pt x="0" y="22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5" name="Freeform 235"/>
            <p:cNvSpPr>
              <a:spLocks noEditPoints="1"/>
            </p:cNvSpPr>
            <p:nvPr/>
          </p:nvSpPr>
          <p:spPr bwMode="auto">
            <a:xfrm>
              <a:off x="15822936" y="4330342"/>
              <a:ext cx="146050" cy="149225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3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6" name="Freeform 236"/>
            <p:cNvSpPr>
              <a:spLocks noEditPoints="1"/>
            </p:cNvSpPr>
            <p:nvPr/>
          </p:nvSpPr>
          <p:spPr bwMode="auto">
            <a:xfrm>
              <a:off x="15741974" y="4411305"/>
              <a:ext cx="147638" cy="147638"/>
            </a:xfrm>
            <a:custGeom>
              <a:avLst/>
              <a:gdLst>
                <a:gd name="T0" fmla="*/ 181 w 349"/>
                <a:gd name="T1" fmla="*/ 25 h 350"/>
                <a:gd name="T2" fmla="*/ 24 w 349"/>
                <a:gd name="T3" fmla="*/ 182 h 350"/>
                <a:gd name="T4" fmla="*/ 168 w 349"/>
                <a:gd name="T5" fmla="*/ 326 h 350"/>
                <a:gd name="T6" fmla="*/ 325 w 349"/>
                <a:gd name="T7" fmla="*/ 168 h 350"/>
                <a:gd name="T8" fmla="*/ 181 w 349"/>
                <a:gd name="T9" fmla="*/ 25 h 350"/>
                <a:gd name="T10" fmla="*/ 0 w 349"/>
                <a:gd name="T11" fmla="*/ 182 h 350"/>
                <a:gd name="T12" fmla="*/ 3 w 349"/>
                <a:gd name="T13" fmla="*/ 175 h 350"/>
                <a:gd name="T14" fmla="*/ 174 w 349"/>
                <a:gd name="T15" fmla="*/ 4 h 350"/>
                <a:gd name="T16" fmla="*/ 188 w 349"/>
                <a:gd name="T17" fmla="*/ 4 h 350"/>
                <a:gd name="T18" fmla="*/ 346 w 349"/>
                <a:gd name="T19" fmla="*/ 161 h 350"/>
                <a:gd name="T20" fmla="*/ 349 w 349"/>
                <a:gd name="T21" fmla="*/ 168 h 350"/>
                <a:gd name="T22" fmla="*/ 346 w 349"/>
                <a:gd name="T23" fmla="*/ 175 h 350"/>
                <a:gd name="T24" fmla="*/ 175 w 349"/>
                <a:gd name="T25" fmla="*/ 347 h 350"/>
                <a:gd name="T26" fmla="*/ 161 w 349"/>
                <a:gd name="T27" fmla="*/ 347 h 350"/>
                <a:gd name="T28" fmla="*/ 3 w 349"/>
                <a:gd name="T29" fmla="*/ 189 h 350"/>
                <a:gd name="T30" fmla="*/ 0 w 349"/>
                <a:gd name="T31" fmla="*/ 182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0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8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1"/>
                  </a:lnTo>
                  <a:cubicBezTo>
                    <a:pt x="348" y="163"/>
                    <a:pt x="349" y="166"/>
                    <a:pt x="349" y="168"/>
                  </a:cubicBezTo>
                  <a:cubicBezTo>
                    <a:pt x="349" y="171"/>
                    <a:pt x="348" y="174"/>
                    <a:pt x="346" y="175"/>
                  </a:cubicBezTo>
                  <a:lnTo>
                    <a:pt x="175" y="347"/>
                  </a:lnTo>
                  <a:cubicBezTo>
                    <a:pt x="171" y="350"/>
                    <a:pt x="165" y="350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7" name="Freeform 237"/>
            <p:cNvSpPr>
              <a:spLocks noEditPoints="1"/>
            </p:cNvSpPr>
            <p:nvPr/>
          </p:nvSpPr>
          <p:spPr bwMode="auto">
            <a:xfrm>
              <a:off x="15575286" y="4577992"/>
              <a:ext cx="147638" cy="147638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8" name="Freeform 238"/>
            <p:cNvSpPr>
              <a:spLocks noEditPoints="1"/>
            </p:cNvSpPr>
            <p:nvPr/>
          </p:nvSpPr>
          <p:spPr bwMode="auto">
            <a:xfrm>
              <a:off x="19663099" y="739417"/>
              <a:ext cx="101600" cy="101600"/>
            </a:xfrm>
            <a:custGeom>
              <a:avLst/>
              <a:gdLst>
                <a:gd name="T0" fmla="*/ 91 w 240"/>
                <a:gd name="T1" fmla="*/ 24 h 241"/>
                <a:gd name="T2" fmla="*/ 23 w 240"/>
                <a:gd name="T3" fmla="*/ 92 h 241"/>
                <a:gd name="T4" fmla="*/ 148 w 240"/>
                <a:gd name="T5" fmla="*/ 216 h 241"/>
                <a:gd name="T6" fmla="*/ 215 w 240"/>
                <a:gd name="T7" fmla="*/ 149 h 241"/>
                <a:gd name="T8" fmla="*/ 91 w 240"/>
                <a:gd name="T9" fmla="*/ 24 h 241"/>
                <a:gd name="T10" fmla="*/ 0 w 240"/>
                <a:gd name="T11" fmla="*/ 92 h 241"/>
                <a:gd name="T12" fmla="*/ 2 w 240"/>
                <a:gd name="T13" fmla="*/ 85 h 241"/>
                <a:gd name="T14" fmla="*/ 84 w 240"/>
                <a:gd name="T15" fmla="*/ 3 h 241"/>
                <a:gd name="T16" fmla="*/ 91 w 240"/>
                <a:gd name="T17" fmla="*/ 0 h 241"/>
                <a:gd name="T18" fmla="*/ 98 w 240"/>
                <a:gd name="T19" fmla="*/ 3 h 241"/>
                <a:gd name="T20" fmla="*/ 236 w 240"/>
                <a:gd name="T21" fmla="*/ 142 h 241"/>
                <a:gd name="T22" fmla="*/ 236 w 240"/>
                <a:gd name="T23" fmla="*/ 156 h 241"/>
                <a:gd name="T24" fmla="*/ 155 w 240"/>
                <a:gd name="T25" fmla="*/ 237 h 241"/>
                <a:gd name="T26" fmla="*/ 141 w 240"/>
                <a:gd name="T27" fmla="*/ 237 h 241"/>
                <a:gd name="T28" fmla="*/ 2 w 240"/>
                <a:gd name="T29" fmla="*/ 99 h 241"/>
                <a:gd name="T30" fmla="*/ 0 w 240"/>
                <a:gd name="T31" fmla="*/ 92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0" h="241">
                  <a:moveTo>
                    <a:pt x="91" y="24"/>
                  </a:moveTo>
                  <a:lnTo>
                    <a:pt x="23" y="92"/>
                  </a:lnTo>
                  <a:lnTo>
                    <a:pt x="148" y="216"/>
                  </a:lnTo>
                  <a:lnTo>
                    <a:pt x="215" y="149"/>
                  </a:lnTo>
                  <a:lnTo>
                    <a:pt x="91" y="24"/>
                  </a:lnTo>
                  <a:close/>
                  <a:moveTo>
                    <a:pt x="0" y="92"/>
                  </a:moveTo>
                  <a:cubicBezTo>
                    <a:pt x="0" y="89"/>
                    <a:pt x="1" y="87"/>
                    <a:pt x="2" y="85"/>
                  </a:cubicBezTo>
                  <a:lnTo>
                    <a:pt x="84" y="3"/>
                  </a:lnTo>
                  <a:cubicBezTo>
                    <a:pt x="86" y="1"/>
                    <a:pt x="88" y="0"/>
                    <a:pt x="91" y="0"/>
                  </a:cubicBezTo>
                  <a:cubicBezTo>
                    <a:pt x="93" y="0"/>
                    <a:pt x="96" y="1"/>
                    <a:pt x="98" y="3"/>
                  </a:cubicBezTo>
                  <a:lnTo>
                    <a:pt x="236" y="142"/>
                  </a:lnTo>
                  <a:cubicBezTo>
                    <a:pt x="240" y="146"/>
                    <a:pt x="240" y="152"/>
                    <a:pt x="236" y="156"/>
                  </a:cubicBezTo>
                  <a:lnTo>
                    <a:pt x="155" y="237"/>
                  </a:lnTo>
                  <a:cubicBezTo>
                    <a:pt x="151" y="241"/>
                    <a:pt x="145" y="241"/>
                    <a:pt x="141" y="237"/>
                  </a:cubicBezTo>
                  <a:lnTo>
                    <a:pt x="2" y="99"/>
                  </a:lnTo>
                  <a:cubicBezTo>
                    <a:pt x="1" y="97"/>
                    <a:pt x="0" y="94"/>
                    <a:pt x="0" y="9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9" name="Freeform 239"/>
            <p:cNvSpPr>
              <a:spLocks noEditPoints="1"/>
            </p:cNvSpPr>
            <p:nvPr/>
          </p:nvSpPr>
          <p:spPr bwMode="auto">
            <a:xfrm>
              <a:off x="19767874" y="844192"/>
              <a:ext cx="101600" cy="101600"/>
            </a:xfrm>
            <a:custGeom>
              <a:avLst/>
              <a:gdLst>
                <a:gd name="T0" fmla="*/ 91 w 241"/>
                <a:gd name="T1" fmla="*/ 24 h 240"/>
                <a:gd name="T2" fmla="*/ 24 w 241"/>
                <a:gd name="T3" fmla="*/ 91 h 240"/>
                <a:gd name="T4" fmla="*/ 149 w 241"/>
                <a:gd name="T5" fmla="*/ 216 h 240"/>
                <a:gd name="T6" fmla="*/ 216 w 241"/>
                <a:gd name="T7" fmla="*/ 148 h 240"/>
                <a:gd name="T8" fmla="*/ 91 w 241"/>
                <a:gd name="T9" fmla="*/ 24 h 240"/>
                <a:gd name="T10" fmla="*/ 0 w 241"/>
                <a:gd name="T11" fmla="*/ 91 h 240"/>
                <a:gd name="T12" fmla="*/ 3 w 241"/>
                <a:gd name="T13" fmla="*/ 84 h 240"/>
                <a:gd name="T14" fmla="*/ 84 w 241"/>
                <a:gd name="T15" fmla="*/ 3 h 240"/>
                <a:gd name="T16" fmla="*/ 91 w 241"/>
                <a:gd name="T17" fmla="*/ 0 h 240"/>
                <a:gd name="T18" fmla="*/ 98 w 241"/>
                <a:gd name="T19" fmla="*/ 3 h 240"/>
                <a:gd name="T20" fmla="*/ 237 w 241"/>
                <a:gd name="T21" fmla="*/ 141 h 240"/>
                <a:gd name="T22" fmla="*/ 237 w 241"/>
                <a:gd name="T23" fmla="*/ 155 h 240"/>
                <a:gd name="T24" fmla="*/ 155 w 241"/>
                <a:gd name="T25" fmla="*/ 237 h 240"/>
                <a:gd name="T26" fmla="*/ 149 w 241"/>
                <a:gd name="T27" fmla="*/ 240 h 240"/>
                <a:gd name="T28" fmla="*/ 142 w 241"/>
                <a:gd name="T29" fmla="*/ 237 h 240"/>
                <a:gd name="T30" fmla="*/ 3 w 241"/>
                <a:gd name="T31" fmla="*/ 98 h 240"/>
                <a:gd name="T32" fmla="*/ 0 w 241"/>
                <a:gd name="T33" fmla="*/ 9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40">
                  <a:moveTo>
                    <a:pt x="91" y="24"/>
                  </a:moveTo>
                  <a:lnTo>
                    <a:pt x="24" y="91"/>
                  </a:lnTo>
                  <a:lnTo>
                    <a:pt x="149" y="216"/>
                  </a:lnTo>
                  <a:lnTo>
                    <a:pt x="216" y="148"/>
                  </a:lnTo>
                  <a:lnTo>
                    <a:pt x="91" y="24"/>
                  </a:lnTo>
                  <a:close/>
                  <a:moveTo>
                    <a:pt x="0" y="91"/>
                  </a:moveTo>
                  <a:cubicBezTo>
                    <a:pt x="0" y="89"/>
                    <a:pt x="1" y="86"/>
                    <a:pt x="3" y="84"/>
                  </a:cubicBezTo>
                  <a:lnTo>
                    <a:pt x="84" y="3"/>
                  </a:lnTo>
                  <a:cubicBezTo>
                    <a:pt x="86" y="1"/>
                    <a:pt x="89" y="0"/>
                    <a:pt x="91" y="0"/>
                  </a:cubicBezTo>
                  <a:cubicBezTo>
                    <a:pt x="94" y="0"/>
                    <a:pt x="96" y="1"/>
                    <a:pt x="98" y="3"/>
                  </a:cubicBezTo>
                  <a:lnTo>
                    <a:pt x="237" y="141"/>
                  </a:lnTo>
                  <a:cubicBezTo>
                    <a:pt x="241" y="145"/>
                    <a:pt x="241" y="152"/>
                    <a:pt x="237" y="155"/>
                  </a:cubicBezTo>
                  <a:lnTo>
                    <a:pt x="155" y="237"/>
                  </a:lnTo>
                  <a:cubicBezTo>
                    <a:pt x="154" y="239"/>
                    <a:pt x="151" y="240"/>
                    <a:pt x="149" y="240"/>
                  </a:cubicBezTo>
                  <a:cubicBezTo>
                    <a:pt x="146" y="240"/>
                    <a:pt x="143" y="239"/>
                    <a:pt x="142" y="237"/>
                  </a:cubicBezTo>
                  <a:lnTo>
                    <a:pt x="3" y="98"/>
                  </a:lnTo>
                  <a:cubicBezTo>
                    <a:pt x="1" y="96"/>
                    <a:pt x="0" y="94"/>
                    <a:pt x="0" y="9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0" name="Freeform 240"/>
            <p:cNvSpPr>
              <a:spLocks noEditPoints="1"/>
            </p:cNvSpPr>
            <p:nvPr/>
          </p:nvSpPr>
          <p:spPr bwMode="auto">
            <a:xfrm>
              <a:off x="19955199" y="602892"/>
              <a:ext cx="179388" cy="179388"/>
            </a:xfrm>
            <a:custGeom>
              <a:avLst/>
              <a:gdLst>
                <a:gd name="T0" fmla="*/ 272 w 422"/>
                <a:gd name="T1" fmla="*/ 25 h 423"/>
                <a:gd name="T2" fmla="*/ 24 w 422"/>
                <a:gd name="T3" fmla="*/ 273 h 423"/>
                <a:gd name="T4" fmla="*/ 148 w 422"/>
                <a:gd name="T5" fmla="*/ 398 h 423"/>
                <a:gd name="T6" fmla="*/ 397 w 422"/>
                <a:gd name="T7" fmla="*/ 149 h 423"/>
                <a:gd name="T8" fmla="*/ 272 w 422"/>
                <a:gd name="T9" fmla="*/ 25 h 423"/>
                <a:gd name="T10" fmla="*/ 0 w 422"/>
                <a:gd name="T11" fmla="*/ 273 h 423"/>
                <a:gd name="T12" fmla="*/ 3 w 422"/>
                <a:gd name="T13" fmla="*/ 266 h 423"/>
                <a:gd name="T14" fmla="*/ 265 w 422"/>
                <a:gd name="T15" fmla="*/ 4 h 423"/>
                <a:gd name="T16" fmla="*/ 279 w 422"/>
                <a:gd name="T17" fmla="*/ 4 h 423"/>
                <a:gd name="T18" fmla="*/ 418 w 422"/>
                <a:gd name="T19" fmla="*/ 142 h 423"/>
                <a:gd name="T20" fmla="*/ 418 w 422"/>
                <a:gd name="T21" fmla="*/ 156 h 423"/>
                <a:gd name="T22" fmla="*/ 155 w 422"/>
                <a:gd name="T23" fmla="*/ 419 h 423"/>
                <a:gd name="T24" fmla="*/ 141 w 422"/>
                <a:gd name="T25" fmla="*/ 419 h 423"/>
                <a:gd name="T26" fmla="*/ 3 w 422"/>
                <a:gd name="T27" fmla="*/ 280 h 423"/>
                <a:gd name="T28" fmla="*/ 0 w 422"/>
                <a:gd name="T29" fmla="*/ 27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2" h="423">
                  <a:moveTo>
                    <a:pt x="272" y="25"/>
                  </a:moveTo>
                  <a:lnTo>
                    <a:pt x="24" y="273"/>
                  </a:lnTo>
                  <a:lnTo>
                    <a:pt x="148" y="398"/>
                  </a:lnTo>
                  <a:lnTo>
                    <a:pt x="397" y="149"/>
                  </a:lnTo>
                  <a:lnTo>
                    <a:pt x="272" y="25"/>
                  </a:lnTo>
                  <a:close/>
                  <a:moveTo>
                    <a:pt x="0" y="273"/>
                  </a:moveTo>
                  <a:cubicBezTo>
                    <a:pt x="0" y="271"/>
                    <a:pt x="1" y="268"/>
                    <a:pt x="3" y="266"/>
                  </a:cubicBezTo>
                  <a:lnTo>
                    <a:pt x="265" y="4"/>
                  </a:lnTo>
                  <a:cubicBezTo>
                    <a:pt x="269" y="0"/>
                    <a:pt x="275" y="0"/>
                    <a:pt x="279" y="4"/>
                  </a:cubicBezTo>
                  <a:lnTo>
                    <a:pt x="418" y="142"/>
                  </a:lnTo>
                  <a:cubicBezTo>
                    <a:pt x="422" y="146"/>
                    <a:pt x="422" y="152"/>
                    <a:pt x="418" y="156"/>
                  </a:cubicBezTo>
                  <a:lnTo>
                    <a:pt x="155" y="419"/>
                  </a:lnTo>
                  <a:cubicBezTo>
                    <a:pt x="151" y="423"/>
                    <a:pt x="145" y="423"/>
                    <a:pt x="141" y="419"/>
                  </a:cubicBezTo>
                  <a:lnTo>
                    <a:pt x="3" y="280"/>
                  </a:lnTo>
                  <a:cubicBezTo>
                    <a:pt x="1" y="278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1" name="Freeform 241"/>
            <p:cNvSpPr>
              <a:spLocks noEditPoints="1"/>
            </p:cNvSpPr>
            <p:nvPr/>
          </p:nvSpPr>
          <p:spPr bwMode="auto">
            <a:xfrm>
              <a:off x="20625124" y="250467"/>
              <a:ext cx="260350" cy="260350"/>
            </a:xfrm>
            <a:custGeom>
              <a:avLst/>
              <a:gdLst>
                <a:gd name="T0" fmla="*/ 451 w 616"/>
                <a:gd name="T1" fmla="*/ 24 h 614"/>
                <a:gd name="T2" fmla="*/ 24 w 616"/>
                <a:gd name="T3" fmla="*/ 451 h 614"/>
                <a:gd name="T4" fmla="*/ 164 w 616"/>
                <a:gd name="T5" fmla="*/ 591 h 614"/>
                <a:gd name="T6" fmla="*/ 591 w 616"/>
                <a:gd name="T7" fmla="*/ 163 h 614"/>
                <a:gd name="T8" fmla="*/ 451 w 616"/>
                <a:gd name="T9" fmla="*/ 24 h 614"/>
                <a:gd name="T10" fmla="*/ 0 w 616"/>
                <a:gd name="T11" fmla="*/ 451 h 614"/>
                <a:gd name="T12" fmla="*/ 3 w 616"/>
                <a:gd name="T13" fmla="*/ 444 h 614"/>
                <a:gd name="T14" fmla="*/ 444 w 616"/>
                <a:gd name="T15" fmla="*/ 3 h 614"/>
                <a:gd name="T16" fmla="*/ 451 w 616"/>
                <a:gd name="T17" fmla="*/ 0 h 614"/>
                <a:gd name="T18" fmla="*/ 458 w 616"/>
                <a:gd name="T19" fmla="*/ 3 h 614"/>
                <a:gd name="T20" fmla="*/ 612 w 616"/>
                <a:gd name="T21" fmla="*/ 156 h 614"/>
                <a:gd name="T22" fmla="*/ 612 w 616"/>
                <a:gd name="T23" fmla="*/ 170 h 614"/>
                <a:gd name="T24" fmla="*/ 171 w 616"/>
                <a:gd name="T25" fmla="*/ 611 h 614"/>
                <a:gd name="T26" fmla="*/ 164 w 616"/>
                <a:gd name="T27" fmla="*/ 614 h 614"/>
                <a:gd name="T28" fmla="*/ 157 w 616"/>
                <a:gd name="T29" fmla="*/ 611 h 614"/>
                <a:gd name="T30" fmla="*/ 3 w 616"/>
                <a:gd name="T31" fmla="*/ 458 h 614"/>
                <a:gd name="T32" fmla="*/ 0 w 616"/>
                <a:gd name="T33" fmla="*/ 451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6" h="614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3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9" y="0"/>
                    <a:pt x="451" y="0"/>
                  </a:cubicBezTo>
                  <a:cubicBezTo>
                    <a:pt x="454" y="0"/>
                    <a:pt x="456" y="1"/>
                    <a:pt x="458" y="3"/>
                  </a:cubicBezTo>
                  <a:lnTo>
                    <a:pt x="612" y="156"/>
                  </a:lnTo>
                  <a:cubicBezTo>
                    <a:pt x="616" y="160"/>
                    <a:pt x="616" y="167"/>
                    <a:pt x="612" y="170"/>
                  </a:cubicBezTo>
                  <a:lnTo>
                    <a:pt x="171" y="611"/>
                  </a:lnTo>
                  <a:cubicBezTo>
                    <a:pt x="169" y="613"/>
                    <a:pt x="167" y="614"/>
                    <a:pt x="164" y="614"/>
                  </a:cubicBezTo>
                  <a:cubicBezTo>
                    <a:pt x="161" y="614"/>
                    <a:pt x="159" y="613"/>
                    <a:pt x="157" y="611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2" name="Freeform 242"/>
            <p:cNvSpPr>
              <a:spLocks noEditPoints="1"/>
            </p:cNvSpPr>
            <p:nvPr/>
          </p:nvSpPr>
          <p:spPr bwMode="auto">
            <a:xfrm>
              <a:off x="20699736" y="326667"/>
              <a:ext cx="260350" cy="258763"/>
            </a:xfrm>
            <a:custGeom>
              <a:avLst/>
              <a:gdLst>
                <a:gd name="T0" fmla="*/ 451 w 615"/>
                <a:gd name="T1" fmla="*/ 24 h 616"/>
                <a:gd name="T2" fmla="*/ 24 w 615"/>
                <a:gd name="T3" fmla="*/ 452 h 616"/>
                <a:gd name="T4" fmla="*/ 164 w 615"/>
                <a:gd name="T5" fmla="*/ 591 h 616"/>
                <a:gd name="T6" fmla="*/ 591 w 615"/>
                <a:gd name="T7" fmla="*/ 164 h 616"/>
                <a:gd name="T8" fmla="*/ 451 w 615"/>
                <a:gd name="T9" fmla="*/ 24 h 616"/>
                <a:gd name="T10" fmla="*/ 0 w 615"/>
                <a:gd name="T11" fmla="*/ 452 h 616"/>
                <a:gd name="T12" fmla="*/ 3 w 615"/>
                <a:gd name="T13" fmla="*/ 445 h 616"/>
                <a:gd name="T14" fmla="*/ 444 w 615"/>
                <a:gd name="T15" fmla="*/ 4 h 616"/>
                <a:gd name="T16" fmla="*/ 458 w 615"/>
                <a:gd name="T17" fmla="*/ 4 h 616"/>
                <a:gd name="T18" fmla="*/ 612 w 615"/>
                <a:gd name="T19" fmla="*/ 157 h 616"/>
                <a:gd name="T20" fmla="*/ 612 w 615"/>
                <a:gd name="T21" fmla="*/ 171 h 616"/>
                <a:gd name="T22" fmla="*/ 171 w 615"/>
                <a:gd name="T23" fmla="*/ 612 h 616"/>
                <a:gd name="T24" fmla="*/ 157 w 615"/>
                <a:gd name="T25" fmla="*/ 612 h 616"/>
                <a:gd name="T26" fmla="*/ 3 w 615"/>
                <a:gd name="T27" fmla="*/ 459 h 616"/>
                <a:gd name="T28" fmla="*/ 0 w 615"/>
                <a:gd name="T29" fmla="*/ 45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4" y="452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2"/>
                  </a:moveTo>
                  <a:cubicBezTo>
                    <a:pt x="0" y="449"/>
                    <a:pt x="1" y="446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2" y="157"/>
                  </a:lnTo>
                  <a:cubicBezTo>
                    <a:pt x="615" y="161"/>
                    <a:pt x="615" y="168"/>
                    <a:pt x="612" y="171"/>
                  </a:cubicBezTo>
                  <a:lnTo>
                    <a:pt x="171" y="612"/>
                  </a:lnTo>
                  <a:cubicBezTo>
                    <a:pt x="167" y="616"/>
                    <a:pt x="161" y="616"/>
                    <a:pt x="157" y="612"/>
                  </a:cubicBezTo>
                  <a:lnTo>
                    <a:pt x="3" y="459"/>
                  </a:lnTo>
                  <a:cubicBezTo>
                    <a:pt x="1" y="457"/>
                    <a:pt x="0" y="454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3" name="Freeform 243"/>
            <p:cNvSpPr>
              <a:spLocks noEditPoints="1"/>
            </p:cNvSpPr>
            <p:nvPr/>
          </p:nvSpPr>
          <p:spPr bwMode="auto">
            <a:xfrm>
              <a:off x="20777524" y="402867"/>
              <a:ext cx="260350" cy="260350"/>
            </a:xfrm>
            <a:custGeom>
              <a:avLst/>
              <a:gdLst>
                <a:gd name="T0" fmla="*/ 451 w 615"/>
                <a:gd name="T1" fmla="*/ 25 h 617"/>
                <a:gd name="T2" fmla="*/ 24 w 615"/>
                <a:gd name="T3" fmla="*/ 452 h 617"/>
                <a:gd name="T4" fmla="*/ 163 w 615"/>
                <a:gd name="T5" fmla="*/ 592 h 617"/>
                <a:gd name="T6" fmla="*/ 591 w 615"/>
                <a:gd name="T7" fmla="*/ 165 h 617"/>
                <a:gd name="T8" fmla="*/ 451 w 615"/>
                <a:gd name="T9" fmla="*/ 25 h 617"/>
                <a:gd name="T10" fmla="*/ 0 w 615"/>
                <a:gd name="T11" fmla="*/ 452 h 617"/>
                <a:gd name="T12" fmla="*/ 3 w 615"/>
                <a:gd name="T13" fmla="*/ 445 h 617"/>
                <a:gd name="T14" fmla="*/ 444 w 615"/>
                <a:gd name="T15" fmla="*/ 4 h 617"/>
                <a:gd name="T16" fmla="*/ 458 w 615"/>
                <a:gd name="T17" fmla="*/ 4 h 617"/>
                <a:gd name="T18" fmla="*/ 611 w 615"/>
                <a:gd name="T19" fmla="*/ 158 h 617"/>
                <a:gd name="T20" fmla="*/ 611 w 615"/>
                <a:gd name="T21" fmla="*/ 172 h 617"/>
                <a:gd name="T22" fmla="*/ 170 w 615"/>
                <a:gd name="T23" fmla="*/ 613 h 617"/>
                <a:gd name="T24" fmla="*/ 156 w 615"/>
                <a:gd name="T25" fmla="*/ 613 h 617"/>
                <a:gd name="T26" fmla="*/ 3 w 615"/>
                <a:gd name="T27" fmla="*/ 459 h 617"/>
                <a:gd name="T28" fmla="*/ 0 w 615"/>
                <a:gd name="T29" fmla="*/ 45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7">
                  <a:moveTo>
                    <a:pt x="451" y="25"/>
                  </a:moveTo>
                  <a:lnTo>
                    <a:pt x="24" y="452"/>
                  </a:lnTo>
                  <a:lnTo>
                    <a:pt x="163" y="592"/>
                  </a:lnTo>
                  <a:lnTo>
                    <a:pt x="591" y="165"/>
                  </a:lnTo>
                  <a:lnTo>
                    <a:pt x="451" y="25"/>
                  </a:lnTo>
                  <a:close/>
                  <a:moveTo>
                    <a:pt x="0" y="452"/>
                  </a:moveTo>
                  <a:cubicBezTo>
                    <a:pt x="0" y="450"/>
                    <a:pt x="1" y="447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1" y="158"/>
                  </a:lnTo>
                  <a:cubicBezTo>
                    <a:pt x="615" y="162"/>
                    <a:pt x="615" y="168"/>
                    <a:pt x="611" y="172"/>
                  </a:cubicBezTo>
                  <a:lnTo>
                    <a:pt x="170" y="613"/>
                  </a:lnTo>
                  <a:cubicBezTo>
                    <a:pt x="166" y="617"/>
                    <a:pt x="160" y="617"/>
                    <a:pt x="156" y="613"/>
                  </a:cubicBezTo>
                  <a:lnTo>
                    <a:pt x="3" y="459"/>
                  </a:lnTo>
                  <a:cubicBezTo>
                    <a:pt x="1" y="457"/>
                    <a:pt x="0" y="455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4" name="Freeform 244"/>
            <p:cNvSpPr>
              <a:spLocks noEditPoints="1"/>
            </p:cNvSpPr>
            <p:nvPr/>
          </p:nvSpPr>
          <p:spPr bwMode="auto">
            <a:xfrm>
              <a:off x="20855311" y="480655"/>
              <a:ext cx="260350" cy="260350"/>
            </a:xfrm>
            <a:custGeom>
              <a:avLst/>
              <a:gdLst>
                <a:gd name="T0" fmla="*/ 451 w 616"/>
                <a:gd name="T1" fmla="*/ 24 h 615"/>
                <a:gd name="T2" fmla="*/ 24 w 616"/>
                <a:gd name="T3" fmla="*/ 451 h 615"/>
                <a:gd name="T4" fmla="*/ 164 w 616"/>
                <a:gd name="T5" fmla="*/ 591 h 615"/>
                <a:gd name="T6" fmla="*/ 591 w 616"/>
                <a:gd name="T7" fmla="*/ 164 h 615"/>
                <a:gd name="T8" fmla="*/ 451 w 616"/>
                <a:gd name="T9" fmla="*/ 24 h 615"/>
                <a:gd name="T10" fmla="*/ 0 w 616"/>
                <a:gd name="T11" fmla="*/ 451 h 615"/>
                <a:gd name="T12" fmla="*/ 3 w 616"/>
                <a:gd name="T13" fmla="*/ 444 h 615"/>
                <a:gd name="T14" fmla="*/ 444 w 616"/>
                <a:gd name="T15" fmla="*/ 3 h 615"/>
                <a:gd name="T16" fmla="*/ 451 w 616"/>
                <a:gd name="T17" fmla="*/ 0 h 615"/>
                <a:gd name="T18" fmla="*/ 458 w 616"/>
                <a:gd name="T19" fmla="*/ 3 h 615"/>
                <a:gd name="T20" fmla="*/ 612 w 616"/>
                <a:gd name="T21" fmla="*/ 157 h 615"/>
                <a:gd name="T22" fmla="*/ 612 w 616"/>
                <a:gd name="T23" fmla="*/ 171 h 615"/>
                <a:gd name="T24" fmla="*/ 171 w 616"/>
                <a:gd name="T25" fmla="*/ 612 h 615"/>
                <a:gd name="T26" fmla="*/ 164 w 616"/>
                <a:gd name="T27" fmla="*/ 615 h 615"/>
                <a:gd name="T28" fmla="*/ 157 w 616"/>
                <a:gd name="T29" fmla="*/ 612 h 615"/>
                <a:gd name="T30" fmla="*/ 3 w 616"/>
                <a:gd name="T31" fmla="*/ 458 h 615"/>
                <a:gd name="T32" fmla="*/ 0 w 616"/>
                <a:gd name="T33" fmla="*/ 451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6" h="615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9" y="0"/>
                    <a:pt x="451" y="0"/>
                  </a:cubicBezTo>
                  <a:cubicBezTo>
                    <a:pt x="454" y="0"/>
                    <a:pt x="457" y="1"/>
                    <a:pt x="458" y="3"/>
                  </a:cubicBezTo>
                  <a:lnTo>
                    <a:pt x="612" y="157"/>
                  </a:lnTo>
                  <a:cubicBezTo>
                    <a:pt x="616" y="161"/>
                    <a:pt x="616" y="167"/>
                    <a:pt x="612" y="171"/>
                  </a:cubicBezTo>
                  <a:lnTo>
                    <a:pt x="171" y="612"/>
                  </a:lnTo>
                  <a:cubicBezTo>
                    <a:pt x="169" y="614"/>
                    <a:pt x="167" y="615"/>
                    <a:pt x="164" y="615"/>
                  </a:cubicBezTo>
                  <a:cubicBezTo>
                    <a:pt x="161" y="615"/>
                    <a:pt x="159" y="614"/>
                    <a:pt x="157" y="612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5" name="Freeform 245"/>
            <p:cNvSpPr>
              <a:spLocks noEditPoints="1"/>
            </p:cNvSpPr>
            <p:nvPr/>
          </p:nvSpPr>
          <p:spPr bwMode="auto">
            <a:xfrm>
              <a:off x="20901349" y="-25758"/>
              <a:ext cx="258763" cy="260350"/>
            </a:xfrm>
            <a:custGeom>
              <a:avLst/>
              <a:gdLst>
                <a:gd name="T0" fmla="*/ 451 w 615"/>
                <a:gd name="T1" fmla="*/ 24 h 616"/>
                <a:gd name="T2" fmla="*/ 23 w 615"/>
                <a:gd name="T3" fmla="*/ 451 h 616"/>
                <a:gd name="T4" fmla="*/ 163 w 615"/>
                <a:gd name="T5" fmla="*/ 591 h 616"/>
                <a:gd name="T6" fmla="*/ 590 w 615"/>
                <a:gd name="T7" fmla="*/ 164 h 616"/>
                <a:gd name="T8" fmla="*/ 451 w 615"/>
                <a:gd name="T9" fmla="*/ 24 h 616"/>
                <a:gd name="T10" fmla="*/ 0 w 615"/>
                <a:gd name="T11" fmla="*/ 451 h 616"/>
                <a:gd name="T12" fmla="*/ 2 w 615"/>
                <a:gd name="T13" fmla="*/ 444 h 616"/>
                <a:gd name="T14" fmla="*/ 444 w 615"/>
                <a:gd name="T15" fmla="*/ 3 h 616"/>
                <a:gd name="T16" fmla="*/ 457 w 615"/>
                <a:gd name="T17" fmla="*/ 3 h 616"/>
                <a:gd name="T18" fmla="*/ 611 w 615"/>
                <a:gd name="T19" fmla="*/ 157 h 616"/>
                <a:gd name="T20" fmla="*/ 611 w 615"/>
                <a:gd name="T21" fmla="*/ 171 h 616"/>
                <a:gd name="T22" fmla="*/ 170 w 615"/>
                <a:gd name="T23" fmla="*/ 612 h 616"/>
                <a:gd name="T24" fmla="*/ 156 w 615"/>
                <a:gd name="T25" fmla="*/ 612 h 616"/>
                <a:gd name="T26" fmla="*/ 2 w 615"/>
                <a:gd name="T27" fmla="*/ 458 h 616"/>
                <a:gd name="T28" fmla="*/ 0 w 615"/>
                <a:gd name="T29" fmla="*/ 451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3" y="451"/>
                  </a:lnTo>
                  <a:lnTo>
                    <a:pt x="163" y="591"/>
                  </a:lnTo>
                  <a:lnTo>
                    <a:pt x="590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9"/>
                    <a:pt x="1" y="446"/>
                    <a:pt x="2" y="444"/>
                  </a:cubicBezTo>
                  <a:lnTo>
                    <a:pt x="444" y="3"/>
                  </a:lnTo>
                  <a:cubicBezTo>
                    <a:pt x="447" y="0"/>
                    <a:pt x="454" y="0"/>
                    <a:pt x="457" y="3"/>
                  </a:cubicBezTo>
                  <a:lnTo>
                    <a:pt x="611" y="157"/>
                  </a:lnTo>
                  <a:cubicBezTo>
                    <a:pt x="615" y="161"/>
                    <a:pt x="615" y="167"/>
                    <a:pt x="611" y="171"/>
                  </a:cubicBezTo>
                  <a:lnTo>
                    <a:pt x="170" y="612"/>
                  </a:lnTo>
                  <a:cubicBezTo>
                    <a:pt x="166" y="616"/>
                    <a:pt x="160" y="616"/>
                    <a:pt x="156" y="612"/>
                  </a:cubicBezTo>
                  <a:lnTo>
                    <a:pt x="2" y="458"/>
                  </a:lnTo>
                  <a:cubicBezTo>
                    <a:pt x="1" y="457"/>
                    <a:pt x="0" y="454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6" name="Freeform 246"/>
            <p:cNvSpPr>
              <a:spLocks noEditPoints="1"/>
            </p:cNvSpPr>
            <p:nvPr/>
          </p:nvSpPr>
          <p:spPr bwMode="auto">
            <a:xfrm>
              <a:off x="20975961" y="50442"/>
              <a:ext cx="260350" cy="260350"/>
            </a:xfrm>
            <a:custGeom>
              <a:avLst/>
              <a:gdLst>
                <a:gd name="T0" fmla="*/ 451 w 616"/>
                <a:gd name="T1" fmla="*/ 25 h 617"/>
                <a:gd name="T2" fmla="*/ 24 w 616"/>
                <a:gd name="T3" fmla="*/ 452 h 617"/>
                <a:gd name="T4" fmla="*/ 164 w 616"/>
                <a:gd name="T5" fmla="*/ 592 h 617"/>
                <a:gd name="T6" fmla="*/ 591 w 616"/>
                <a:gd name="T7" fmla="*/ 165 h 617"/>
                <a:gd name="T8" fmla="*/ 451 w 616"/>
                <a:gd name="T9" fmla="*/ 25 h 617"/>
                <a:gd name="T10" fmla="*/ 0 w 616"/>
                <a:gd name="T11" fmla="*/ 452 h 617"/>
                <a:gd name="T12" fmla="*/ 3 w 616"/>
                <a:gd name="T13" fmla="*/ 445 h 617"/>
                <a:gd name="T14" fmla="*/ 444 w 616"/>
                <a:gd name="T15" fmla="*/ 4 h 617"/>
                <a:gd name="T16" fmla="*/ 458 w 616"/>
                <a:gd name="T17" fmla="*/ 4 h 617"/>
                <a:gd name="T18" fmla="*/ 612 w 616"/>
                <a:gd name="T19" fmla="*/ 158 h 617"/>
                <a:gd name="T20" fmla="*/ 612 w 616"/>
                <a:gd name="T21" fmla="*/ 172 h 617"/>
                <a:gd name="T22" fmla="*/ 171 w 616"/>
                <a:gd name="T23" fmla="*/ 613 h 617"/>
                <a:gd name="T24" fmla="*/ 157 w 616"/>
                <a:gd name="T25" fmla="*/ 613 h 617"/>
                <a:gd name="T26" fmla="*/ 3 w 616"/>
                <a:gd name="T27" fmla="*/ 459 h 617"/>
                <a:gd name="T28" fmla="*/ 0 w 616"/>
                <a:gd name="T29" fmla="*/ 45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6" h="617">
                  <a:moveTo>
                    <a:pt x="451" y="25"/>
                  </a:moveTo>
                  <a:lnTo>
                    <a:pt x="24" y="452"/>
                  </a:lnTo>
                  <a:lnTo>
                    <a:pt x="164" y="592"/>
                  </a:lnTo>
                  <a:lnTo>
                    <a:pt x="591" y="165"/>
                  </a:lnTo>
                  <a:lnTo>
                    <a:pt x="451" y="25"/>
                  </a:lnTo>
                  <a:close/>
                  <a:moveTo>
                    <a:pt x="0" y="452"/>
                  </a:moveTo>
                  <a:cubicBezTo>
                    <a:pt x="0" y="450"/>
                    <a:pt x="2" y="447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5" y="0"/>
                    <a:pt x="458" y="4"/>
                  </a:cubicBezTo>
                  <a:lnTo>
                    <a:pt x="612" y="158"/>
                  </a:lnTo>
                  <a:cubicBezTo>
                    <a:pt x="616" y="162"/>
                    <a:pt x="616" y="168"/>
                    <a:pt x="612" y="172"/>
                  </a:cubicBezTo>
                  <a:lnTo>
                    <a:pt x="171" y="613"/>
                  </a:lnTo>
                  <a:cubicBezTo>
                    <a:pt x="167" y="617"/>
                    <a:pt x="161" y="617"/>
                    <a:pt x="157" y="613"/>
                  </a:cubicBezTo>
                  <a:lnTo>
                    <a:pt x="3" y="459"/>
                  </a:lnTo>
                  <a:cubicBezTo>
                    <a:pt x="2" y="457"/>
                    <a:pt x="0" y="455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7" name="Freeform 247"/>
            <p:cNvSpPr>
              <a:spLocks noEditPoints="1"/>
            </p:cNvSpPr>
            <p:nvPr/>
          </p:nvSpPr>
          <p:spPr bwMode="auto">
            <a:xfrm>
              <a:off x="21053749" y="128230"/>
              <a:ext cx="260350" cy="258763"/>
            </a:xfrm>
            <a:custGeom>
              <a:avLst/>
              <a:gdLst>
                <a:gd name="T0" fmla="*/ 451 w 616"/>
                <a:gd name="T1" fmla="*/ 24 h 615"/>
                <a:gd name="T2" fmla="*/ 24 w 616"/>
                <a:gd name="T3" fmla="*/ 451 h 615"/>
                <a:gd name="T4" fmla="*/ 164 w 616"/>
                <a:gd name="T5" fmla="*/ 591 h 615"/>
                <a:gd name="T6" fmla="*/ 591 w 616"/>
                <a:gd name="T7" fmla="*/ 164 h 615"/>
                <a:gd name="T8" fmla="*/ 451 w 616"/>
                <a:gd name="T9" fmla="*/ 24 h 615"/>
                <a:gd name="T10" fmla="*/ 0 w 616"/>
                <a:gd name="T11" fmla="*/ 451 h 615"/>
                <a:gd name="T12" fmla="*/ 3 w 616"/>
                <a:gd name="T13" fmla="*/ 444 h 615"/>
                <a:gd name="T14" fmla="*/ 444 w 616"/>
                <a:gd name="T15" fmla="*/ 3 h 615"/>
                <a:gd name="T16" fmla="*/ 451 w 616"/>
                <a:gd name="T17" fmla="*/ 0 h 615"/>
                <a:gd name="T18" fmla="*/ 458 w 616"/>
                <a:gd name="T19" fmla="*/ 3 h 615"/>
                <a:gd name="T20" fmla="*/ 612 w 616"/>
                <a:gd name="T21" fmla="*/ 157 h 615"/>
                <a:gd name="T22" fmla="*/ 612 w 616"/>
                <a:gd name="T23" fmla="*/ 171 h 615"/>
                <a:gd name="T24" fmla="*/ 171 w 616"/>
                <a:gd name="T25" fmla="*/ 612 h 615"/>
                <a:gd name="T26" fmla="*/ 157 w 616"/>
                <a:gd name="T27" fmla="*/ 612 h 615"/>
                <a:gd name="T28" fmla="*/ 3 w 616"/>
                <a:gd name="T29" fmla="*/ 458 h 615"/>
                <a:gd name="T30" fmla="*/ 0 w 616"/>
                <a:gd name="T31" fmla="*/ 451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6" h="615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8" y="0"/>
                    <a:pt x="451" y="0"/>
                  </a:cubicBezTo>
                  <a:cubicBezTo>
                    <a:pt x="454" y="0"/>
                    <a:pt x="456" y="1"/>
                    <a:pt x="458" y="3"/>
                  </a:cubicBezTo>
                  <a:lnTo>
                    <a:pt x="612" y="157"/>
                  </a:lnTo>
                  <a:cubicBezTo>
                    <a:pt x="616" y="160"/>
                    <a:pt x="616" y="167"/>
                    <a:pt x="612" y="171"/>
                  </a:cubicBezTo>
                  <a:lnTo>
                    <a:pt x="171" y="612"/>
                  </a:lnTo>
                  <a:cubicBezTo>
                    <a:pt x="167" y="615"/>
                    <a:pt x="161" y="615"/>
                    <a:pt x="157" y="612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8" name="Freeform 248"/>
            <p:cNvSpPr>
              <a:spLocks noEditPoints="1"/>
            </p:cNvSpPr>
            <p:nvPr/>
          </p:nvSpPr>
          <p:spPr bwMode="auto">
            <a:xfrm>
              <a:off x="21131536" y="204430"/>
              <a:ext cx="258763" cy="260350"/>
            </a:xfrm>
            <a:custGeom>
              <a:avLst/>
              <a:gdLst>
                <a:gd name="T0" fmla="*/ 451 w 615"/>
                <a:gd name="T1" fmla="*/ 24 h 616"/>
                <a:gd name="T2" fmla="*/ 24 w 615"/>
                <a:gd name="T3" fmla="*/ 452 h 616"/>
                <a:gd name="T4" fmla="*/ 163 w 615"/>
                <a:gd name="T5" fmla="*/ 591 h 616"/>
                <a:gd name="T6" fmla="*/ 591 w 615"/>
                <a:gd name="T7" fmla="*/ 164 h 616"/>
                <a:gd name="T8" fmla="*/ 451 w 615"/>
                <a:gd name="T9" fmla="*/ 24 h 616"/>
                <a:gd name="T10" fmla="*/ 0 w 615"/>
                <a:gd name="T11" fmla="*/ 452 h 616"/>
                <a:gd name="T12" fmla="*/ 3 w 615"/>
                <a:gd name="T13" fmla="*/ 445 h 616"/>
                <a:gd name="T14" fmla="*/ 444 w 615"/>
                <a:gd name="T15" fmla="*/ 4 h 616"/>
                <a:gd name="T16" fmla="*/ 458 w 615"/>
                <a:gd name="T17" fmla="*/ 4 h 616"/>
                <a:gd name="T18" fmla="*/ 611 w 615"/>
                <a:gd name="T19" fmla="*/ 157 h 616"/>
                <a:gd name="T20" fmla="*/ 611 w 615"/>
                <a:gd name="T21" fmla="*/ 171 h 616"/>
                <a:gd name="T22" fmla="*/ 170 w 615"/>
                <a:gd name="T23" fmla="*/ 612 h 616"/>
                <a:gd name="T24" fmla="*/ 156 w 615"/>
                <a:gd name="T25" fmla="*/ 612 h 616"/>
                <a:gd name="T26" fmla="*/ 3 w 615"/>
                <a:gd name="T27" fmla="*/ 459 h 616"/>
                <a:gd name="T28" fmla="*/ 0 w 615"/>
                <a:gd name="T29" fmla="*/ 45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4" y="452"/>
                  </a:lnTo>
                  <a:lnTo>
                    <a:pt x="163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2"/>
                  </a:moveTo>
                  <a:cubicBezTo>
                    <a:pt x="0" y="449"/>
                    <a:pt x="1" y="446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1" y="157"/>
                  </a:lnTo>
                  <a:cubicBezTo>
                    <a:pt x="615" y="161"/>
                    <a:pt x="615" y="168"/>
                    <a:pt x="611" y="171"/>
                  </a:cubicBezTo>
                  <a:lnTo>
                    <a:pt x="170" y="612"/>
                  </a:lnTo>
                  <a:cubicBezTo>
                    <a:pt x="167" y="616"/>
                    <a:pt x="160" y="616"/>
                    <a:pt x="156" y="612"/>
                  </a:cubicBezTo>
                  <a:lnTo>
                    <a:pt x="3" y="459"/>
                  </a:lnTo>
                  <a:cubicBezTo>
                    <a:pt x="1" y="457"/>
                    <a:pt x="0" y="454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9" name="Freeform 249"/>
            <p:cNvSpPr>
              <a:spLocks noEditPoints="1"/>
            </p:cNvSpPr>
            <p:nvPr/>
          </p:nvSpPr>
          <p:spPr bwMode="auto">
            <a:xfrm>
              <a:off x="16611924" y="1491892"/>
              <a:ext cx="450850" cy="449263"/>
            </a:xfrm>
            <a:custGeom>
              <a:avLst/>
              <a:gdLst>
                <a:gd name="T0" fmla="*/ 141 w 1066"/>
                <a:gd name="T1" fmla="*/ 24 h 1067"/>
                <a:gd name="T2" fmla="*/ 23 w 1066"/>
                <a:gd name="T3" fmla="*/ 142 h 1067"/>
                <a:gd name="T4" fmla="*/ 924 w 1066"/>
                <a:gd name="T5" fmla="*/ 1042 h 1067"/>
                <a:gd name="T6" fmla="*/ 1042 w 1066"/>
                <a:gd name="T7" fmla="*/ 925 h 1067"/>
                <a:gd name="T8" fmla="*/ 141 w 1066"/>
                <a:gd name="T9" fmla="*/ 24 h 1067"/>
                <a:gd name="T10" fmla="*/ 0 w 1066"/>
                <a:gd name="T11" fmla="*/ 142 h 1067"/>
                <a:gd name="T12" fmla="*/ 2 w 1066"/>
                <a:gd name="T13" fmla="*/ 135 h 1067"/>
                <a:gd name="T14" fmla="*/ 134 w 1066"/>
                <a:gd name="T15" fmla="*/ 3 h 1067"/>
                <a:gd name="T16" fmla="*/ 141 w 1066"/>
                <a:gd name="T17" fmla="*/ 0 h 1067"/>
                <a:gd name="T18" fmla="*/ 148 w 1066"/>
                <a:gd name="T19" fmla="*/ 3 h 1067"/>
                <a:gd name="T20" fmla="*/ 1063 w 1066"/>
                <a:gd name="T21" fmla="*/ 918 h 1067"/>
                <a:gd name="T22" fmla="*/ 1063 w 1066"/>
                <a:gd name="T23" fmla="*/ 931 h 1067"/>
                <a:gd name="T24" fmla="*/ 931 w 1066"/>
                <a:gd name="T25" fmla="*/ 1063 h 1067"/>
                <a:gd name="T26" fmla="*/ 917 w 1066"/>
                <a:gd name="T27" fmla="*/ 1063 h 1067"/>
                <a:gd name="T28" fmla="*/ 2 w 1066"/>
                <a:gd name="T29" fmla="*/ 149 h 1067"/>
                <a:gd name="T30" fmla="*/ 0 w 1066"/>
                <a:gd name="T31" fmla="*/ 142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6" h="1067">
                  <a:moveTo>
                    <a:pt x="141" y="24"/>
                  </a:moveTo>
                  <a:lnTo>
                    <a:pt x="23" y="142"/>
                  </a:lnTo>
                  <a:lnTo>
                    <a:pt x="924" y="1042"/>
                  </a:lnTo>
                  <a:lnTo>
                    <a:pt x="1042" y="925"/>
                  </a:lnTo>
                  <a:lnTo>
                    <a:pt x="141" y="24"/>
                  </a:lnTo>
                  <a:close/>
                  <a:moveTo>
                    <a:pt x="0" y="142"/>
                  </a:moveTo>
                  <a:cubicBezTo>
                    <a:pt x="0" y="139"/>
                    <a:pt x="0" y="137"/>
                    <a:pt x="2" y="135"/>
                  </a:cubicBezTo>
                  <a:lnTo>
                    <a:pt x="134" y="3"/>
                  </a:lnTo>
                  <a:cubicBezTo>
                    <a:pt x="136" y="1"/>
                    <a:pt x="139" y="0"/>
                    <a:pt x="141" y="0"/>
                  </a:cubicBezTo>
                  <a:cubicBezTo>
                    <a:pt x="144" y="0"/>
                    <a:pt x="146" y="1"/>
                    <a:pt x="148" y="3"/>
                  </a:cubicBezTo>
                  <a:lnTo>
                    <a:pt x="1063" y="918"/>
                  </a:lnTo>
                  <a:cubicBezTo>
                    <a:pt x="1066" y="921"/>
                    <a:pt x="1066" y="928"/>
                    <a:pt x="1063" y="931"/>
                  </a:cubicBezTo>
                  <a:lnTo>
                    <a:pt x="931" y="1063"/>
                  </a:lnTo>
                  <a:cubicBezTo>
                    <a:pt x="927" y="1067"/>
                    <a:pt x="921" y="1067"/>
                    <a:pt x="917" y="1063"/>
                  </a:cubicBezTo>
                  <a:lnTo>
                    <a:pt x="2" y="149"/>
                  </a:lnTo>
                  <a:cubicBezTo>
                    <a:pt x="0" y="147"/>
                    <a:pt x="0" y="144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0" name="Freeform 250"/>
            <p:cNvSpPr>
              <a:spLocks noEditPoints="1"/>
            </p:cNvSpPr>
            <p:nvPr/>
          </p:nvSpPr>
          <p:spPr bwMode="auto">
            <a:xfrm>
              <a:off x="18924911" y="2526942"/>
              <a:ext cx="322263" cy="371475"/>
            </a:xfrm>
            <a:custGeom>
              <a:avLst/>
              <a:gdLst>
                <a:gd name="T0" fmla="*/ 257 w 760"/>
                <a:gd name="T1" fmla="*/ 24 h 880"/>
                <a:gd name="T2" fmla="*/ 23 w 760"/>
                <a:gd name="T3" fmla="*/ 145 h 880"/>
                <a:gd name="T4" fmla="*/ 389 w 760"/>
                <a:gd name="T5" fmla="*/ 855 h 880"/>
                <a:gd name="T6" fmla="*/ 736 w 760"/>
                <a:gd name="T7" fmla="*/ 606 h 880"/>
                <a:gd name="T8" fmla="*/ 585 w 760"/>
                <a:gd name="T9" fmla="*/ 381 h 880"/>
                <a:gd name="T10" fmla="*/ 504 w 760"/>
                <a:gd name="T11" fmla="*/ 398 h 880"/>
                <a:gd name="T12" fmla="*/ 494 w 760"/>
                <a:gd name="T13" fmla="*/ 393 h 880"/>
                <a:gd name="T14" fmla="*/ 257 w 760"/>
                <a:gd name="T15" fmla="*/ 24 h 880"/>
                <a:gd name="T16" fmla="*/ 0 w 760"/>
                <a:gd name="T17" fmla="*/ 141 h 880"/>
                <a:gd name="T18" fmla="*/ 6 w 760"/>
                <a:gd name="T19" fmla="*/ 132 h 880"/>
                <a:gd name="T20" fmla="*/ 256 w 760"/>
                <a:gd name="T21" fmla="*/ 2 h 880"/>
                <a:gd name="T22" fmla="*/ 269 w 760"/>
                <a:gd name="T23" fmla="*/ 6 h 880"/>
                <a:gd name="T24" fmla="*/ 507 w 760"/>
                <a:gd name="T25" fmla="*/ 377 h 880"/>
                <a:gd name="T26" fmla="*/ 587 w 760"/>
                <a:gd name="T27" fmla="*/ 360 h 880"/>
                <a:gd name="T28" fmla="*/ 598 w 760"/>
                <a:gd name="T29" fmla="*/ 364 h 880"/>
                <a:gd name="T30" fmla="*/ 757 w 760"/>
                <a:gd name="T31" fmla="*/ 603 h 880"/>
                <a:gd name="T32" fmla="*/ 755 w 760"/>
                <a:gd name="T33" fmla="*/ 616 h 880"/>
                <a:gd name="T34" fmla="*/ 391 w 760"/>
                <a:gd name="T35" fmla="*/ 877 h 880"/>
                <a:gd name="T36" fmla="*/ 383 w 760"/>
                <a:gd name="T37" fmla="*/ 879 h 880"/>
                <a:gd name="T38" fmla="*/ 377 w 760"/>
                <a:gd name="T39" fmla="*/ 874 h 880"/>
                <a:gd name="T40" fmla="*/ 1 w 760"/>
                <a:gd name="T41" fmla="*/ 145 h 880"/>
                <a:gd name="T42" fmla="*/ 0 w 760"/>
                <a:gd name="T43" fmla="*/ 141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60" h="880">
                  <a:moveTo>
                    <a:pt x="257" y="24"/>
                  </a:moveTo>
                  <a:lnTo>
                    <a:pt x="23" y="145"/>
                  </a:lnTo>
                  <a:lnTo>
                    <a:pt x="389" y="855"/>
                  </a:lnTo>
                  <a:lnTo>
                    <a:pt x="736" y="606"/>
                  </a:lnTo>
                  <a:lnTo>
                    <a:pt x="585" y="381"/>
                  </a:lnTo>
                  <a:lnTo>
                    <a:pt x="504" y="398"/>
                  </a:lnTo>
                  <a:cubicBezTo>
                    <a:pt x="500" y="398"/>
                    <a:pt x="496" y="397"/>
                    <a:pt x="494" y="393"/>
                  </a:cubicBezTo>
                  <a:lnTo>
                    <a:pt x="257" y="24"/>
                  </a:lnTo>
                  <a:close/>
                  <a:moveTo>
                    <a:pt x="0" y="141"/>
                  </a:moveTo>
                  <a:cubicBezTo>
                    <a:pt x="0" y="137"/>
                    <a:pt x="2" y="134"/>
                    <a:pt x="6" y="132"/>
                  </a:cubicBezTo>
                  <a:lnTo>
                    <a:pt x="256" y="2"/>
                  </a:lnTo>
                  <a:cubicBezTo>
                    <a:pt x="260" y="0"/>
                    <a:pt x="266" y="1"/>
                    <a:pt x="269" y="6"/>
                  </a:cubicBezTo>
                  <a:lnTo>
                    <a:pt x="507" y="377"/>
                  </a:lnTo>
                  <a:lnTo>
                    <a:pt x="587" y="360"/>
                  </a:lnTo>
                  <a:cubicBezTo>
                    <a:pt x="591" y="359"/>
                    <a:pt x="595" y="361"/>
                    <a:pt x="598" y="364"/>
                  </a:cubicBezTo>
                  <a:lnTo>
                    <a:pt x="757" y="603"/>
                  </a:lnTo>
                  <a:cubicBezTo>
                    <a:pt x="760" y="607"/>
                    <a:pt x="759" y="613"/>
                    <a:pt x="755" y="616"/>
                  </a:cubicBezTo>
                  <a:lnTo>
                    <a:pt x="391" y="877"/>
                  </a:lnTo>
                  <a:cubicBezTo>
                    <a:pt x="389" y="879"/>
                    <a:pt x="386" y="880"/>
                    <a:pt x="383" y="879"/>
                  </a:cubicBezTo>
                  <a:cubicBezTo>
                    <a:pt x="381" y="878"/>
                    <a:pt x="378" y="876"/>
                    <a:pt x="377" y="874"/>
                  </a:cubicBezTo>
                  <a:lnTo>
                    <a:pt x="1" y="145"/>
                  </a:lnTo>
                  <a:cubicBezTo>
                    <a:pt x="1" y="144"/>
                    <a:pt x="0" y="142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1" name="Freeform 251"/>
            <p:cNvSpPr>
              <a:spLocks noEditPoints="1"/>
            </p:cNvSpPr>
            <p:nvPr/>
          </p:nvSpPr>
          <p:spPr bwMode="auto">
            <a:xfrm>
              <a:off x="18056549" y="3560405"/>
              <a:ext cx="403225" cy="404813"/>
            </a:xfrm>
            <a:custGeom>
              <a:avLst/>
              <a:gdLst>
                <a:gd name="T0" fmla="*/ 141 w 956"/>
                <a:gd name="T1" fmla="*/ 24 h 956"/>
                <a:gd name="T2" fmla="*/ 24 w 956"/>
                <a:gd name="T3" fmla="*/ 140 h 956"/>
                <a:gd name="T4" fmla="*/ 815 w 956"/>
                <a:gd name="T5" fmla="*/ 931 h 956"/>
                <a:gd name="T6" fmla="*/ 931 w 956"/>
                <a:gd name="T7" fmla="*/ 814 h 956"/>
                <a:gd name="T8" fmla="*/ 141 w 956"/>
                <a:gd name="T9" fmla="*/ 24 h 956"/>
                <a:gd name="T10" fmla="*/ 0 w 956"/>
                <a:gd name="T11" fmla="*/ 140 h 956"/>
                <a:gd name="T12" fmla="*/ 3 w 956"/>
                <a:gd name="T13" fmla="*/ 133 h 956"/>
                <a:gd name="T14" fmla="*/ 134 w 956"/>
                <a:gd name="T15" fmla="*/ 3 h 956"/>
                <a:gd name="T16" fmla="*/ 141 w 956"/>
                <a:gd name="T17" fmla="*/ 0 h 956"/>
                <a:gd name="T18" fmla="*/ 148 w 956"/>
                <a:gd name="T19" fmla="*/ 3 h 956"/>
                <a:gd name="T20" fmla="*/ 952 w 956"/>
                <a:gd name="T21" fmla="*/ 807 h 956"/>
                <a:gd name="T22" fmla="*/ 952 w 956"/>
                <a:gd name="T23" fmla="*/ 821 h 956"/>
                <a:gd name="T24" fmla="*/ 822 w 956"/>
                <a:gd name="T25" fmla="*/ 952 h 956"/>
                <a:gd name="T26" fmla="*/ 808 w 956"/>
                <a:gd name="T27" fmla="*/ 952 h 956"/>
                <a:gd name="T28" fmla="*/ 3 w 956"/>
                <a:gd name="T29" fmla="*/ 147 h 956"/>
                <a:gd name="T30" fmla="*/ 0 w 956"/>
                <a:gd name="T31" fmla="*/ 14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56" h="956">
                  <a:moveTo>
                    <a:pt x="141" y="24"/>
                  </a:moveTo>
                  <a:lnTo>
                    <a:pt x="24" y="140"/>
                  </a:lnTo>
                  <a:lnTo>
                    <a:pt x="815" y="931"/>
                  </a:lnTo>
                  <a:lnTo>
                    <a:pt x="931" y="814"/>
                  </a:lnTo>
                  <a:lnTo>
                    <a:pt x="141" y="24"/>
                  </a:lnTo>
                  <a:close/>
                  <a:moveTo>
                    <a:pt x="0" y="140"/>
                  </a:moveTo>
                  <a:cubicBezTo>
                    <a:pt x="0" y="138"/>
                    <a:pt x="1" y="135"/>
                    <a:pt x="3" y="133"/>
                  </a:cubicBezTo>
                  <a:lnTo>
                    <a:pt x="134" y="3"/>
                  </a:lnTo>
                  <a:cubicBezTo>
                    <a:pt x="136" y="1"/>
                    <a:pt x="138" y="0"/>
                    <a:pt x="141" y="0"/>
                  </a:cubicBezTo>
                  <a:cubicBezTo>
                    <a:pt x="143" y="0"/>
                    <a:pt x="146" y="1"/>
                    <a:pt x="148" y="3"/>
                  </a:cubicBezTo>
                  <a:lnTo>
                    <a:pt x="952" y="807"/>
                  </a:lnTo>
                  <a:cubicBezTo>
                    <a:pt x="956" y="811"/>
                    <a:pt x="956" y="817"/>
                    <a:pt x="952" y="821"/>
                  </a:cubicBezTo>
                  <a:lnTo>
                    <a:pt x="822" y="952"/>
                  </a:lnTo>
                  <a:cubicBezTo>
                    <a:pt x="818" y="956"/>
                    <a:pt x="812" y="956"/>
                    <a:pt x="808" y="952"/>
                  </a:cubicBezTo>
                  <a:lnTo>
                    <a:pt x="3" y="147"/>
                  </a:lnTo>
                  <a:cubicBezTo>
                    <a:pt x="1" y="145"/>
                    <a:pt x="0" y="143"/>
                    <a:pt x="0" y="1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2" name="Freeform 252"/>
            <p:cNvSpPr>
              <a:spLocks noEditPoints="1"/>
            </p:cNvSpPr>
            <p:nvPr/>
          </p:nvSpPr>
          <p:spPr bwMode="auto">
            <a:xfrm>
              <a:off x="18067661" y="3914417"/>
              <a:ext cx="327025" cy="327025"/>
            </a:xfrm>
            <a:custGeom>
              <a:avLst/>
              <a:gdLst>
                <a:gd name="T0" fmla="*/ 644 w 775"/>
                <a:gd name="T1" fmla="*/ 24 h 775"/>
                <a:gd name="T2" fmla="*/ 23 w 775"/>
                <a:gd name="T3" fmla="*/ 644 h 775"/>
                <a:gd name="T4" fmla="*/ 130 w 775"/>
                <a:gd name="T5" fmla="*/ 751 h 775"/>
                <a:gd name="T6" fmla="*/ 751 w 775"/>
                <a:gd name="T7" fmla="*/ 131 h 775"/>
                <a:gd name="T8" fmla="*/ 644 w 775"/>
                <a:gd name="T9" fmla="*/ 24 h 775"/>
                <a:gd name="T10" fmla="*/ 0 w 775"/>
                <a:gd name="T11" fmla="*/ 644 h 775"/>
                <a:gd name="T12" fmla="*/ 3 w 775"/>
                <a:gd name="T13" fmla="*/ 637 h 775"/>
                <a:gd name="T14" fmla="*/ 637 w 775"/>
                <a:gd name="T15" fmla="*/ 3 h 775"/>
                <a:gd name="T16" fmla="*/ 644 w 775"/>
                <a:gd name="T17" fmla="*/ 0 h 775"/>
                <a:gd name="T18" fmla="*/ 651 w 775"/>
                <a:gd name="T19" fmla="*/ 3 h 775"/>
                <a:gd name="T20" fmla="*/ 772 w 775"/>
                <a:gd name="T21" fmla="*/ 124 h 775"/>
                <a:gd name="T22" fmla="*/ 772 w 775"/>
                <a:gd name="T23" fmla="*/ 138 h 775"/>
                <a:gd name="T24" fmla="*/ 137 w 775"/>
                <a:gd name="T25" fmla="*/ 772 h 775"/>
                <a:gd name="T26" fmla="*/ 130 w 775"/>
                <a:gd name="T27" fmla="*/ 775 h 775"/>
                <a:gd name="T28" fmla="*/ 123 w 775"/>
                <a:gd name="T29" fmla="*/ 772 h 775"/>
                <a:gd name="T30" fmla="*/ 3 w 775"/>
                <a:gd name="T31" fmla="*/ 651 h 775"/>
                <a:gd name="T32" fmla="*/ 0 w 775"/>
                <a:gd name="T33" fmla="*/ 644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5" h="775">
                  <a:moveTo>
                    <a:pt x="644" y="24"/>
                  </a:moveTo>
                  <a:lnTo>
                    <a:pt x="23" y="644"/>
                  </a:lnTo>
                  <a:lnTo>
                    <a:pt x="130" y="751"/>
                  </a:lnTo>
                  <a:lnTo>
                    <a:pt x="751" y="131"/>
                  </a:lnTo>
                  <a:lnTo>
                    <a:pt x="644" y="24"/>
                  </a:lnTo>
                  <a:close/>
                  <a:moveTo>
                    <a:pt x="0" y="644"/>
                  </a:moveTo>
                  <a:cubicBezTo>
                    <a:pt x="0" y="642"/>
                    <a:pt x="1" y="639"/>
                    <a:pt x="3" y="637"/>
                  </a:cubicBezTo>
                  <a:lnTo>
                    <a:pt x="637" y="3"/>
                  </a:lnTo>
                  <a:cubicBezTo>
                    <a:pt x="639" y="1"/>
                    <a:pt x="641" y="0"/>
                    <a:pt x="644" y="0"/>
                  </a:cubicBezTo>
                  <a:cubicBezTo>
                    <a:pt x="646" y="0"/>
                    <a:pt x="649" y="1"/>
                    <a:pt x="651" y="3"/>
                  </a:cubicBezTo>
                  <a:lnTo>
                    <a:pt x="772" y="124"/>
                  </a:lnTo>
                  <a:cubicBezTo>
                    <a:pt x="775" y="128"/>
                    <a:pt x="775" y="134"/>
                    <a:pt x="772" y="138"/>
                  </a:cubicBezTo>
                  <a:lnTo>
                    <a:pt x="137" y="772"/>
                  </a:lnTo>
                  <a:cubicBezTo>
                    <a:pt x="135" y="774"/>
                    <a:pt x="133" y="775"/>
                    <a:pt x="130" y="775"/>
                  </a:cubicBezTo>
                  <a:cubicBezTo>
                    <a:pt x="128" y="775"/>
                    <a:pt x="125" y="774"/>
                    <a:pt x="123" y="772"/>
                  </a:cubicBezTo>
                  <a:lnTo>
                    <a:pt x="3" y="651"/>
                  </a:lnTo>
                  <a:cubicBezTo>
                    <a:pt x="1" y="649"/>
                    <a:pt x="0" y="647"/>
                    <a:pt x="0" y="64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3" name="Freeform 253"/>
            <p:cNvSpPr>
              <a:spLocks noEditPoints="1"/>
            </p:cNvSpPr>
            <p:nvPr/>
          </p:nvSpPr>
          <p:spPr bwMode="auto">
            <a:xfrm>
              <a:off x="14368786" y="3196867"/>
              <a:ext cx="244475" cy="198438"/>
            </a:xfrm>
            <a:custGeom>
              <a:avLst/>
              <a:gdLst>
                <a:gd name="T0" fmla="*/ 23 w 578"/>
                <a:gd name="T1" fmla="*/ 199 h 471"/>
                <a:gd name="T2" fmla="*/ 49 w 578"/>
                <a:gd name="T3" fmla="*/ 220 h 471"/>
                <a:gd name="T4" fmla="*/ 72 w 578"/>
                <a:gd name="T5" fmla="*/ 293 h 471"/>
                <a:gd name="T6" fmla="*/ 88 w 578"/>
                <a:gd name="T7" fmla="*/ 277 h 471"/>
                <a:gd name="T8" fmla="*/ 393 w 578"/>
                <a:gd name="T9" fmla="*/ 400 h 471"/>
                <a:gd name="T10" fmla="*/ 388 w 578"/>
                <a:gd name="T11" fmla="*/ 419 h 471"/>
                <a:gd name="T12" fmla="*/ 463 w 578"/>
                <a:gd name="T13" fmla="*/ 444 h 471"/>
                <a:gd name="T14" fmla="*/ 470 w 578"/>
                <a:gd name="T15" fmla="*/ 428 h 471"/>
                <a:gd name="T16" fmla="*/ 173 w 578"/>
                <a:gd name="T17" fmla="*/ 61 h 471"/>
                <a:gd name="T18" fmla="*/ 167 w 578"/>
                <a:gd name="T19" fmla="*/ 48 h 471"/>
                <a:gd name="T20" fmla="*/ 127 w 578"/>
                <a:gd name="T21" fmla="*/ 23 h 471"/>
                <a:gd name="T22" fmla="*/ 113 w 578"/>
                <a:gd name="T23" fmla="*/ 70 h 471"/>
                <a:gd name="T24" fmla="*/ 118 w 578"/>
                <a:gd name="T25" fmla="*/ 83 h 471"/>
                <a:gd name="T26" fmla="*/ 87 w 578"/>
                <a:gd name="T27" fmla="*/ 153 h 471"/>
                <a:gd name="T28" fmla="*/ 72 w 578"/>
                <a:gd name="T29" fmla="*/ 150 h 471"/>
                <a:gd name="T30" fmla="*/ 45 w 578"/>
                <a:gd name="T31" fmla="*/ 142 h 471"/>
                <a:gd name="T32" fmla="*/ 1 w 578"/>
                <a:gd name="T33" fmla="*/ 201 h 471"/>
                <a:gd name="T34" fmla="*/ 43 w 578"/>
                <a:gd name="T35" fmla="*/ 120 h 471"/>
                <a:gd name="T36" fmla="*/ 74 w 578"/>
                <a:gd name="T37" fmla="*/ 130 h 471"/>
                <a:gd name="T38" fmla="*/ 96 w 578"/>
                <a:gd name="T39" fmla="*/ 85 h 471"/>
                <a:gd name="T40" fmla="*/ 87 w 578"/>
                <a:gd name="T41" fmla="*/ 78 h 471"/>
                <a:gd name="T42" fmla="*/ 112 w 578"/>
                <a:gd name="T43" fmla="*/ 6 h 471"/>
                <a:gd name="T44" fmla="*/ 124 w 578"/>
                <a:gd name="T45" fmla="*/ 1 h 471"/>
                <a:gd name="T46" fmla="*/ 193 w 578"/>
                <a:gd name="T47" fmla="*/ 31 h 471"/>
                <a:gd name="T48" fmla="*/ 189 w 578"/>
                <a:gd name="T49" fmla="*/ 46 h 471"/>
                <a:gd name="T50" fmla="*/ 577 w 578"/>
                <a:gd name="T51" fmla="*/ 202 h 471"/>
                <a:gd name="T52" fmla="*/ 485 w 578"/>
                <a:gd name="T53" fmla="*/ 443 h 471"/>
                <a:gd name="T54" fmla="*/ 476 w 578"/>
                <a:gd name="T55" fmla="*/ 464 h 471"/>
                <a:gd name="T56" fmla="*/ 372 w 578"/>
                <a:gd name="T57" fmla="*/ 434 h 471"/>
                <a:gd name="T58" fmla="*/ 366 w 578"/>
                <a:gd name="T59" fmla="*/ 421 h 471"/>
                <a:gd name="T60" fmla="*/ 90 w 578"/>
                <a:gd name="T61" fmla="*/ 299 h 471"/>
                <a:gd name="T62" fmla="*/ 73 w 578"/>
                <a:gd name="T63" fmla="*/ 315 h 471"/>
                <a:gd name="T64" fmla="*/ 5 w 578"/>
                <a:gd name="T65" fmla="*/ 278 h 471"/>
                <a:gd name="T66" fmla="*/ 6 w 578"/>
                <a:gd name="T67" fmla="*/ 21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8" h="471">
                  <a:moveTo>
                    <a:pt x="45" y="142"/>
                  </a:moveTo>
                  <a:lnTo>
                    <a:pt x="23" y="199"/>
                  </a:lnTo>
                  <a:lnTo>
                    <a:pt x="43" y="208"/>
                  </a:lnTo>
                  <a:cubicBezTo>
                    <a:pt x="48" y="210"/>
                    <a:pt x="51" y="215"/>
                    <a:pt x="49" y="220"/>
                  </a:cubicBezTo>
                  <a:lnTo>
                    <a:pt x="27" y="275"/>
                  </a:lnTo>
                  <a:lnTo>
                    <a:pt x="72" y="293"/>
                  </a:lnTo>
                  <a:lnTo>
                    <a:pt x="76" y="283"/>
                  </a:lnTo>
                  <a:cubicBezTo>
                    <a:pt x="78" y="278"/>
                    <a:pt x="83" y="275"/>
                    <a:pt x="88" y="277"/>
                  </a:cubicBezTo>
                  <a:lnTo>
                    <a:pt x="387" y="394"/>
                  </a:lnTo>
                  <a:cubicBezTo>
                    <a:pt x="390" y="395"/>
                    <a:pt x="392" y="397"/>
                    <a:pt x="393" y="400"/>
                  </a:cubicBezTo>
                  <a:cubicBezTo>
                    <a:pt x="394" y="402"/>
                    <a:pt x="394" y="405"/>
                    <a:pt x="393" y="407"/>
                  </a:cubicBezTo>
                  <a:lnTo>
                    <a:pt x="388" y="419"/>
                  </a:lnTo>
                  <a:lnTo>
                    <a:pt x="461" y="447"/>
                  </a:lnTo>
                  <a:lnTo>
                    <a:pt x="463" y="444"/>
                  </a:lnTo>
                  <a:cubicBezTo>
                    <a:pt x="461" y="440"/>
                    <a:pt x="460" y="436"/>
                    <a:pt x="463" y="432"/>
                  </a:cubicBezTo>
                  <a:cubicBezTo>
                    <a:pt x="464" y="430"/>
                    <a:pt x="467" y="428"/>
                    <a:pt x="470" y="428"/>
                  </a:cubicBezTo>
                  <a:lnTo>
                    <a:pt x="556" y="211"/>
                  </a:lnTo>
                  <a:lnTo>
                    <a:pt x="173" y="61"/>
                  </a:lnTo>
                  <a:cubicBezTo>
                    <a:pt x="171" y="60"/>
                    <a:pt x="169" y="58"/>
                    <a:pt x="167" y="56"/>
                  </a:cubicBezTo>
                  <a:cubicBezTo>
                    <a:pt x="166" y="53"/>
                    <a:pt x="166" y="51"/>
                    <a:pt x="167" y="48"/>
                  </a:cubicBezTo>
                  <a:lnTo>
                    <a:pt x="171" y="40"/>
                  </a:lnTo>
                  <a:lnTo>
                    <a:pt x="127" y="23"/>
                  </a:lnTo>
                  <a:lnTo>
                    <a:pt x="108" y="68"/>
                  </a:lnTo>
                  <a:lnTo>
                    <a:pt x="113" y="70"/>
                  </a:lnTo>
                  <a:cubicBezTo>
                    <a:pt x="115" y="71"/>
                    <a:pt x="117" y="73"/>
                    <a:pt x="118" y="75"/>
                  </a:cubicBezTo>
                  <a:cubicBezTo>
                    <a:pt x="119" y="78"/>
                    <a:pt x="119" y="80"/>
                    <a:pt x="118" y="83"/>
                  </a:cubicBezTo>
                  <a:lnTo>
                    <a:pt x="93" y="148"/>
                  </a:lnTo>
                  <a:cubicBezTo>
                    <a:pt x="92" y="150"/>
                    <a:pt x="90" y="152"/>
                    <a:pt x="87" y="153"/>
                  </a:cubicBezTo>
                  <a:cubicBezTo>
                    <a:pt x="85" y="154"/>
                    <a:pt x="82" y="154"/>
                    <a:pt x="80" y="153"/>
                  </a:cubicBezTo>
                  <a:lnTo>
                    <a:pt x="72" y="150"/>
                  </a:lnTo>
                  <a:cubicBezTo>
                    <a:pt x="70" y="151"/>
                    <a:pt x="68" y="151"/>
                    <a:pt x="66" y="150"/>
                  </a:cubicBezTo>
                  <a:lnTo>
                    <a:pt x="45" y="142"/>
                  </a:lnTo>
                  <a:close/>
                  <a:moveTo>
                    <a:pt x="0" y="205"/>
                  </a:moveTo>
                  <a:cubicBezTo>
                    <a:pt x="0" y="204"/>
                    <a:pt x="0" y="202"/>
                    <a:pt x="1" y="201"/>
                  </a:cubicBezTo>
                  <a:lnTo>
                    <a:pt x="30" y="125"/>
                  </a:lnTo>
                  <a:cubicBezTo>
                    <a:pt x="32" y="120"/>
                    <a:pt x="38" y="118"/>
                    <a:pt x="43" y="120"/>
                  </a:cubicBezTo>
                  <a:lnTo>
                    <a:pt x="67" y="129"/>
                  </a:lnTo>
                  <a:cubicBezTo>
                    <a:pt x="70" y="129"/>
                    <a:pt x="72" y="129"/>
                    <a:pt x="74" y="130"/>
                  </a:cubicBezTo>
                  <a:lnTo>
                    <a:pt x="78" y="131"/>
                  </a:lnTo>
                  <a:lnTo>
                    <a:pt x="96" y="85"/>
                  </a:lnTo>
                  <a:lnTo>
                    <a:pt x="92" y="83"/>
                  </a:lnTo>
                  <a:cubicBezTo>
                    <a:pt x="90" y="82"/>
                    <a:pt x="88" y="80"/>
                    <a:pt x="87" y="78"/>
                  </a:cubicBezTo>
                  <a:cubicBezTo>
                    <a:pt x="86" y="75"/>
                    <a:pt x="86" y="73"/>
                    <a:pt x="86" y="70"/>
                  </a:cubicBezTo>
                  <a:lnTo>
                    <a:pt x="112" y="6"/>
                  </a:lnTo>
                  <a:cubicBezTo>
                    <a:pt x="113" y="4"/>
                    <a:pt x="115" y="2"/>
                    <a:pt x="117" y="1"/>
                  </a:cubicBezTo>
                  <a:cubicBezTo>
                    <a:pt x="119" y="0"/>
                    <a:pt x="122" y="0"/>
                    <a:pt x="124" y="1"/>
                  </a:cubicBezTo>
                  <a:lnTo>
                    <a:pt x="187" y="25"/>
                  </a:lnTo>
                  <a:cubicBezTo>
                    <a:pt x="190" y="26"/>
                    <a:pt x="192" y="28"/>
                    <a:pt x="193" y="31"/>
                  </a:cubicBezTo>
                  <a:cubicBezTo>
                    <a:pt x="194" y="33"/>
                    <a:pt x="194" y="36"/>
                    <a:pt x="193" y="38"/>
                  </a:cubicBezTo>
                  <a:lnTo>
                    <a:pt x="189" y="46"/>
                  </a:lnTo>
                  <a:lnTo>
                    <a:pt x="572" y="196"/>
                  </a:lnTo>
                  <a:cubicBezTo>
                    <a:pt x="574" y="197"/>
                    <a:pt x="576" y="199"/>
                    <a:pt x="577" y="202"/>
                  </a:cubicBezTo>
                  <a:cubicBezTo>
                    <a:pt x="578" y="204"/>
                    <a:pt x="578" y="207"/>
                    <a:pt x="577" y="209"/>
                  </a:cubicBezTo>
                  <a:lnTo>
                    <a:pt x="485" y="443"/>
                  </a:lnTo>
                  <a:cubicBezTo>
                    <a:pt x="485" y="445"/>
                    <a:pt x="484" y="446"/>
                    <a:pt x="483" y="447"/>
                  </a:cubicBezTo>
                  <a:lnTo>
                    <a:pt x="476" y="464"/>
                  </a:lnTo>
                  <a:cubicBezTo>
                    <a:pt x="474" y="469"/>
                    <a:pt x="468" y="471"/>
                    <a:pt x="463" y="469"/>
                  </a:cubicBezTo>
                  <a:lnTo>
                    <a:pt x="372" y="434"/>
                  </a:lnTo>
                  <a:cubicBezTo>
                    <a:pt x="369" y="433"/>
                    <a:pt x="367" y="431"/>
                    <a:pt x="366" y="428"/>
                  </a:cubicBezTo>
                  <a:cubicBezTo>
                    <a:pt x="365" y="426"/>
                    <a:pt x="365" y="423"/>
                    <a:pt x="366" y="421"/>
                  </a:cubicBezTo>
                  <a:lnTo>
                    <a:pt x="371" y="409"/>
                  </a:lnTo>
                  <a:lnTo>
                    <a:pt x="90" y="299"/>
                  </a:lnTo>
                  <a:lnTo>
                    <a:pt x="86" y="309"/>
                  </a:lnTo>
                  <a:cubicBezTo>
                    <a:pt x="84" y="314"/>
                    <a:pt x="78" y="317"/>
                    <a:pt x="73" y="315"/>
                  </a:cubicBezTo>
                  <a:lnTo>
                    <a:pt x="11" y="290"/>
                  </a:lnTo>
                  <a:cubicBezTo>
                    <a:pt x="6" y="288"/>
                    <a:pt x="3" y="283"/>
                    <a:pt x="5" y="278"/>
                  </a:cubicBezTo>
                  <a:lnTo>
                    <a:pt x="27" y="222"/>
                  </a:lnTo>
                  <a:lnTo>
                    <a:pt x="6" y="214"/>
                  </a:lnTo>
                  <a:cubicBezTo>
                    <a:pt x="2" y="212"/>
                    <a:pt x="0" y="209"/>
                    <a:pt x="0" y="20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4" name="Freeform 254"/>
            <p:cNvSpPr>
              <a:spLocks noEditPoints="1"/>
            </p:cNvSpPr>
            <p:nvPr/>
          </p:nvSpPr>
          <p:spPr bwMode="auto">
            <a:xfrm>
              <a:off x="14373549" y="3007955"/>
              <a:ext cx="322263" cy="180975"/>
            </a:xfrm>
            <a:custGeom>
              <a:avLst/>
              <a:gdLst>
                <a:gd name="T0" fmla="*/ 38 w 760"/>
                <a:gd name="T1" fmla="*/ 144 h 427"/>
                <a:gd name="T2" fmla="*/ 22 w 760"/>
                <a:gd name="T3" fmla="*/ 211 h 427"/>
                <a:gd name="T4" fmla="*/ 59 w 760"/>
                <a:gd name="T5" fmla="*/ 220 h 427"/>
                <a:gd name="T6" fmla="*/ 65 w 760"/>
                <a:gd name="T7" fmla="*/ 225 h 427"/>
                <a:gd name="T8" fmla="*/ 66 w 760"/>
                <a:gd name="T9" fmla="*/ 232 h 427"/>
                <a:gd name="T10" fmla="*/ 54 w 760"/>
                <a:gd name="T11" fmla="*/ 280 h 427"/>
                <a:gd name="T12" fmla="*/ 93 w 760"/>
                <a:gd name="T13" fmla="*/ 290 h 427"/>
                <a:gd name="T14" fmla="*/ 97 w 760"/>
                <a:gd name="T15" fmla="*/ 274 h 427"/>
                <a:gd name="T16" fmla="*/ 102 w 760"/>
                <a:gd name="T17" fmla="*/ 268 h 427"/>
                <a:gd name="T18" fmla="*/ 109 w 760"/>
                <a:gd name="T19" fmla="*/ 266 h 427"/>
                <a:gd name="T20" fmla="*/ 686 w 760"/>
                <a:gd name="T21" fmla="*/ 405 h 427"/>
                <a:gd name="T22" fmla="*/ 738 w 760"/>
                <a:gd name="T23" fmla="*/ 189 h 427"/>
                <a:gd name="T24" fmla="*/ 161 w 760"/>
                <a:gd name="T25" fmla="*/ 50 h 427"/>
                <a:gd name="T26" fmla="*/ 155 w 760"/>
                <a:gd name="T27" fmla="*/ 46 h 427"/>
                <a:gd name="T28" fmla="*/ 154 w 760"/>
                <a:gd name="T29" fmla="*/ 38 h 427"/>
                <a:gd name="T30" fmla="*/ 156 w 760"/>
                <a:gd name="T31" fmla="*/ 32 h 427"/>
                <a:gd name="T32" fmla="*/ 116 w 760"/>
                <a:gd name="T33" fmla="*/ 22 h 427"/>
                <a:gd name="T34" fmla="*/ 104 w 760"/>
                <a:gd name="T35" fmla="*/ 74 h 427"/>
                <a:gd name="T36" fmla="*/ 119 w 760"/>
                <a:gd name="T37" fmla="*/ 78 h 427"/>
                <a:gd name="T38" fmla="*/ 127 w 760"/>
                <a:gd name="T39" fmla="*/ 90 h 427"/>
                <a:gd name="T40" fmla="*/ 112 w 760"/>
                <a:gd name="T41" fmla="*/ 152 h 427"/>
                <a:gd name="T42" fmla="*/ 107 w 760"/>
                <a:gd name="T43" fmla="*/ 158 h 427"/>
                <a:gd name="T44" fmla="*/ 100 w 760"/>
                <a:gd name="T45" fmla="*/ 159 h 427"/>
                <a:gd name="T46" fmla="*/ 38 w 760"/>
                <a:gd name="T47" fmla="*/ 144 h 427"/>
                <a:gd name="T48" fmla="*/ 0 w 760"/>
                <a:gd name="T49" fmla="*/ 218 h 427"/>
                <a:gd name="T50" fmla="*/ 1 w 760"/>
                <a:gd name="T51" fmla="*/ 216 h 427"/>
                <a:gd name="T52" fmla="*/ 21 w 760"/>
                <a:gd name="T53" fmla="*/ 130 h 427"/>
                <a:gd name="T54" fmla="*/ 26 w 760"/>
                <a:gd name="T55" fmla="*/ 124 h 427"/>
                <a:gd name="T56" fmla="*/ 33 w 760"/>
                <a:gd name="T57" fmla="*/ 123 h 427"/>
                <a:gd name="T58" fmla="*/ 95 w 760"/>
                <a:gd name="T59" fmla="*/ 138 h 427"/>
                <a:gd name="T60" fmla="*/ 105 w 760"/>
                <a:gd name="T61" fmla="*/ 95 h 427"/>
                <a:gd name="T62" fmla="*/ 90 w 760"/>
                <a:gd name="T63" fmla="*/ 91 h 427"/>
                <a:gd name="T64" fmla="*/ 83 w 760"/>
                <a:gd name="T65" fmla="*/ 79 h 427"/>
                <a:gd name="T66" fmla="*/ 100 w 760"/>
                <a:gd name="T67" fmla="*/ 8 h 427"/>
                <a:gd name="T68" fmla="*/ 111 w 760"/>
                <a:gd name="T69" fmla="*/ 1 h 427"/>
                <a:gd name="T70" fmla="*/ 170 w 760"/>
                <a:gd name="T71" fmla="*/ 15 h 427"/>
                <a:gd name="T72" fmla="*/ 176 w 760"/>
                <a:gd name="T73" fmla="*/ 19 h 427"/>
                <a:gd name="T74" fmla="*/ 177 w 760"/>
                <a:gd name="T75" fmla="*/ 27 h 427"/>
                <a:gd name="T76" fmla="*/ 175 w 760"/>
                <a:gd name="T77" fmla="*/ 34 h 427"/>
                <a:gd name="T78" fmla="*/ 752 w 760"/>
                <a:gd name="T79" fmla="*/ 172 h 427"/>
                <a:gd name="T80" fmla="*/ 759 w 760"/>
                <a:gd name="T81" fmla="*/ 184 h 427"/>
                <a:gd name="T82" fmla="*/ 702 w 760"/>
                <a:gd name="T83" fmla="*/ 419 h 427"/>
                <a:gd name="T84" fmla="*/ 698 w 760"/>
                <a:gd name="T85" fmla="*/ 426 h 427"/>
                <a:gd name="T86" fmla="*/ 691 w 760"/>
                <a:gd name="T87" fmla="*/ 427 h 427"/>
                <a:gd name="T88" fmla="*/ 114 w 760"/>
                <a:gd name="T89" fmla="*/ 288 h 427"/>
                <a:gd name="T90" fmla="*/ 110 w 760"/>
                <a:gd name="T91" fmla="*/ 304 h 427"/>
                <a:gd name="T92" fmla="*/ 106 w 760"/>
                <a:gd name="T93" fmla="*/ 310 h 427"/>
                <a:gd name="T94" fmla="*/ 98 w 760"/>
                <a:gd name="T95" fmla="*/ 311 h 427"/>
                <a:gd name="T96" fmla="*/ 40 w 760"/>
                <a:gd name="T97" fmla="*/ 297 h 427"/>
                <a:gd name="T98" fmla="*/ 33 w 760"/>
                <a:gd name="T99" fmla="*/ 285 h 427"/>
                <a:gd name="T100" fmla="*/ 45 w 760"/>
                <a:gd name="T101" fmla="*/ 237 h 427"/>
                <a:gd name="T102" fmla="*/ 8 w 760"/>
                <a:gd name="T103" fmla="*/ 228 h 427"/>
                <a:gd name="T104" fmla="*/ 0 w 760"/>
                <a:gd name="T105" fmla="*/ 21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0" h="427">
                  <a:moveTo>
                    <a:pt x="38" y="144"/>
                  </a:moveTo>
                  <a:lnTo>
                    <a:pt x="22" y="211"/>
                  </a:lnTo>
                  <a:lnTo>
                    <a:pt x="59" y="220"/>
                  </a:lnTo>
                  <a:cubicBezTo>
                    <a:pt x="61" y="221"/>
                    <a:pt x="64" y="222"/>
                    <a:pt x="65" y="225"/>
                  </a:cubicBezTo>
                  <a:cubicBezTo>
                    <a:pt x="66" y="227"/>
                    <a:pt x="67" y="230"/>
                    <a:pt x="66" y="232"/>
                  </a:cubicBezTo>
                  <a:lnTo>
                    <a:pt x="54" y="280"/>
                  </a:lnTo>
                  <a:lnTo>
                    <a:pt x="93" y="290"/>
                  </a:lnTo>
                  <a:lnTo>
                    <a:pt x="97" y="274"/>
                  </a:lnTo>
                  <a:cubicBezTo>
                    <a:pt x="98" y="271"/>
                    <a:pt x="99" y="269"/>
                    <a:pt x="102" y="268"/>
                  </a:cubicBezTo>
                  <a:cubicBezTo>
                    <a:pt x="104" y="266"/>
                    <a:pt x="107" y="266"/>
                    <a:pt x="109" y="266"/>
                  </a:cubicBezTo>
                  <a:lnTo>
                    <a:pt x="686" y="405"/>
                  </a:lnTo>
                  <a:lnTo>
                    <a:pt x="738" y="189"/>
                  </a:lnTo>
                  <a:lnTo>
                    <a:pt x="161" y="50"/>
                  </a:lnTo>
                  <a:cubicBezTo>
                    <a:pt x="159" y="50"/>
                    <a:pt x="156" y="48"/>
                    <a:pt x="155" y="46"/>
                  </a:cubicBezTo>
                  <a:cubicBezTo>
                    <a:pt x="154" y="44"/>
                    <a:pt x="153" y="41"/>
                    <a:pt x="154" y="38"/>
                  </a:cubicBezTo>
                  <a:lnTo>
                    <a:pt x="156" y="32"/>
                  </a:lnTo>
                  <a:lnTo>
                    <a:pt x="116" y="22"/>
                  </a:lnTo>
                  <a:lnTo>
                    <a:pt x="104" y="74"/>
                  </a:lnTo>
                  <a:lnTo>
                    <a:pt x="119" y="78"/>
                  </a:lnTo>
                  <a:cubicBezTo>
                    <a:pt x="125" y="79"/>
                    <a:pt x="128" y="84"/>
                    <a:pt x="127" y="90"/>
                  </a:cubicBezTo>
                  <a:lnTo>
                    <a:pt x="112" y="152"/>
                  </a:lnTo>
                  <a:cubicBezTo>
                    <a:pt x="111" y="155"/>
                    <a:pt x="109" y="157"/>
                    <a:pt x="107" y="158"/>
                  </a:cubicBezTo>
                  <a:cubicBezTo>
                    <a:pt x="105" y="159"/>
                    <a:pt x="102" y="160"/>
                    <a:pt x="100" y="159"/>
                  </a:cubicBezTo>
                  <a:lnTo>
                    <a:pt x="38" y="144"/>
                  </a:lnTo>
                  <a:close/>
                  <a:moveTo>
                    <a:pt x="0" y="218"/>
                  </a:moveTo>
                  <a:cubicBezTo>
                    <a:pt x="0" y="218"/>
                    <a:pt x="0" y="217"/>
                    <a:pt x="1" y="216"/>
                  </a:cubicBezTo>
                  <a:lnTo>
                    <a:pt x="21" y="130"/>
                  </a:lnTo>
                  <a:cubicBezTo>
                    <a:pt x="22" y="128"/>
                    <a:pt x="24" y="125"/>
                    <a:pt x="26" y="124"/>
                  </a:cubicBezTo>
                  <a:cubicBezTo>
                    <a:pt x="28" y="123"/>
                    <a:pt x="31" y="122"/>
                    <a:pt x="33" y="123"/>
                  </a:cubicBezTo>
                  <a:lnTo>
                    <a:pt x="95" y="138"/>
                  </a:lnTo>
                  <a:lnTo>
                    <a:pt x="105" y="95"/>
                  </a:lnTo>
                  <a:lnTo>
                    <a:pt x="90" y="91"/>
                  </a:lnTo>
                  <a:cubicBezTo>
                    <a:pt x="85" y="90"/>
                    <a:pt x="81" y="84"/>
                    <a:pt x="83" y="79"/>
                  </a:cubicBezTo>
                  <a:lnTo>
                    <a:pt x="100" y="8"/>
                  </a:lnTo>
                  <a:cubicBezTo>
                    <a:pt x="101" y="3"/>
                    <a:pt x="106" y="0"/>
                    <a:pt x="111" y="1"/>
                  </a:cubicBezTo>
                  <a:lnTo>
                    <a:pt x="170" y="15"/>
                  </a:lnTo>
                  <a:cubicBezTo>
                    <a:pt x="172" y="15"/>
                    <a:pt x="175" y="17"/>
                    <a:pt x="176" y="19"/>
                  </a:cubicBezTo>
                  <a:cubicBezTo>
                    <a:pt x="177" y="21"/>
                    <a:pt x="178" y="24"/>
                    <a:pt x="177" y="27"/>
                  </a:cubicBezTo>
                  <a:lnTo>
                    <a:pt x="175" y="34"/>
                  </a:lnTo>
                  <a:lnTo>
                    <a:pt x="752" y="172"/>
                  </a:lnTo>
                  <a:cubicBezTo>
                    <a:pt x="757" y="174"/>
                    <a:pt x="760" y="179"/>
                    <a:pt x="759" y="184"/>
                  </a:cubicBezTo>
                  <a:lnTo>
                    <a:pt x="702" y="419"/>
                  </a:lnTo>
                  <a:cubicBezTo>
                    <a:pt x="702" y="422"/>
                    <a:pt x="700" y="424"/>
                    <a:pt x="698" y="426"/>
                  </a:cubicBezTo>
                  <a:cubicBezTo>
                    <a:pt x="696" y="427"/>
                    <a:pt x="693" y="427"/>
                    <a:pt x="691" y="427"/>
                  </a:cubicBezTo>
                  <a:lnTo>
                    <a:pt x="114" y="288"/>
                  </a:lnTo>
                  <a:lnTo>
                    <a:pt x="110" y="304"/>
                  </a:lnTo>
                  <a:cubicBezTo>
                    <a:pt x="110" y="306"/>
                    <a:pt x="108" y="309"/>
                    <a:pt x="106" y="310"/>
                  </a:cubicBezTo>
                  <a:cubicBezTo>
                    <a:pt x="104" y="311"/>
                    <a:pt x="101" y="312"/>
                    <a:pt x="98" y="311"/>
                  </a:cubicBezTo>
                  <a:lnTo>
                    <a:pt x="40" y="297"/>
                  </a:lnTo>
                  <a:cubicBezTo>
                    <a:pt x="35" y="296"/>
                    <a:pt x="32" y="291"/>
                    <a:pt x="33" y="285"/>
                  </a:cubicBezTo>
                  <a:lnTo>
                    <a:pt x="45" y="237"/>
                  </a:lnTo>
                  <a:lnTo>
                    <a:pt x="8" y="228"/>
                  </a:lnTo>
                  <a:cubicBezTo>
                    <a:pt x="3" y="227"/>
                    <a:pt x="0" y="223"/>
                    <a:pt x="0" y="21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5" name="Freeform 255"/>
            <p:cNvSpPr>
              <a:spLocks noEditPoints="1"/>
            </p:cNvSpPr>
            <p:nvPr/>
          </p:nvSpPr>
          <p:spPr bwMode="auto">
            <a:xfrm>
              <a:off x="15629261" y="926742"/>
              <a:ext cx="4049713" cy="4041775"/>
            </a:xfrm>
            <a:custGeom>
              <a:avLst/>
              <a:gdLst>
                <a:gd name="T0" fmla="*/ 9491 w 9583"/>
                <a:gd name="T1" fmla="*/ 24 h 9580"/>
                <a:gd name="T2" fmla="*/ 7340 w 9583"/>
                <a:gd name="T3" fmla="*/ 2178 h 9580"/>
                <a:gd name="T4" fmla="*/ 7353 w 9583"/>
                <a:gd name="T5" fmla="*/ 2181 h 9580"/>
                <a:gd name="T6" fmla="*/ 7357 w 9583"/>
                <a:gd name="T7" fmla="*/ 2184 h 9580"/>
                <a:gd name="T8" fmla="*/ 7394 w 9583"/>
                <a:gd name="T9" fmla="*/ 2220 h 9580"/>
                <a:gd name="T10" fmla="*/ 7397 w 9583"/>
                <a:gd name="T11" fmla="*/ 2225 h 9580"/>
                <a:gd name="T12" fmla="*/ 7401 w 9583"/>
                <a:gd name="T13" fmla="*/ 2241 h 9580"/>
                <a:gd name="T14" fmla="*/ 9559 w 9583"/>
                <a:gd name="T15" fmla="*/ 92 h 9580"/>
                <a:gd name="T16" fmla="*/ 9491 w 9583"/>
                <a:gd name="T17" fmla="*/ 24 h 9580"/>
                <a:gd name="T18" fmla="*/ 7311 w 9583"/>
                <a:gd name="T19" fmla="*/ 2183 h 9580"/>
                <a:gd name="T20" fmla="*/ 7314 w 9583"/>
                <a:gd name="T21" fmla="*/ 2176 h 9580"/>
                <a:gd name="T22" fmla="*/ 9484 w 9583"/>
                <a:gd name="T23" fmla="*/ 4 h 9580"/>
                <a:gd name="T24" fmla="*/ 9498 w 9583"/>
                <a:gd name="T25" fmla="*/ 4 h 9580"/>
                <a:gd name="T26" fmla="*/ 9580 w 9583"/>
                <a:gd name="T27" fmla="*/ 85 h 9580"/>
                <a:gd name="T28" fmla="*/ 9583 w 9583"/>
                <a:gd name="T29" fmla="*/ 92 h 9580"/>
                <a:gd name="T30" fmla="*/ 9583 w 9583"/>
                <a:gd name="T31" fmla="*/ 92 h 9580"/>
                <a:gd name="T32" fmla="*/ 9580 w 9583"/>
                <a:gd name="T33" fmla="*/ 99 h 9580"/>
                <a:gd name="T34" fmla="*/ 7403 w 9583"/>
                <a:gd name="T35" fmla="*/ 2267 h 9580"/>
                <a:gd name="T36" fmla="*/ 7394 w 9583"/>
                <a:gd name="T37" fmla="*/ 2269 h 9580"/>
                <a:gd name="T38" fmla="*/ 7387 w 9583"/>
                <a:gd name="T39" fmla="*/ 2262 h 9580"/>
                <a:gd name="T40" fmla="*/ 7378 w 9583"/>
                <a:gd name="T41" fmla="*/ 2233 h 9580"/>
                <a:gd name="T42" fmla="*/ 7345 w 9583"/>
                <a:gd name="T43" fmla="*/ 2200 h 9580"/>
                <a:gd name="T44" fmla="*/ 7319 w 9583"/>
                <a:gd name="T45" fmla="*/ 2192 h 9580"/>
                <a:gd name="T46" fmla="*/ 7312 w 9583"/>
                <a:gd name="T47" fmla="*/ 2185 h 9580"/>
                <a:gd name="T48" fmla="*/ 7311 w 9583"/>
                <a:gd name="T49" fmla="*/ 2183 h 9580"/>
                <a:gd name="T50" fmla="*/ 6967 w 9583"/>
                <a:gd name="T51" fmla="*/ 2550 h 9580"/>
                <a:gd name="T52" fmla="*/ 24 w 9583"/>
                <a:gd name="T53" fmla="*/ 9494 h 9580"/>
                <a:gd name="T54" fmla="*/ 86 w 9583"/>
                <a:gd name="T55" fmla="*/ 9556 h 9580"/>
                <a:gd name="T56" fmla="*/ 7031 w 9583"/>
                <a:gd name="T57" fmla="*/ 2611 h 9580"/>
                <a:gd name="T58" fmla="*/ 7015 w 9583"/>
                <a:gd name="T59" fmla="*/ 2607 h 9580"/>
                <a:gd name="T60" fmla="*/ 7010 w 9583"/>
                <a:gd name="T61" fmla="*/ 2605 h 9580"/>
                <a:gd name="T62" fmla="*/ 6973 w 9583"/>
                <a:gd name="T63" fmla="*/ 2568 h 9580"/>
                <a:gd name="T64" fmla="*/ 6971 w 9583"/>
                <a:gd name="T65" fmla="*/ 2563 h 9580"/>
                <a:gd name="T66" fmla="*/ 6967 w 9583"/>
                <a:gd name="T67" fmla="*/ 2550 h 9580"/>
                <a:gd name="T68" fmla="*/ 0 w 9583"/>
                <a:gd name="T69" fmla="*/ 9494 h 9580"/>
                <a:gd name="T70" fmla="*/ 3 w 9583"/>
                <a:gd name="T71" fmla="*/ 9487 h 9580"/>
                <a:gd name="T72" fmla="*/ 6966 w 9583"/>
                <a:gd name="T73" fmla="*/ 2524 h 9580"/>
                <a:gd name="T74" fmla="*/ 6975 w 9583"/>
                <a:gd name="T75" fmla="*/ 2522 h 9580"/>
                <a:gd name="T76" fmla="*/ 6982 w 9583"/>
                <a:gd name="T77" fmla="*/ 2529 h 9580"/>
                <a:gd name="T78" fmla="*/ 6989 w 9583"/>
                <a:gd name="T79" fmla="*/ 2556 h 9580"/>
                <a:gd name="T80" fmla="*/ 7022 w 9583"/>
                <a:gd name="T81" fmla="*/ 2589 h 9580"/>
                <a:gd name="T82" fmla="*/ 7053 w 9583"/>
                <a:gd name="T83" fmla="*/ 2596 h 9580"/>
                <a:gd name="T84" fmla="*/ 7060 w 9583"/>
                <a:gd name="T85" fmla="*/ 2603 h 9580"/>
                <a:gd name="T86" fmla="*/ 7057 w 9583"/>
                <a:gd name="T87" fmla="*/ 2612 h 9580"/>
                <a:gd name="T88" fmla="*/ 93 w 9583"/>
                <a:gd name="T89" fmla="*/ 9577 h 9580"/>
                <a:gd name="T90" fmla="*/ 86 w 9583"/>
                <a:gd name="T91" fmla="*/ 9580 h 9580"/>
                <a:gd name="T92" fmla="*/ 79 w 9583"/>
                <a:gd name="T93" fmla="*/ 9577 h 9580"/>
                <a:gd name="T94" fmla="*/ 3 w 9583"/>
                <a:gd name="T95" fmla="*/ 9501 h 9580"/>
                <a:gd name="T96" fmla="*/ 0 w 9583"/>
                <a:gd name="T97" fmla="*/ 9494 h 9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583" h="9580">
                  <a:moveTo>
                    <a:pt x="9491" y="24"/>
                  </a:moveTo>
                  <a:lnTo>
                    <a:pt x="7340" y="2178"/>
                  </a:lnTo>
                  <a:lnTo>
                    <a:pt x="7353" y="2181"/>
                  </a:lnTo>
                  <a:cubicBezTo>
                    <a:pt x="7355" y="2182"/>
                    <a:pt x="7356" y="2183"/>
                    <a:pt x="7357" y="2184"/>
                  </a:cubicBezTo>
                  <a:lnTo>
                    <a:pt x="7394" y="2220"/>
                  </a:lnTo>
                  <a:cubicBezTo>
                    <a:pt x="7395" y="2222"/>
                    <a:pt x="7396" y="2223"/>
                    <a:pt x="7397" y="2225"/>
                  </a:cubicBezTo>
                  <a:lnTo>
                    <a:pt x="7401" y="2241"/>
                  </a:lnTo>
                  <a:lnTo>
                    <a:pt x="9559" y="92"/>
                  </a:lnTo>
                  <a:lnTo>
                    <a:pt x="9491" y="24"/>
                  </a:lnTo>
                  <a:close/>
                  <a:moveTo>
                    <a:pt x="7311" y="2183"/>
                  </a:moveTo>
                  <a:cubicBezTo>
                    <a:pt x="7311" y="2180"/>
                    <a:pt x="7312" y="2178"/>
                    <a:pt x="7314" y="2176"/>
                  </a:cubicBezTo>
                  <a:lnTo>
                    <a:pt x="9484" y="4"/>
                  </a:lnTo>
                  <a:cubicBezTo>
                    <a:pt x="9488" y="0"/>
                    <a:pt x="9494" y="0"/>
                    <a:pt x="9498" y="4"/>
                  </a:cubicBezTo>
                  <a:lnTo>
                    <a:pt x="9580" y="85"/>
                  </a:lnTo>
                  <a:cubicBezTo>
                    <a:pt x="9582" y="87"/>
                    <a:pt x="9583" y="89"/>
                    <a:pt x="9583" y="92"/>
                  </a:cubicBezTo>
                  <a:lnTo>
                    <a:pt x="9583" y="92"/>
                  </a:lnTo>
                  <a:cubicBezTo>
                    <a:pt x="9583" y="94"/>
                    <a:pt x="9582" y="97"/>
                    <a:pt x="9580" y="99"/>
                  </a:cubicBezTo>
                  <a:lnTo>
                    <a:pt x="7403" y="2267"/>
                  </a:lnTo>
                  <a:cubicBezTo>
                    <a:pt x="7401" y="2269"/>
                    <a:pt x="7397" y="2270"/>
                    <a:pt x="7394" y="2269"/>
                  </a:cubicBezTo>
                  <a:cubicBezTo>
                    <a:pt x="7390" y="2268"/>
                    <a:pt x="7388" y="2266"/>
                    <a:pt x="7387" y="2262"/>
                  </a:cubicBezTo>
                  <a:lnTo>
                    <a:pt x="7378" y="2233"/>
                  </a:lnTo>
                  <a:lnTo>
                    <a:pt x="7345" y="2200"/>
                  </a:lnTo>
                  <a:lnTo>
                    <a:pt x="7319" y="2192"/>
                  </a:lnTo>
                  <a:cubicBezTo>
                    <a:pt x="7315" y="2191"/>
                    <a:pt x="7313" y="2189"/>
                    <a:pt x="7312" y="2185"/>
                  </a:cubicBezTo>
                  <a:cubicBezTo>
                    <a:pt x="7312" y="2184"/>
                    <a:pt x="7311" y="2184"/>
                    <a:pt x="7311" y="2183"/>
                  </a:cubicBezTo>
                  <a:moveTo>
                    <a:pt x="6967" y="2550"/>
                  </a:moveTo>
                  <a:lnTo>
                    <a:pt x="24" y="9494"/>
                  </a:lnTo>
                  <a:lnTo>
                    <a:pt x="86" y="9556"/>
                  </a:lnTo>
                  <a:lnTo>
                    <a:pt x="7031" y="2611"/>
                  </a:lnTo>
                  <a:lnTo>
                    <a:pt x="7015" y="2607"/>
                  </a:lnTo>
                  <a:cubicBezTo>
                    <a:pt x="7013" y="2607"/>
                    <a:pt x="7011" y="2606"/>
                    <a:pt x="7010" y="2605"/>
                  </a:cubicBezTo>
                  <a:lnTo>
                    <a:pt x="6973" y="2568"/>
                  </a:lnTo>
                  <a:cubicBezTo>
                    <a:pt x="6972" y="2567"/>
                    <a:pt x="6971" y="2565"/>
                    <a:pt x="6971" y="2563"/>
                  </a:cubicBezTo>
                  <a:lnTo>
                    <a:pt x="6967" y="2550"/>
                  </a:lnTo>
                  <a:close/>
                  <a:moveTo>
                    <a:pt x="0" y="9494"/>
                  </a:moveTo>
                  <a:cubicBezTo>
                    <a:pt x="0" y="9491"/>
                    <a:pt x="1" y="9489"/>
                    <a:pt x="3" y="9487"/>
                  </a:cubicBezTo>
                  <a:lnTo>
                    <a:pt x="6966" y="2524"/>
                  </a:lnTo>
                  <a:cubicBezTo>
                    <a:pt x="6968" y="2522"/>
                    <a:pt x="6972" y="2521"/>
                    <a:pt x="6975" y="2522"/>
                  </a:cubicBezTo>
                  <a:cubicBezTo>
                    <a:pt x="6979" y="2523"/>
                    <a:pt x="6981" y="2525"/>
                    <a:pt x="6982" y="2529"/>
                  </a:cubicBezTo>
                  <a:lnTo>
                    <a:pt x="6989" y="2556"/>
                  </a:lnTo>
                  <a:lnTo>
                    <a:pt x="7022" y="2589"/>
                  </a:lnTo>
                  <a:lnTo>
                    <a:pt x="7053" y="2596"/>
                  </a:lnTo>
                  <a:cubicBezTo>
                    <a:pt x="7056" y="2597"/>
                    <a:pt x="7059" y="2599"/>
                    <a:pt x="7060" y="2603"/>
                  </a:cubicBezTo>
                  <a:cubicBezTo>
                    <a:pt x="7061" y="2606"/>
                    <a:pt x="7060" y="2610"/>
                    <a:pt x="7057" y="2612"/>
                  </a:cubicBezTo>
                  <a:lnTo>
                    <a:pt x="93" y="9577"/>
                  </a:lnTo>
                  <a:cubicBezTo>
                    <a:pt x="91" y="9579"/>
                    <a:pt x="89" y="9580"/>
                    <a:pt x="86" y="9580"/>
                  </a:cubicBezTo>
                  <a:cubicBezTo>
                    <a:pt x="84" y="9580"/>
                    <a:pt x="81" y="9579"/>
                    <a:pt x="79" y="9577"/>
                  </a:cubicBezTo>
                  <a:lnTo>
                    <a:pt x="3" y="9501"/>
                  </a:lnTo>
                  <a:cubicBezTo>
                    <a:pt x="1" y="9499"/>
                    <a:pt x="0" y="9496"/>
                    <a:pt x="0" y="9494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6" name="Freeform 256"/>
            <p:cNvSpPr>
              <a:spLocks noEditPoints="1"/>
            </p:cNvSpPr>
            <p:nvPr/>
          </p:nvSpPr>
          <p:spPr bwMode="auto">
            <a:xfrm>
              <a:off x="16230924" y="3903305"/>
              <a:ext cx="468313" cy="468313"/>
            </a:xfrm>
            <a:custGeom>
              <a:avLst/>
              <a:gdLst>
                <a:gd name="T0" fmla="*/ 964 w 1109"/>
                <a:gd name="T1" fmla="*/ 24 h 1110"/>
                <a:gd name="T2" fmla="*/ 24 w 1109"/>
                <a:gd name="T3" fmla="*/ 964 h 1110"/>
                <a:gd name="T4" fmla="*/ 145 w 1109"/>
                <a:gd name="T5" fmla="*/ 1085 h 1110"/>
                <a:gd name="T6" fmla="*/ 1084 w 1109"/>
                <a:gd name="T7" fmla="*/ 145 h 1110"/>
                <a:gd name="T8" fmla="*/ 964 w 1109"/>
                <a:gd name="T9" fmla="*/ 24 h 1110"/>
                <a:gd name="T10" fmla="*/ 0 w 1109"/>
                <a:gd name="T11" fmla="*/ 964 h 1110"/>
                <a:gd name="T12" fmla="*/ 3 w 1109"/>
                <a:gd name="T13" fmla="*/ 957 h 1110"/>
                <a:gd name="T14" fmla="*/ 957 w 1109"/>
                <a:gd name="T15" fmla="*/ 3 h 1110"/>
                <a:gd name="T16" fmla="*/ 971 w 1109"/>
                <a:gd name="T17" fmla="*/ 3 h 1110"/>
                <a:gd name="T18" fmla="*/ 1105 w 1109"/>
                <a:gd name="T19" fmla="*/ 138 h 1110"/>
                <a:gd name="T20" fmla="*/ 1105 w 1109"/>
                <a:gd name="T21" fmla="*/ 152 h 1110"/>
                <a:gd name="T22" fmla="*/ 152 w 1109"/>
                <a:gd name="T23" fmla="*/ 1106 h 1110"/>
                <a:gd name="T24" fmla="*/ 138 w 1109"/>
                <a:gd name="T25" fmla="*/ 1106 h 1110"/>
                <a:gd name="T26" fmla="*/ 3 w 1109"/>
                <a:gd name="T27" fmla="*/ 971 h 1110"/>
                <a:gd name="T28" fmla="*/ 0 w 1109"/>
                <a:gd name="T29" fmla="*/ 964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09" h="1110">
                  <a:moveTo>
                    <a:pt x="964" y="24"/>
                  </a:moveTo>
                  <a:lnTo>
                    <a:pt x="24" y="964"/>
                  </a:lnTo>
                  <a:lnTo>
                    <a:pt x="145" y="1085"/>
                  </a:lnTo>
                  <a:lnTo>
                    <a:pt x="1084" y="145"/>
                  </a:lnTo>
                  <a:lnTo>
                    <a:pt x="964" y="24"/>
                  </a:lnTo>
                  <a:close/>
                  <a:moveTo>
                    <a:pt x="0" y="964"/>
                  </a:moveTo>
                  <a:cubicBezTo>
                    <a:pt x="0" y="962"/>
                    <a:pt x="1" y="959"/>
                    <a:pt x="3" y="957"/>
                  </a:cubicBezTo>
                  <a:lnTo>
                    <a:pt x="957" y="3"/>
                  </a:lnTo>
                  <a:cubicBezTo>
                    <a:pt x="960" y="0"/>
                    <a:pt x="967" y="0"/>
                    <a:pt x="971" y="3"/>
                  </a:cubicBezTo>
                  <a:lnTo>
                    <a:pt x="1105" y="138"/>
                  </a:lnTo>
                  <a:cubicBezTo>
                    <a:pt x="1109" y="142"/>
                    <a:pt x="1109" y="148"/>
                    <a:pt x="1105" y="152"/>
                  </a:cubicBezTo>
                  <a:lnTo>
                    <a:pt x="152" y="1106"/>
                  </a:lnTo>
                  <a:cubicBezTo>
                    <a:pt x="148" y="1110"/>
                    <a:pt x="142" y="1110"/>
                    <a:pt x="138" y="1106"/>
                  </a:cubicBezTo>
                  <a:lnTo>
                    <a:pt x="3" y="971"/>
                  </a:lnTo>
                  <a:cubicBezTo>
                    <a:pt x="1" y="969"/>
                    <a:pt x="0" y="967"/>
                    <a:pt x="0" y="96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7" name="Freeform 257"/>
            <p:cNvSpPr>
              <a:spLocks noEditPoints="1"/>
            </p:cNvSpPr>
            <p:nvPr/>
          </p:nvSpPr>
          <p:spPr bwMode="auto">
            <a:xfrm>
              <a:off x="14351324" y="6270267"/>
              <a:ext cx="133350" cy="133350"/>
            </a:xfrm>
            <a:custGeom>
              <a:avLst/>
              <a:gdLst>
                <a:gd name="T0" fmla="*/ 118 w 316"/>
                <a:gd name="T1" fmla="*/ 25 h 316"/>
                <a:gd name="T2" fmla="*/ 24 w 316"/>
                <a:gd name="T3" fmla="*/ 119 h 316"/>
                <a:gd name="T4" fmla="*/ 197 w 316"/>
                <a:gd name="T5" fmla="*/ 292 h 316"/>
                <a:gd name="T6" fmla="*/ 291 w 316"/>
                <a:gd name="T7" fmla="*/ 198 h 316"/>
                <a:gd name="T8" fmla="*/ 118 w 316"/>
                <a:gd name="T9" fmla="*/ 25 h 316"/>
                <a:gd name="T10" fmla="*/ 0 w 316"/>
                <a:gd name="T11" fmla="*/ 119 h 316"/>
                <a:gd name="T12" fmla="*/ 0 w 316"/>
                <a:gd name="T13" fmla="*/ 119 h 316"/>
                <a:gd name="T14" fmla="*/ 3 w 316"/>
                <a:gd name="T15" fmla="*/ 113 h 316"/>
                <a:gd name="T16" fmla="*/ 111 w 316"/>
                <a:gd name="T17" fmla="*/ 4 h 316"/>
                <a:gd name="T18" fmla="*/ 125 w 316"/>
                <a:gd name="T19" fmla="*/ 4 h 316"/>
                <a:gd name="T20" fmla="*/ 312 w 316"/>
                <a:gd name="T21" fmla="*/ 191 h 316"/>
                <a:gd name="T22" fmla="*/ 312 w 316"/>
                <a:gd name="T23" fmla="*/ 205 h 316"/>
                <a:gd name="T24" fmla="*/ 204 w 316"/>
                <a:gd name="T25" fmla="*/ 313 h 316"/>
                <a:gd name="T26" fmla="*/ 197 w 316"/>
                <a:gd name="T27" fmla="*/ 316 h 316"/>
                <a:gd name="T28" fmla="*/ 190 w 316"/>
                <a:gd name="T29" fmla="*/ 313 h 316"/>
                <a:gd name="T30" fmla="*/ 3 w 316"/>
                <a:gd name="T31" fmla="*/ 126 h 316"/>
                <a:gd name="T32" fmla="*/ 0 w 316"/>
                <a:gd name="T33" fmla="*/ 11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6" h="316">
                  <a:moveTo>
                    <a:pt x="118" y="25"/>
                  </a:moveTo>
                  <a:lnTo>
                    <a:pt x="24" y="119"/>
                  </a:lnTo>
                  <a:lnTo>
                    <a:pt x="197" y="292"/>
                  </a:lnTo>
                  <a:lnTo>
                    <a:pt x="291" y="198"/>
                  </a:lnTo>
                  <a:lnTo>
                    <a:pt x="118" y="25"/>
                  </a:lnTo>
                  <a:close/>
                  <a:moveTo>
                    <a:pt x="0" y="119"/>
                  </a:moveTo>
                  <a:lnTo>
                    <a:pt x="0" y="119"/>
                  </a:lnTo>
                  <a:cubicBezTo>
                    <a:pt x="0" y="117"/>
                    <a:pt x="1" y="114"/>
                    <a:pt x="3" y="113"/>
                  </a:cubicBezTo>
                  <a:lnTo>
                    <a:pt x="111" y="4"/>
                  </a:lnTo>
                  <a:cubicBezTo>
                    <a:pt x="115" y="0"/>
                    <a:pt x="121" y="0"/>
                    <a:pt x="125" y="4"/>
                  </a:cubicBezTo>
                  <a:lnTo>
                    <a:pt x="312" y="191"/>
                  </a:lnTo>
                  <a:cubicBezTo>
                    <a:pt x="316" y="195"/>
                    <a:pt x="316" y="201"/>
                    <a:pt x="312" y="205"/>
                  </a:cubicBezTo>
                  <a:lnTo>
                    <a:pt x="204" y="313"/>
                  </a:lnTo>
                  <a:cubicBezTo>
                    <a:pt x="202" y="315"/>
                    <a:pt x="200" y="316"/>
                    <a:pt x="197" y="316"/>
                  </a:cubicBezTo>
                  <a:cubicBezTo>
                    <a:pt x="194" y="316"/>
                    <a:pt x="192" y="315"/>
                    <a:pt x="190" y="313"/>
                  </a:cubicBezTo>
                  <a:lnTo>
                    <a:pt x="3" y="126"/>
                  </a:lnTo>
                  <a:cubicBezTo>
                    <a:pt x="1" y="125"/>
                    <a:pt x="0" y="122"/>
                    <a:pt x="0" y="11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8" name="Freeform 258"/>
            <p:cNvSpPr>
              <a:spLocks noEditPoints="1"/>
            </p:cNvSpPr>
            <p:nvPr/>
          </p:nvSpPr>
          <p:spPr bwMode="auto">
            <a:xfrm>
              <a:off x="14462449" y="6406792"/>
              <a:ext cx="133350" cy="133350"/>
            </a:xfrm>
            <a:custGeom>
              <a:avLst/>
              <a:gdLst>
                <a:gd name="T0" fmla="*/ 118 w 315"/>
                <a:gd name="T1" fmla="*/ 24 h 316"/>
                <a:gd name="T2" fmla="*/ 24 w 315"/>
                <a:gd name="T3" fmla="*/ 118 h 316"/>
                <a:gd name="T4" fmla="*/ 197 w 315"/>
                <a:gd name="T5" fmla="*/ 291 h 316"/>
                <a:gd name="T6" fmla="*/ 291 w 315"/>
                <a:gd name="T7" fmla="*/ 197 h 316"/>
                <a:gd name="T8" fmla="*/ 118 w 315"/>
                <a:gd name="T9" fmla="*/ 24 h 316"/>
                <a:gd name="T10" fmla="*/ 0 w 315"/>
                <a:gd name="T11" fmla="*/ 118 h 316"/>
                <a:gd name="T12" fmla="*/ 3 w 315"/>
                <a:gd name="T13" fmla="*/ 111 h 316"/>
                <a:gd name="T14" fmla="*/ 111 w 315"/>
                <a:gd name="T15" fmla="*/ 3 h 316"/>
                <a:gd name="T16" fmla="*/ 118 w 315"/>
                <a:gd name="T17" fmla="*/ 0 h 316"/>
                <a:gd name="T18" fmla="*/ 125 w 315"/>
                <a:gd name="T19" fmla="*/ 3 h 316"/>
                <a:gd name="T20" fmla="*/ 312 w 315"/>
                <a:gd name="T21" fmla="*/ 190 h 316"/>
                <a:gd name="T22" fmla="*/ 312 w 315"/>
                <a:gd name="T23" fmla="*/ 204 h 316"/>
                <a:gd name="T24" fmla="*/ 203 w 315"/>
                <a:gd name="T25" fmla="*/ 312 h 316"/>
                <a:gd name="T26" fmla="*/ 190 w 315"/>
                <a:gd name="T27" fmla="*/ 312 h 316"/>
                <a:gd name="T28" fmla="*/ 3 w 315"/>
                <a:gd name="T29" fmla="*/ 125 h 316"/>
                <a:gd name="T30" fmla="*/ 0 w 315"/>
                <a:gd name="T31" fmla="*/ 118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316">
                  <a:moveTo>
                    <a:pt x="118" y="24"/>
                  </a:moveTo>
                  <a:lnTo>
                    <a:pt x="24" y="118"/>
                  </a:lnTo>
                  <a:lnTo>
                    <a:pt x="197" y="291"/>
                  </a:lnTo>
                  <a:lnTo>
                    <a:pt x="291" y="197"/>
                  </a:lnTo>
                  <a:lnTo>
                    <a:pt x="118" y="24"/>
                  </a:lnTo>
                  <a:close/>
                  <a:moveTo>
                    <a:pt x="0" y="118"/>
                  </a:moveTo>
                  <a:cubicBezTo>
                    <a:pt x="0" y="116"/>
                    <a:pt x="1" y="113"/>
                    <a:pt x="3" y="111"/>
                  </a:cubicBezTo>
                  <a:lnTo>
                    <a:pt x="111" y="3"/>
                  </a:lnTo>
                  <a:cubicBezTo>
                    <a:pt x="113" y="1"/>
                    <a:pt x="115" y="0"/>
                    <a:pt x="118" y="0"/>
                  </a:cubicBezTo>
                  <a:cubicBezTo>
                    <a:pt x="120" y="0"/>
                    <a:pt x="123" y="1"/>
                    <a:pt x="125" y="3"/>
                  </a:cubicBezTo>
                  <a:lnTo>
                    <a:pt x="312" y="190"/>
                  </a:lnTo>
                  <a:cubicBezTo>
                    <a:pt x="315" y="194"/>
                    <a:pt x="315" y="200"/>
                    <a:pt x="312" y="204"/>
                  </a:cubicBezTo>
                  <a:lnTo>
                    <a:pt x="203" y="312"/>
                  </a:lnTo>
                  <a:cubicBezTo>
                    <a:pt x="200" y="316"/>
                    <a:pt x="193" y="316"/>
                    <a:pt x="190" y="312"/>
                  </a:cubicBezTo>
                  <a:lnTo>
                    <a:pt x="3" y="125"/>
                  </a:lnTo>
                  <a:cubicBezTo>
                    <a:pt x="1" y="123"/>
                    <a:pt x="0" y="121"/>
                    <a:pt x="0" y="11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9" name="Freeform 259"/>
            <p:cNvSpPr>
              <a:spLocks noEditPoints="1"/>
            </p:cNvSpPr>
            <p:nvPr/>
          </p:nvSpPr>
          <p:spPr bwMode="auto">
            <a:xfrm>
              <a:off x="14571986" y="6505217"/>
              <a:ext cx="134938" cy="107950"/>
            </a:xfrm>
            <a:custGeom>
              <a:avLst/>
              <a:gdLst>
                <a:gd name="T0" fmla="*/ 67 w 320"/>
                <a:gd name="T1" fmla="*/ 23 h 255"/>
                <a:gd name="T2" fmla="*/ 22 w 320"/>
                <a:gd name="T3" fmla="*/ 149 h 255"/>
                <a:gd name="T4" fmla="*/ 253 w 320"/>
                <a:gd name="T5" fmla="*/ 231 h 255"/>
                <a:gd name="T6" fmla="*/ 297 w 320"/>
                <a:gd name="T7" fmla="*/ 105 h 255"/>
                <a:gd name="T8" fmla="*/ 67 w 320"/>
                <a:gd name="T9" fmla="*/ 23 h 255"/>
                <a:gd name="T10" fmla="*/ 0 w 320"/>
                <a:gd name="T11" fmla="*/ 155 h 255"/>
                <a:gd name="T12" fmla="*/ 0 w 320"/>
                <a:gd name="T13" fmla="*/ 152 h 255"/>
                <a:gd name="T14" fmla="*/ 52 w 320"/>
                <a:gd name="T15" fmla="*/ 8 h 255"/>
                <a:gd name="T16" fmla="*/ 64 w 320"/>
                <a:gd name="T17" fmla="*/ 2 h 255"/>
                <a:gd name="T18" fmla="*/ 313 w 320"/>
                <a:gd name="T19" fmla="*/ 90 h 255"/>
                <a:gd name="T20" fmla="*/ 319 w 320"/>
                <a:gd name="T21" fmla="*/ 95 h 255"/>
                <a:gd name="T22" fmla="*/ 319 w 320"/>
                <a:gd name="T23" fmla="*/ 103 h 255"/>
                <a:gd name="T24" fmla="*/ 268 w 320"/>
                <a:gd name="T25" fmla="*/ 247 h 255"/>
                <a:gd name="T26" fmla="*/ 256 w 320"/>
                <a:gd name="T27" fmla="*/ 253 h 255"/>
                <a:gd name="T28" fmla="*/ 6 w 320"/>
                <a:gd name="T29" fmla="*/ 164 h 255"/>
                <a:gd name="T30" fmla="*/ 0 w 320"/>
                <a:gd name="T31" fmla="*/ 1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0" h="255">
                  <a:moveTo>
                    <a:pt x="67" y="23"/>
                  </a:moveTo>
                  <a:lnTo>
                    <a:pt x="22" y="149"/>
                  </a:lnTo>
                  <a:lnTo>
                    <a:pt x="253" y="231"/>
                  </a:lnTo>
                  <a:lnTo>
                    <a:pt x="297" y="105"/>
                  </a:lnTo>
                  <a:lnTo>
                    <a:pt x="67" y="23"/>
                  </a:lnTo>
                  <a:close/>
                  <a:moveTo>
                    <a:pt x="0" y="155"/>
                  </a:moveTo>
                  <a:cubicBezTo>
                    <a:pt x="0" y="154"/>
                    <a:pt x="0" y="153"/>
                    <a:pt x="0" y="152"/>
                  </a:cubicBezTo>
                  <a:lnTo>
                    <a:pt x="52" y="8"/>
                  </a:lnTo>
                  <a:cubicBezTo>
                    <a:pt x="53" y="2"/>
                    <a:pt x="59" y="0"/>
                    <a:pt x="64" y="2"/>
                  </a:cubicBezTo>
                  <a:lnTo>
                    <a:pt x="313" y="90"/>
                  </a:lnTo>
                  <a:cubicBezTo>
                    <a:pt x="316" y="91"/>
                    <a:pt x="318" y="93"/>
                    <a:pt x="319" y="95"/>
                  </a:cubicBezTo>
                  <a:cubicBezTo>
                    <a:pt x="320" y="97"/>
                    <a:pt x="320" y="100"/>
                    <a:pt x="319" y="103"/>
                  </a:cubicBezTo>
                  <a:lnTo>
                    <a:pt x="268" y="247"/>
                  </a:lnTo>
                  <a:cubicBezTo>
                    <a:pt x="266" y="252"/>
                    <a:pt x="261" y="255"/>
                    <a:pt x="256" y="253"/>
                  </a:cubicBezTo>
                  <a:lnTo>
                    <a:pt x="6" y="164"/>
                  </a:lnTo>
                  <a:cubicBezTo>
                    <a:pt x="2" y="163"/>
                    <a:pt x="0" y="159"/>
                    <a:pt x="0" y="15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0" name="Freeform 260"/>
            <p:cNvSpPr>
              <a:spLocks noEditPoints="1"/>
            </p:cNvSpPr>
            <p:nvPr/>
          </p:nvSpPr>
          <p:spPr bwMode="auto">
            <a:xfrm>
              <a:off x="14724386" y="6544905"/>
              <a:ext cx="128588" cy="88900"/>
            </a:xfrm>
            <a:custGeom>
              <a:avLst/>
              <a:gdLst>
                <a:gd name="T0" fmla="*/ 263 w 303"/>
                <a:gd name="T1" fmla="*/ 22 h 210"/>
                <a:gd name="T2" fmla="*/ 21 w 303"/>
                <a:gd name="T3" fmla="*/ 56 h 210"/>
                <a:gd name="T4" fmla="*/ 40 w 303"/>
                <a:gd name="T5" fmla="*/ 188 h 210"/>
                <a:gd name="T6" fmla="*/ 282 w 303"/>
                <a:gd name="T7" fmla="*/ 154 h 210"/>
                <a:gd name="T8" fmla="*/ 263 w 303"/>
                <a:gd name="T9" fmla="*/ 22 h 210"/>
                <a:gd name="T10" fmla="*/ 0 w 303"/>
                <a:gd name="T11" fmla="*/ 48 h 210"/>
                <a:gd name="T12" fmla="*/ 2 w 303"/>
                <a:gd name="T13" fmla="*/ 42 h 210"/>
                <a:gd name="T14" fmla="*/ 8 w 303"/>
                <a:gd name="T15" fmla="*/ 38 h 210"/>
                <a:gd name="T16" fmla="*/ 270 w 303"/>
                <a:gd name="T17" fmla="*/ 1 h 210"/>
                <a:gd name="T18" fmla="*/ 277 w 303"/>
                <a:gd name="T19" fmla="*/ 3 h 210"/>
                <a:gd name="T20" fmla="*/ 281 w 303"/>
                <a:gd name="T21" fmla="*/ 9 h 210"/>
                <a:gd name="T22" fmla="*/ 303 w 303"/>
                <a:gd name="T23" fmla="*/ 161 h 210"/>
                <a:gd name="T24" fmla="*/ 294 w 303"/>
                <a:gd name="T25" fmla="*/ 172 h 210"/>
                <a:gd name="T26" fmla="*/ 33 w 303"/>
                <a:gd name="T27" fmla="*/ 209 h 210"/>
                <a:gd name="T28" fmla="*/ 22 w 303"/>
                <a:gd name="T29" fmla="*/ 201 h 210"/>
                <a:gd name="T30" fmla="*/ 0 w 303"/>
                <a:gd name="T31" fmla="*/ 49 h 210"/>
                <a:gd name="T32" fmla="*/ 0 w 303"/>
                <a:gd name="T33" fmla="*/ 4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3" h="210">
                  <a:moveTo>
                    <a:pt x="263" y="22"/>
                  </a:moveTo>
                  <a:lnTo>
                    <a:pt x="21" y="56"/>
                  </a:lnTo>
                  <a:lnTo>
                    <a:pt x="40" y="188"/>
                  </a:lnTo>
                  <a:lnTo>
                    <a:pt x="282" y="154"/>
                  </a:lnTo>
                  <a:lnTo>
                    <a:pt x="263" y="22"/>
                  </a:lnTo>
                  <a:close/>
                  <a:moveTo>
                    <a:pt x="0" y="48"/>
                  </a:moveTo>
                  <a:cubicBezTo>
                    <a:pt x="0" y="46"/>
                    <a:pt x="1" y="44"/>
                    <a:pt x="2" y="42"/>
                  </a:cubicBezTo>
                  <a:cubicBezTo>
                    <a:pt x="3" y="40"/>
                    <a:pt x="6" y="39"/>
                    <a:pt x="8" y="38"/>
                  </a:cubicBezTo>
                  <a:lnTo>
                    <a:pt x="270" y="1"/>
                  </a:lnTo>
                  <a:cubicBezTo>
                    <a:pt x="273" y="0"/>
                    <a:pt x="275" y="1"/>
                    <a:pt x="277" y="3"/>
                  </a:cubicBezTo>
                  <a:cubicBezTo>
                    <a:pt x="279" y="4"/>
                    <a:pt x="281" y="7"/>
                    <a:pt x="281" y="9"/>
                  </a:cubicBezTo>
                  <a:lnTo>
                    <a:pt x="303" y="161"/>
                  </a:lnTo>
                  <a:cubicBezTo>
                    <a:pt x="303" y="166"/>
                    <a:pt x="300" y="171"/>
                    <a:pt x="294" y="172"/>
                  </a:cubicBezTo>
                  <a:lnTo>
                    <a:pt x="33" y="209"/>
                  </a:lnTo>
                  <a:cubicBezTo>
                    <a:pt x="27" y="210"/>
                    <a:pt x="22" y="206"/>
                    <a:pt x="22" y="201"/>
                  </a:cubicBezTo>
                  <a:lnTo>
                    <a:pt x="0" y="49"/>
                  </a:lnTo>
                  <a:cubicBezTo>
                    <a:pt x="0" y="49"/>
                    <a:pt x="0" y="48"/>
                    <a:pt x="0" y="4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1" name="Freeform 261"/>
            <p:cNvSpPr>
              <a:spLocks noEditPoints="1"/>
            </p:cNvSpPr>
            <p:nvPr/>
          </p:nvSpPr>
          <p:spPr bwMode="auto">
            <a:xfrm>
              <a:off x="14695811" y="5851167"/>
              <a:ext cx="136525" cy="122238"/>
            </a:xfrm>
            <a:custGeom>
              <a:avLst/>
              <a:gdLst>
                <a:gd name="T0" fmla="*/ 231 w 326"/>
                <a:gd name="T1" fmla="*/ 24 h 290"/>
                <a:gd name="T2" fmla="*/ 23 w 326"/>
                <a:gd name="T3" fmla="*/ 153 h 290"/>
                <a:gd name="T4" fmla="*/ 93 w 326"/>
                <a:gd name="T5" fmla="*/ 266 h 290"/>
                <a:gd name="T6" fmla="*/ 301 w 326"/>
                <a:gd name="T7" fmla="*/ 138 h 290"/>
                <a:gd name="T8" fmla="*/ 231 w 326"/>
                <a:gd name="T9" fmla="*/ 24 h 290"/>
                <a:gd name="T10" fmla="*/ 0 w 326"/>
                <a:gd name="T11" fmla="*/ 149 h 290"/>
                <a:gd name="T12" fmla="*/ 5 w 326"/>
                <a:gd name="T13" fmla="*/ 141 h 290"/>
                <a:gd name="T14" fmla="*/ 229 w 326"/>
                <a:gd name="T15" fmla="*/ 2 h 290"/>
                <a:gd name="T16" fmla="*/ 237 w 326"/>
                <a:gd name="T17" fmla="*/ 1 h 290"/>
                <a:gd name="T18" fmla="*/ 243 w 326"/>
                <a:gd name="T19" fmla="*/ 5 h 290"/>
                <a:gd name="T20" fmla="*/ 323 w 326"/>
                <a:gd name="T21" fmla="*/ 136 h 290"/>
                <a:gd name="T22" fmla="*/ 320 w 326"/>
                <a:gd name="T23" fmla="*/ 149 h 290"/>
                <a:gd name="T24" fmla="*/ 95 w 326"/>
                <a:gd name="T25" fmla="*/ 288 h 290"/>
                <a:gd name="T26" fmla="*/ 88 w 326"/>
                <a:gd name="T27" fmla="*/ 289 h 290"/>
                <a:gd name="T28" fmla="*/ 82 w 326"/>
                <a:gd name="T29" fmla="*/ 285 h 290"/>
                <a:gd name="T30" fmla="*/ 1 w 326"/>
                <a:gd name="T31" fmla="*/ 155 h 290"/>
                <a:gd name="T32" fmla="*/ 0 w 326"/>
                <a:gd name="T33" fmla="*/ 149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6" h="290">
                  <a:moveTo>
                    <a:pt x="231" y="24"/>
                  </a:moveTo>
                  <a:lnTo>
                    <a:pt x="23" y="153"/>
                  </a:lnTo>
                  <a:lnTo>
                    <a:pt x="93" y="266"/>
                  </a:lnTo>
                  <a:lnTo>
                    <a:pt x="301" y="138"/>
                  </a:lnTo>
                  <a:lnTo>
                    <a:pt x="231" y="24"/>
                  </a:lnTo>
                  <a:close/>
                  <a:moveTo>
                    <a:pt x="0" y="149"/>
                  </a:moveTo>
                  <a:cubicBezTo>
                    <a:pt x="0" y="146"/>
                    <a:pt x="2" y="143"/>
                    <a:pt x="5" y="141"/>
                  </a:cubicBezTo>
                  <a:lnTo>
                    <a:pt x="229" y="2"/>
                  </a:lnTo>
                  <a:cubicBezTo>
                    <a:pt x="232" y="1"/>
                    <a:pt x="234" y="0"/>
                    <a:pt x="237" y="1"/>
                  </a:cubicBezTo>
                  <a:cubicBezTo>
                    <a:pt x="239" y="2"/>
                    <a:pt x="242" y="3"/>
                    <a:pt x="243" y="5"/>
                  </a:cubicBezTo>
                  <a:lnTo>
                    <a:pt x="323" y="136"/>
                  </a:lnTo>
                  <a:cubicBezTo>
                    <a:pt x="326" y="140"/>
                    <a:pt x="325" y="146"/>
                    <a:pt x="320" y="149"/>
                  </a:cubicBezTo>
                  <a:lnTo>
                    <a:pt x="95" y="288"/>
                  </a:lnTo>
                  <a:cubicBezTo>
                    <a:pt x="93" y="289"/>
                    <a:pt x="90" y="290"/>
                    <a:pt x="88" y="289"/>
                  </a:cubicBezTo>
                  <a:cubicBezTo>
                    <a:pt x="85" y="289"/>
                    <a:pt x="83" y="287"/>
                    <a:pt x="82" y="285"/>
                  </a:cubicBezTo>
                  <a:lnTo>
                    <a:pt x="1" y="155"/>
                  </a:lnTo>
                  <a:cubicBezTo>
                    <a:pt x="0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2" name="Freeform 262"/>
            <p:cNvSpPr>
              <a:spLocks noEditPoints="1"/>
            </p:cNvSpPr>
            <p:nvPr/>
          </p:nvSpPr>
          <p:spPr bwMode="auto">
            <a:xfrm>
              <a:off x="14868849" y="5859105"/>
              <a:ext cx="130175" cy="90488"/>
            </a:xfrm>
            <a:custGeom>
              <a:avLst/>
              <a:gdLst>
                <a:gd name="T0" fmla="*/ 43 w 306"/>
                <a:gd name="T1" fmla="*/ 22 h 216"/>
                <a:gd name="T2" fmla="*/ 21 w 306"/>
                <a:gd name="T3" fmla="*/ 153 h 216"/>
                <a:gd name="T4" fmla="*/ 262 w 306"/>
                <a:gd name="T5" fmla="*/ 194 h 216"/>
                <a:gd name="T6" fmla="*/ 284 w 306"/>
                <a:gd name="T7" fmla="*/ 63 h 216"/>
                <a:gd name="T8" fmla="*/ 43 w 306"/>
                <a:gd name="T9" fmla="*/ 22 h 216"/>
                <a:gd name="T10" fmla="*/ 0 w 306"/>
                <a:gd name="T11" fmla="*/ 161 h 216"/>
                <a:gd name="T12" fmla="*/ 0 w 306"/>
                <a:gd name="T13" fmla="*/ 160 h 216"/>
                <a:gd name="T14" fmla="*/ 26 w 306"/>
                <a:gd name="T15" fmla="*/ 9 h 216"/>
                <a:gd name="T16" fmla="*/ 30 w 306"/>
                <a:gd name="T17" fmla="*/ 2 h 216"/>
                <a:gd name="T18" fmla="*/ 37 w 306"/>
                <a:gd name="T19" fmla="*/ 1 h 216"/>
                <a:gd name="T20" fmla="*/ 297 w 306"/>
                <a:gd name="T21" fmla="*/ 45 h 216"/>
                <a:gd name="T22" fmla="*/ 304 w 306"/>
                <a:gd name="T23" fmla="*/ 49 h 216"/>
                <a:gd name="T24" fmla="*/ 305 w 306"/>
                <a:gd name="T25" fmla="*/ 57 h 216"/>
                <a:gd name="T26" fmla="*/ 280 w 306"/>
                <a:gd name="T27" fmla="*/ 207 h 216"/>
                <a:gd name="T28" fmla="*/ 268 w 306"/>
                <a:gd name="T29" fmla="*/ 215 h 216"/>
                <a:gd name="T30" fmla="*/ 8 w 306"/>
                <a:gd name="T31" fmla="*/ 171 h 216"/>
                <a:gd name="T32" fmla="*/ 1 w 306"/>
                <a:gd name="T33" fmla="*/ 167 h 216"/>
                <a:gd name="T34" fmla="*/ 0 w 306"/>
                <a:gd name="T35" fmla="*/ 16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6" h="216">
                  <a:moveTo>
                    <a:pt x="43" y="22"/>
                  </a:moveTo>
                  <a:lnTo>
                    <a:pt x="21" y="153"/>
                  </a:lnTo>
                  <a:lnTo>
                    <a:pt x="262" y="194"/>
                  </a:lnTo>
                  <a:lnTo>
                    <a:pt x="284" y="63"/>
                  </a:lnTo>
                  <a:lnTo>
                    <a:pt x="43" y="22"/>
                  </a:lnTo>
                  <a:close/>
                  <a:moveTo>
                    <a:pt x="0" y="161"/>
                  </a:moveTo>
                  <a:cubicBezTo>
                    <a:pt x="0" y="161"/>
                    <a:pt x="0" y="160"/>
                    <a:pt x="0" y="160"/>
                  </a:cubicBezTo>
                  <a:lnTo>
                    <a:pt x="26" y="9"/>
                  </a:lnTo>
                  <a:cubicBezTo>
                    <a:pt x="26" y="6"/>
                    <a:pt x="27" y="4"/>
                    <a:pt x="30" y="2"/>
                  </a:cubicBezTo>
                  <a:cubicBezTo>
                    <a:pt x="32" y="1"/>
                    <a:pt x="34" y="0"/>
                    <a:pt x="37" y="1"/>
                  </a:cubicBezTo>
                  <a:lnTo>
                    <a:pt x="297" y="45"/>
                  </a:lnTo>
                  <a:cubicBezTo>
                    <a:pt x="300" y="46"/>
                    <a:pt x="302" y="47"/>
                    <a:pt x="304" y="49"/>
                  </a:cubicBezTo>
                  <a:cubicBezTo>
                    <a:pt x="305" y="51"/>
                    <a:pt x="306" y="54"/>
                    <a:pt x="305" y="57"/>
                  </a:cubicBezTo>
                  <a:lnTo>
                    <a:pt x="280" y="207"/>
                  </a:lnTo>
                  <a:cubicBezTo>
                    <a:pt x="279" y="213"/>
                    <a:pt x="274" y="216"/>
                    <a:pt x="268" y="215"/>
                  </a:cubicBezTo>
                  <a:lnTo>
                    <a:pt x="8" y="171"/>
                  </a:lnTo>
                  <a:cubicBezTo>
                    <a:pt x="5" y="170"/>
                    <a:pt x="3" y="169"/>
                    <a:pt x="1" y="167"/>
                  </a:cubicBezTo>
                  <a:cubicBezTo>
                    <a:pt x="0" y="165"/>
                    <a:pt x="0" y="163"/>
                    <a:pt x="0" y="16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3" name="Freeform 263"/>
            <p:cNvSpPr>
              <a:spLocks noEditPoints="1"/>
            </p:cNvSpPr>
            <p:nvPr/>
          </p:nvSpPr>
          <p:spPr bwMode="auto">
            <a:xfrm>
              <a:off x="15016486" y="5968642"/>
              <a:ext cx="93663" cy="130175"/>
            </a:xfrm>
            <a:custGeom>
              <a:avLst/>
              <a:gdLst>
                <a:gd name="T0" fmla="*/ 152 w 222"/>
                <a:gd name="T1" fmla="*/ 22 h 310"/>
                <a:gd name="T2" fmla="*/ 22 w 222"/>
                <a:gd name="T3" fmla="*/ 48 h 310"/>
                <a:gd name="T4" fmla="*/ 69 w 222"/>
                <a:gd name="T5" fmla="*/ 288 h 310"/>
                <a:gd name="T6" fmla="*/ 200 w 222"/>
                <a:gd name="T7" fmla="*/ 262 h 310"/>
                <a:gd name="T8" fmla="*/ 152 w 222"/>
                <a:gd name="T9" fmla="*/ 22 h 310"/>
                <a:gd name="T10" fmla="*/ 0 w 222"/>
                <a:gd name="T11" fmla="*/ 40 h 310"/>
                <a:gd name="T12" fmla="*/ 2 w 222"/>
                <a:gd name="T13" fmla="*/ 35 h 310"/>
                <a:gd name="T14" fmla="*/ 8 w 222"/>
                <a:gd name="T15" fmla="*/ 31 h 310"/>
                <a:gd name="T16" fmla="*/ 158 w 222"/>
                <a:gd name="T17" fmla="*/ 1 h 310"/>
                <a:gd name="T18" fmla="*/ 170 w 222"/>
                <a:gd name="T19" fmla="*/ 9 h 310"/>
                <a:gd name="T20" fmla="*/ 221 w 222"/>
                <a:gd name="T21" fmla="*/ 268 h 310"/>
                <a:gd name="T22" fmla="*/ 219 w 222"/>
                <a:gd name="T23" fmla="*/ 275 h 310"/>
                <a:gd name="T24" fmla="*/ 213 w 222"/>
                <a:gd name="T25" fmla="*/ 280 h 310"/>
                <a:gd name="T26" fmla="*/ 63 w 222"/>
                <a:gd name="T27" fmla="*/ 309 h 310"/>
                <a:gd name="T28" fmla="*/ 52 w 222"/>
                <a:gd name="T29" fmla="*/ 301 h 310"/>
                <a:gd name="T30" fmla="*/ 0 w 222"/>
                <a:gd name="T31" fmla="*/ 42 h 310"/>
                <a:gd name="T32" fmla="*/ 0 w 222"/>
                <a:gd name="T33" fmla="*/ 4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2" h="310">
                  <a:moveTo>
                    <a:pt x="152" y="22"/>
                  </a:moveTo>
                  <a:lnTo>
                    <a:pt x="22" y="48"/>
                  </a:lnTo>
                  <a:lnTo>
                    <a:pt x="69" y="288"/>
                  </a:lnTo>
                  <a:lnTo>
                    <a:pt x="200" y="262"/>
                  </a:lnTo>
                  <a:lnTo>
                    <a:pt x="152" y="22"/>
                  </a:lnTo>
                  <a:close/>
                  <a:moveTo>
                    <a:pt x="0" y="40"/>
                  </a:moveTo>
                  <a:cubicBezTo>
                    <a:pt x="0" y="38"/>
                    <a:pt x="1" y="36"/>
                    <a:pt x="2" y="35"/>
                  </a:cubicBezTo>
                  <a:cubicBezTo>
                    <a:pt x="3" y="33"/>
                    <a:pt x="6" y="31"/>
                    <a:pt x="8" y="31"/>
                  </a:cubicBezTo>
                  <a:lnTo>
                    <a:pt x="158" y="1"/>
                  </a:lnTo>
                  <a:cubicBezTo>
                    <a:pt x="164" y="0"/>
                    <a:pt x="169" y="3"/>
                    <a:pt x="170" y="9"/>
                  </a:cubicBezTo>
                  <a:lnTo>
                    <a:pt x="221" y="268"/>
                  </a:lnTo>
                  <a:cubicBezTo>
                    <a:pt x="222" y="271"/>
                    <a:pt x="221" y="273"/>
                    <a:pt x="219" y="275"/>
                  </a:cubicBezTo>
                  <a:cubicBezTo>
                    <a:pt x="218" y="278"/>
                    <a:pt x="216" y="279"/>
                    <a:pt x="213" y="280"/>
                  </a:cubicBezTo>
                  <a:lnTo>
                    <a:pt x="63" y="309"/>
                  </a:lnTo>
                  <a:cubicBezTo>
                    <a:pt x="58" y="310"/>
                    <a:pt x="53" y="307"/>
                    <a:pt x="52" y="301"/>
                  </a:cubicBezTo>
                  <a:lnTo>
                    <a:pt x="0" y="42"/>
                  </a:lnTo>
                  <a:cubicBezTo>
                    <a:pt x="0" y="42"/>
                    <a:pt x="0" y="41"/>
                    <a:pt x="0" y="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4" name="Freeform 264"/>
            <p:cNvSpPr>
              <a:spLocks noEditPoints="1"/>
            </p:cNvSpPr>
            <p:nvPr/>
          </p:nvSpPr>
          <p:spPr bwMode="auto">
            <a:xfrm>
              <a:off x="15046649" y="6127392"/>
              <a:ext cx="93663" cy="131763"/>
            </a:xfrm>
            <a:custGeom>
              <a:avLst/>
              <a:gdLst>
                <a:gd name="T0" fmla="*/ 152 w 221"/>
                <a:gd name="T1" fmla="*/ 22 h 311"/>
                <a:gd name="T2" fmla="*/ 21 w 221"/>
                <a:gd name="T3" fmla="*/ 48 h 311"/>
                <a:gd name="T4" fmla="*/ 69 w 221"/>
                <a:gd name="T5" fmla="*/ 288 h 311"/>
                <a:gd name="T6" fmla="*/ 200 w 221"/>
                <a:gd name="T7" fmla="*/ 263 h 311"/>
                <a:gd name="T8" fmla="*/ 152 w 221"/>
                <a:gd name="T9" fmla="*/ 22 h 311"/>
                <a:gd name="T10" fmla="*/ 0 w 221"/>
                <a:gd name="T11" fmla="*/ 41 h 311"/>
                <a:gd name="T12" fmla="*/ 2 w 221"/>
                <a:gd name="T13" fmla="*/ 35 h 311"/>
                <a:gd name="T14" fmla="*/ 8 w 221"/>
                <a:gd name="T15" fmla="*/ 31 h 311"/>
                <a:gd name="T16" fmla="*/ 158 w 221"/>
                <a:gd name="T17" fmla="*/ 1 h 311"/>
                <a:gd name="T18" fmla="*/ 170 w 221"/>
                <a:gd name="T19" fmla="*/ 9 h 311"/>
                <a:gd name="T20" fmla="*/ 221 w 221"/>
                <a:gd name="T21" fmla="*/ 268 h 311"/>
                <a:gd name="T22" fmla="*/ 219 w 221"/>
                <a:gd name="T23" fmla="*/ 276 h 311"/>
                <a:gd name="T24" fmla="*/ 213 w 221"/>
                <a:gd name="T25" fmla="*/ 280 h 311"/>
                <a:gd name="T26" fmla="*/ 63 w 221"/>
                <a:gd name="T27" fmla="*/ 309 h 311"/>
                <a:gd name="T28" fmla="*/ 51 w 221"/>
                <a:gd name="T29" fmla="*/ 302 h 311"/>
                <a:gd name="T30" fmla="*/ 0 w 221"/>
                <a:gd name="T31" fmla="*/ 42 h 311"/>
                <a:gd name="T32" fmla="*/ 0 w 221"/>
                <a:gd name="T33" fmla="*/ 4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1" h="311">
                  <a:moveTo>
                    <a:pt x="152" y="22"/>
                  </a:moveTo>
                  <a:lnTo>
                    <a:pt x="21" y="48"/>
                  </a:lnTo>
                  <a:lnTo>
                    <a:pt x="69" y="288"/>
                  </a:lnTo>
                  <a:lnTo>
                    <a:pt x="200" y="263"/>
                  </a:lnTo>
                  <a:lnTo>
                    <a:pt x="152" y="22"/>
                  </a:lnTo>
                  <a:close/>
                  <a:moveTo>
                    <a:pt x="0" y="41"/>
                  </a:moveTo>
                  <a:cubicBezTo>
                    <a:pt x="0" y="39"/>
                    <a:pt x="0" y="37"/>
                    <a:pt x="2" y="35"/>
                  </a:cubicBezTo>
                  <a:cubicBezTo>
                    <a:pt x="3" y="33"/>
                    <a:pt x="5" y="31"/>
                    <a:pt x="8" y="31"/>
                  </a:cubicBezTo>
                  <a:lnTo>
                    <a:pt x="158" y="1"/>
                  </a:lnTo>
                  <a:cubicBezTo>
                    <a:pt x="163" y="0"/>
                    <a:pt x="169" y="4"/>
                    <a:pt x="170" y="9"/>
                  </a:cubicBezTo>
                  <a:lnTo>
                    <a:pt x="221" y="268"/>
                  </a:lnTo>
                  <a:cubicBezTo>
                    <a:pt x="221" y="271"/>
                    <a:pt x="221" y="274"/>
                    <a:pt x="219" y="276"/>
                  </a:cubicBezTo>
                  <a:cubicBezTo>
                    <a:pt x="218" y="278"/>
                    <a:pt x="216" y="279"/>
                    <a:pt x="213" y="280"/>
                  </a:cubicBezTo>
                  <a:lnTo>
                    <a:pt x="63" y="309"/>
                  </a:lnTo>
                  <a:cubicBezTo>
                    <a:pt x="58" y="311"/>
                    <a:pt x="52" y="307"/>
                    <a:pt x="51" y="302"/>
                  </a:cubicBezTo>
                  <a:lnTo>
                    <a:pt x="0" y="42"/>
                  </a:lnTo>
                  <a:cubicBezTo>
                    <a:pt x="0" y="42"/>
                    <a:pt x="0" y="41"/>
                    <a:pt x="0" y="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5" name="Freeform 265"/>
            <p:cNvSpPr>
              <a:spLocks noEditPoints="1"/>
            </p:cNvSpPr>
            <p:nvPr/>
          </p:nvSpPr>
          <p:spPr bwMode="auto">
            <a:xfrm>
              <a:off x="14995849" y="6311542"/>
              <a:ext cx="119063" cy="136525"/>
            </a:xfrm>
            <a:custGeom>
              <a:avLst/>
              <a:gdLst>
                <a:gd name="T0" fmla="*/ 140 w 281"/>
                <a:gd name="T1" fmla="*/ 23 h 326"/>
                <a:gd name="T2" fmla="*/ 23 w 281"/>
                <a:gd name="T3" fmla="*/ 239 h 326"/>
                <a:gd name="T4" fmla="*/ 141 w 281"/>
                <a:gd name="T5" fmla="*/ 302 h 326"/>
                <a:gd name="T6" fmla="*/ 257 w 281"/>
                <a:gd name="T7" fmla="*/ 87 h 326"/>
                <a:gd name="T8" fmla="*/ 140 w 281"/>
                <a:gd name="T9" fmla="*/ 23 h 326"/>
                <a:gd name="T10" fmla="*/ 0 w 281"/>
                <a:gd name="T11" fmla="*/ 243 h 326"/>
                <a:gd name="T12" fmla="*/ 1 w 281"/>
                <a:gd name="T13" fmla="*/ 238 h 326"/>
                <a:gd name="T14" fmla="*/ 127 w 281"/>
                <a:gd name="T15" fmla="*/ 5 h 326"/>
                <a:gd name="T16" fmla="*/ 133 w 281"/>
                <a:gd name="T17" fmla="*/ 1 h 326"/>
                <a:gd name="T18" fmla="*/ 140 w 281"/>
                <a:gd name="T19" fmla="*/ 1 h 326"/>
                <a:gd name="T20" fmla="*/ 275 w 281"/>
                <a:gd name="T21" fmla="*/ 74 h 326"/>
                <a:gd name="T22" fmla="*/ 280 w 281"/>
                <a:gd name="T23" fmla="*/ 80 h 326"/>
                <a:gd name="T24" fmla="*/ 279 w 281"/>
                <a:gd name="T25" fmla="*/ 88 h 326"/>
                <a:gd name="T26" fmla="*/ 153 w 281"/>
                <a:gd name="T27" fmla="*/ 320 h 326"/>
                <a:gd name="T28" fmla="*/ 147 w 281"/>
                <a:gd name="T29" fmla="*/ 325 h 326"/>
                <a:gd name="T30" fmla="*/ 140 w 281"/>
                <a:gd name="T31" fmla="*/ 324 h 326"/>
                <a:gd name="T32" fmla="*/ 5 w 281"/>
                <a:gd name="T33" fmla="*/ 251 h 326"/>
                <a:gd name="T34" fmla="*/ 0 w 281"/>
                <a:gd name="T35" fmla="*/ 24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1" h="326">
                  <a:moveTo>
                    <a:pt x="140" y="23"/>
                  </a:moveTo>
                  <a:lnTo>
                    <a:pt x="23" y="239"/>
                  </a:lnTo>
                  <a:lnTo>
                    <a:pt x="141" y="302"/>
                  </a:lnTo>
                  <a:lnTo>
                    <a:pt x="257" y="87"/>
                  </a:lnTo>
                  <a:lnTo>
                    <a:pt x="140" y="23"/>
                  </a:lnTo>
                  <a:close/>
                  <a:moveTo>
                    <a:pt x="0" y="243"/>
                  </a:moveTo>
                  <a:cubicBezTo>
                    <a:pt x="0" y="241"/>
                    <a:pt x="1" y="239"/>
                    <a:pt x="1" y="238"/>
                  </a:cubicBezTo>
                  <a:lnTo>
                    <a:pt x="127" y="5"/>
                  </a:lnTo>
                  <a:cubicBezTo>
                    <a:pt x="128" y="3"/>
                    <a:pt x="130" y="1"/>
                    <a:pt x="133" y="1"/>
                  </a:cubicBezTo>
                  <a:cubicBezTo>
                    <a:pt x="135" y="0"/>
                    <a:pt x="138" y="0"/>
                    <a:pt x="140" y="1"/>
                  </a:cubicBezTo>
                  <a:lnTo>
                    <a:pt x="275" y="74"/>
                  </a:lnTo>
                  <a:cubicBezTo>
                    <a:pt x="277" y="75"/>
                    <a:pt x="279" y="78"/>
                    <a:pt x="280" y="80"/>
                  </a:cubicBezTo>
                  <a:cubicBezTo>
                    <a:pt x="281" y="83"/>
                    <a:pt x="280" y="85"/>
                    <a:pt x="279" y="88"/>
                  </a:cubicBezTo>
                  <a:lnTo>
                    <a:pt x="153" y="320"/>
                  </a:lnTo>
                  <a:cubicBezTo>
                    <a:pt x="152" y="322"/>
                    <a:pt x="150" y="324"/>
                    <a:pt x="147" y="325"/>
                  </a:cubicBezTo>
                  <a:cubicBezTo>
                    <a:pt x="145" y="326"/>
                    <a:pt x="142" y="325"/>
                    <a:pt x="140" y="324"/>
                  </a:cubicBezTo>
                  <a:lnTo>
                    <a:pt x="5" y="251"/>
                  </a:lnTo>
                  <a:cubicBezTo>
                    <a:pt x="2" y="249"/>
                    <a:pt x="0" y="246"/>
                    <a:pt x="0" y="2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6" name="Freeform 266"/>
            <p:cNvSpPr>
              <a:spLocks noEditPoints="1"/>
            </p:cNvSpPr>
            <p:nvPr/>
          </p:nvSpPr>
          <p:spPr bwMode="auto">
            <a:xfrm>
              <a:off x="14886311" y="6470292"/>
              <a:ext cx="130175" cy="134938"/>
            </a:xfrm>
            <a:custGeom>
              <a:avLst/>
              <a:gdLst>
                <a:gd name="T0" fmla="*/ 189 w 311"/>
                <a:gd name="T1" fmla="*/ 24 h 318"/>
                <a:gd name="T2" fmla="*/ 24 w 311"/>
                <a:gd name="T3" fmla="*/ 204 h 318"/>
                <a:gd name="T4" fmla="*/ 122 w 311"/>
                <a:gd name="T5" fmla="*/ 294 h 318"/>
                <a:gd name="T6" fmla="*/ 287 w 311"/>
                <a:gd name="T7" fmla="*/ 113 h 318"/>
                <a:gd name="T8" fmla="*/ 189 w 311"/>
                <a:gd name="T9" fmla="*/ 24 h 318"/>
                <a:gd name="T10" fmla="*/ 0 w 311"/>
                <a:gd name="T11" fmla="*/ 205 h 318"/>
                <a:gd name="T12" fmla="*/ 3 w 311"/>
                <a:gd name="T13" fmla="*/ 198 h 318"/>
                <a:gd name="T14" fmla="*/ 181 w 311"/>
                <a:gd name="T15" fmla="*/ 3 h 318"/>
                <a:gd name="T16" fmla="*/ 187 w 311"/>
                <a:gd name="T17" fmla="*/ 0 h 318"/>
                <a:gd name="T18" fmla="*/ 195 w 311"/>
                <a:gd name="T19" fmla="*/ 2 h 318"/>
                <a:gd name="T20" fmla="*/ 308 w 311"/>
                <a:gd name="T21" fmla="*/ 106 h 318"/>
                <a:gd name="T22" fmla="*/ 311 w 311"/>
                <a:gd name="T23" fmla="*/ 112 h 318"/>
                <a:gd name="T24" fmla="*/ 308 w 311"/>
                <a:gd name="T25" fmla="*/ 119 h 318"/>
                <a:gd name="T26" fmla="*/ 130 w 311"/>
                <a:gd name="T27" fmla="*/ 315 h 318"/>
                <a:gd name="T28" fmla="*/ 123 w 311"/>
                <a:gd name="T29" fmla="*/ 318 h 318"/>
                <a:gd name="T30" fmla="*/ 116 w 311"/>
                <a:gd name="T31" fmla="*/ 315 h 318"/>
                <a:gd name="T32" fmla="*/ 3 w 311"/>
                <a:gd name="T33" fmla="*/ 212 h 318"/>
                <a:gd name="T34" fmla="*/ 0 w 311"/>
                <a:gd name="T35" fmla="*/ 20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1" h="318">
                  <a:moveTo>
                    <a:pt x="189" y="24"/>
                  </a:moveTo>
                  <a:lnTo>
                    <a:pt x="24" y="204"/>
                  </a:lnTo>
                  <a:lnTo>
                    <a:pt x="122" y="294"/>
                  </a:lnTo>
                  <a:lnTo>
                    <a:pt x="287" y="113"/>
                  </a:lnTo>
                  <a:lnTo>
                    <a:pt x="189" y="24"/>
                  </a:lnTo>
                  <a:close/>
                  <a:moveTo>
                    <a:pt x="0" y="205"/>
                  </a:moveTo>
                  <a:cubicBezTo>
                    <a:pt x="0" y="203"/>
                    <a:pt x="1" y="200"/>
                    <a:pt x="3" y="198"/>
                  </a:cubicBezTo>
                  <a:lnTo>
                    <a:pt x="181" y="3"/>
                  </a:lnTo>
                  <a:cubicBezTo>
                    <a:pt x="182" y="1"/>
                    <a:pt x="185" y="0"/>
                    <a:pt x="187" y="0"/>
                  </a:cubicBezTo>
                  <a:cubicBezTo>
                    <a:pt x="190" y="0"/>
                    <a:pt x="193" y="1"/>
                    <a:pt x="195" y="2"/>
                  </a:cubicBezTo>
                  <a:lnTo>
                    <a:pt x="308" y="106"/>
                  </a:lnTo>
                  <a:cubicBezTo>
                    <a:pt x="310" y="107"/>
                    <a:pt x="311" y="110"/>
                    <a:pt x="311" y="112"/>
                  </a:cubicBezTo>
                  <a:cubicBezTo>
                    <a:pt x="311" y="115"/>
                    <a:pt x="310" y="118"/>
                    <a:pt x="308" y="119"/>
                  </a:cubicBezTo>
                  <a:lnTo>
                    <a:pt x="130" y="315"/>
                  </a:lnTo>
                  <a:cubicBezTo>
                    <a:pt x="128" y="317"/>
                    <a:pt x="126" y="318"/>
                    <a:pt x="123" y="318"/>
                  </a:cubicBezTo>
                  <a:cubicBezTo>
                    <a:pt x="121" y="318"/>
                    <a:pt x="118" y="317"/>
                    <a:pt x="116" y="315"/>
                  </a:cubicBezTo>
                  <a:lnTo>
                    <a:pt x="3" y="212"/>
                  </a:lnTo>
                  <a:cubicBezTo>
                    <a:pt x="1" y="210"/>
                    <a:pt x="0" y="208"/>
                    <a:pt x="0" y="20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7" name="Freeform 267"/>
            <p:cNvSpPr>
              <a:spLocks noEditPoints="1"/>
            </p:cNvSpPr>
            <p:nvPr/>
          </p:nvSpPr>
          <p:spPr bwMode="auto">
            <a:xfrm>
              <a:off x="18553436" y="1760180"/>
              <a:ext cx="288925" cy="287338"/>
            </a:xfrm>
            <a:custGeom>
              <a:avLst/>
              <a:gdLst>
                <a:gd name="T0" fmla="*/ 597 w 684"/>
                <a:gd name="T1" fmla="*/ 23 h 682"/>
                <a:gd name="T2" fmla="*/ 24 w 684"/>
                <a:gd name="T3" fmla="*/ 596 h 682"/>
                <a:gd name="T4" fmla="*/ 87 w 684"/>
                <a:gd name="T5" fmla="*/ 658 h 682"/>
                <a:gd name="T6" fmla="*/ 659 w 684"/>
                <a:gd name="T7" fmla="*/ 86 h 682"/>
                <a:gd name="T8" fmla="*/ 597 w 684"/>
                <a:gd name="T9" fmla="*/ 23 h 682"/>
                <a:gd name="T10" fmla="*/ 0 w 684"/>
                <a:gd name="T11" fmla="*/ 596 h 682"/>
                <a:gd name="T12" fmla="*/ 3 w 684"/>
                <a:gd name="T13" fmla="*/ 589 h 682"/>
                <a:gd name="T14" fmla="*/ 590 w 684"/>
                <a:gd name="T15" fmla="*/ 2 h 682"/>
                <a:gd name="T16" fmla="*/ 597 w 684"/>
                <a:gd name="T17" fmla="*/ 0 h 682"/>
                <a:gd name="T18" fmla="*/ 604 w 684"/>
                <a:gd name="T19" fmla="*/ 2 h 682"/>
                <a:gd name="T20" fmla="*/ 680 w 684"/>
                <a:gd name="T21" fmla="*/ 79 h 682"/>
                <a:gd name="T22" fmla="*/ 680 w 684"/>
                <a:gd name="T23" fmla="*/ 93 h 682"/>
                <a:gd name="T24" fmla="*/ 93 w 684"/>
                <a:gd name="T25" fmla="*/ 679 h 682"/>
                <a:gd name="T26" fmla="*/ 87 w 684"/>
                <a:gd name="T27" fmla="*/ 682 h 682"/>
                <a:gd name="T28" fmla="*/ 80 w 684"/>
                <a:gd name="T29" fmla="*/ 679 h 682"/>
                <a:gd name="T30" fmla="*/ 3 w 684"/>
                <a:gd name="T31" fmla="*/ 603 h 682"/>
                <a:gd name="T32" fmla="*/ 0 w 684"/>
                <a:gd name="T33" fmla="*/ 596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4" h="682">
                  <a:moveTo>
                    <a:pt x="597" y="23"/>
                  </a:moveTo>
                  <a:lnTo>
                    <a:pt x="24" y="596"/>
                  </a:lnTo>
                  <a:lnTo>
                    <a:pt x="87" y="658"/>
                  </a:lnTo>
                  <a:lnTo>
                    <a:pt x="659" y="86"/>
                  </a:lnTo>
                  <a:lnTo>
                    <a:pt x="597" y="23"/>
                  </a:lnTo>
                  <a:close/>
                  <a:moveTo>
                    <a:pt x="0" y="596"/>
                  </a:moveTo>
                  <a:cubicBezTo>
                    <a:pt x="0" y="593"/>
                    <a:pt x="1" y="591"/>
                    <a:pt x="3" y="589"/>
                  </a:cubicBezTo>
                  <a:lnTo>
                    <a:pt x="590" y="2"/>
                  </a:lnTo>
                  <a:cubicBezTo>
                    <a:pt x="592" y="1"/>
                    <a:pt x="594" y="0"/>
                    <a:pt x="597" y="0"/>
                  </a:cubicBezTo>
                  <a:cubicBezTo>
                    <a:pt x="599" y="0"/>
                    <a:pt x="602" y="1"/>
                    <a:pt x="604" y="2"/>
                  </a:cubicBezTo>
                  <a:lnTo>
                    <a:pt x="680" y="79"/>
                  </a:lnTo>
                  <a:cubicBezTo>
                    <a:pt x="684" y="83"/>
                    <a:pt x="684" y="89"/>
                    <a:pt x="680" y="93"/>
                  </a:cubicBezTo>
                  <a:lnTo>
                    <a:pt x="93" y="679"/>
                  </a:lnTo>
                  <a:cubicBezTo>
                    <a:pt x="92" y="681"/>
                    <a:pt x="89" y="682"/>
                    <a:pt x="87" y="682"/>
                  </a:cubicBezTo>
                  <a:cubicBezTo>
                    <a:pt x="84" y="682"/>
                    <a:pt x="81" y="681"/>
                    <a:pt x="80" y="679"/>
                  </a:cubicBezTo>
                  <a:lnTo>
                    <a:pt x="3" y="603"/>
                  </a:lnTo>
                  <a:cubicBezTo>
                    <a:pt x="1" y="601"/>
                    <a:pt x="0" y="598"/>
                    <a:pt x="0" y="59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8" name="Freeform 268"/>
            <p:cNvSpPr>
              <a:spLocks noEditPoints="1"/>
            </p:cNvSpPr>
            <p:nvPr/>
          </p:nvSpPr>
          <p:spPr bwMode="auto">
            <a:xfrm>
              <a:off x="19615474" y="847367"/>
              <a:ext cx="141288" cy="139700"/>
            </a:xfrm>
            <a:custGeom>
              <a:avLst/>
              <a:gdLst>
                <a:gd name="T0" fmla="*/ 245 w 332"/>
                <a:gd name="T1" fmla="*/ 25 h 333"/>
                <a:gd name="T2" fmla="*/ 24 w 332"/>
                <a:gd name="T3" fmla="*/ 246 h 333"/>
                <a:gd name="T4" fmla="*/ 86 w 332"/>
                <a:gd name="T5" fmla="*/ 309 h 333"/>
                <a:gd name="T6" fmla="*/ 308 w 332"/>
                <a:gd name="T7" fmla="*/ 87 h 333"/>
                <a:gd name="T8" fmla="*/ 245 w 332"/>
                <a:gd name="T9" fmla="*/ 25 h 333"/>
                <a:gd name="T10" fmla="*/ 0 w 332"/>
                <a:gd name="T11" fmla="*/ 246 h 333"/>
                <a:gd name="T12" fmla="*/ 3 w 332"/>
                <a:gd name="T13" fmla="*/ 239 h 333"/>
                <a:gd name="T14" fmla="*/ 238 w 332"/>
                <a:gd name="T15" fmla="*/ 4 h 333"/>
                <a:gd name="T16" fmla="*/ 252 w 332"/>
                <a:gd name="T17" fmla="*/ 4 h 333"/>
                <a:gd name="T18" fmla="*/ 329 w 332"/>
                <a:gd name="T19" fmla="*/ 80 h 333"/>
                <a:gd name="T20" fmla="*/ 329 w 332"/>
                <a:gd name="T21" fmla="*/ 94 h 333"/>
                <a:gd name="T22" fmla="*/ 93 w 332"/>
                <a:gd name="T23" fmla="*/ 330 h 333"/>
                <a:gd name="T24" fmla="*/ 79 w 332"/>
                <a:gd name="T25" fmla="*/ 330 h 333"/>
                <a:gd name="T26" fmla="*/ 3 w 332"/>
                <a:gd name="T27" fmla="*/ 253 h 333"/>
                <a:gd name="T28" fmla="*/ 0 w 332"/>
                <a:gd name="T29" fmla="*/ 24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333">
                  <a:moveTo>
                    <a:pt x="245" y="25"/>
                  </a:moveTo>
                  <a:lnTo>
                    <a:pt x="24" y="246"/>
                  </a:lnTo>
                  <a:lnTo>
                    <a:pt x="86" y="309"/>
                  </a:lnTo>
                  <a:lnTo>
                    <a:pt x="308" y="87"/>
                  </a:lnTo>
                  <a:lnTo>
                    <a:pt x="245" y="25"/>
                  </a:lnTo>
                  <a:close/>
                  <a:moveTo>
                    <a:pt x="0" y="246"/>
                  </a:moveTo>
                  <a:cubicBezTo>
                    <a:pt x="0" y="244"/>
                    <a:pt x="1" y="241"/>
                    <a:pt x="3" y="239"/>
                  </a:cubicBezTo>
                  <a:lnTo>
                    <a:pt x="238" y="4"/>
                  </a:lnTo>
                  <a:cubicBezTo>
                    <a:pt x="242" y="0"/>
                    <a:pt x="248" y="0"/>
                    <a:pt x="252" y="4"/>
                  </a:cubicBezTo>
                  <a:lnTo>
                    <a:pt x="329" y="80"/>
                  </a:lnTo>
                  <a:cubicBezTo>
                    <a:pt x="332" y="84"/>
                    <a:pt x="332" y="90"/>
                    <a:pt x="329" y="94"/>
                  </a:cubicBezTo>
                  <a:lnTo>
                    <a:pt x="93" y="330"/>
                  </a:lnTo>
                  <a:cubicBezTo>
                    <a:pt x="89" y="333"/>
                    <a:pt x="83" y="333"/>
                    <a:pt x="79" y="330"/>
                  </a:cubicBezTo>
                  <a:lnTo>
                    <a:pt x="3" y="253"/>
                  </a:lnTo>
                  <a:cubicBezTo>
                    <a:pt x="1" y="251"/>
                    <a:pt x="0" y="249"/>
                    <a:pt x="0" y="24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9" name="Freeform 269"/>
            <p:cNvSpPr>
              <a:spLocks noEditPoints="1"/>
            </p:cNvSpPr>
            <p:nvPr/>
          </p:nvSpPr>
          <p:spPr bwMode="auto">
            <a:xfrm>
              <a:off x="19823436" y="471130"/>
              <a:ext cx="177800" cy="177800"/>
            </a:xfrm>
            <a:custGeom>
              <a:avLst/>
              <a:gdLst>
                <a:gd name="T0" fmla="*/ 272 w 422"/>
                <a:gd name="T1" fmla="*/ 24 h 423"/>
                <a:gd name="T2" fmla="*/ 24 w 422"/>
                <a:gd name="T3" fmla="*/ 273 h 423"/>
                <a:gd name="T4" fmla="*/ 148 w 422"/>
                <a:gd name="T5" fmla="*/ 398 h 423"/>
                <a:gd name="T6" fmla="*/ 397 w 422"/>
                <a:gd name="T7" fmla="*/ 149 h 423"/>
                <a:gd name="T8" fmla="*/ 272 w 422"/>
                <a:gd name="T9" fmla="*/ 24 h 423"/>
                <a:gd name="T10" fmla="*/ 0 w 422"/>
                <a:gd name="T11" fmla="*/ 273 h 423"/>
                <a:gd name="T12" fmla="*/ 3 w 422"/>
                <a:gd name="T13" fmla="*/ 266 h 423"/>
                <a:gd name="T14" fmla="*/ 265 w 422"/>
                <a:gd name="T15" fmla="*/ 4 h 423"/>
                <a:gd name="T16" fmla="*/ 279 w 422"/>
                <a:gd name="T17" fmla="*/ 4 h 423"/>
                <a:gd name="T18" fmla="*/ 418 w 422"/>
                <a:gd name="T19" fmla="*/ 142 h 423"/>
                <a:gd name="T20" fmla="*/ 418 w 422"/>
                <a:gd name="T21" fmla="*/ 156 h 423"/>
                <a:gd name="T22" fmla="*/ 155 w 422"/>
                <a:gd name="T23" fmla="*/ 419 h 423"/>
                <a:gd name="T24" fmla="*/ 141 w 422"/>
                <a:gd name="T25" fmla="*/ 419 h 423"/>
                <a:gd name="T26" fmla="*/ 3 w 422"/>
                <a:gd name="T27" fmla="*/ 280 h 423"/>
                <a:gd name="T28" fmla="*/ 0 w 422"/>
                <a:gd name="T29" fmla="*/ 27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2" h="423">
                  <a:moveTo>
                    <a:pt x="272" y="24"/>
                  </a:moveTo>
                  <a:lnTo>
                    <a:pt x="24" y="273"/>
                  </a:lnTo>
                  <a:lnTo>
                    <a:pt x="148" y="398"/>
                  </a:lnTo>
                  <a:lnTo>
                    <a:pt x="397" y="149"/>
                  </a:lnTo>
                  <a:lnTo>
                    <a:pt x="272" y="24"/>
                  </a:lnTo>
                  <a:close/>
                  <a:moveTo>
                    <a:pt x="0" y="273"/>
                  </a:moveTo>
                  <a:cubicBezTo>
                    <a:pt x="0" y="271"/>
                    <a:pt x="1" y="268"/>
                    <a:pt x="3" y="266"/>
                  </a:cubicBezTo>
                  <a:lnTo>
                    <a:pt x="265" y="4"/>
                  </a:lnTo>
                  <a:cubicBezTo>
                    <a:pt x="269" y="0"/>
                    <a:pt x="275" y="0"/>
                    <a:pt x="279" y="4"/>
                  </a:cubicBezTo>
                  <a:lnTo>
                    <a:pt x="418" y="142"/>
                  </a:lnTo>
                  <a:cubicBezTo>
                    <a:pt x="422" y="146"/>
                    <a:pt x="422" y="152"/>
                    <a:pt x="418" y="156"/>
                  </a:cubicBezTo>
                  <a:lnTo>
                    <a:pt x="155" y="419"/>
                  </a:lnTo>
                  <a:cubicBezTo>
                    <a:pt x="151" y="423"/>
                    <a:pt x="145" y="423"/>
                    <a:pt x="141" y="419"/>
                  </a:cubicBezTo>
                  <a:lnTo>
                    <a:pt x="3" y="280"/>
                  </a:lnTo>
                  <a:cubicBezTo>
                    <a:pt x="1" y="278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0" name="Freeform 270"/>
            <p:cNvSpPr>
              <a:spLocks noEditPoints="1"/>
            </p:cNvSpPr>
            <p:nvPr/>
          </p:nvSpPr>
          <p:spPr bwMode="auto">
            <a:xfrm>
              <a:off x="14603736" y="6232167"/>
              <a:ext cx="123825" cy="136525"/>
            </a:xfrm>
            <a:custGeom>
              <a:avLst/>
              <a:gdLst>
                <a:gd name="T0" fmla="*/ 156 w 293"/>
                <a:gd name="T1" fmla="*/ 24 h 326"/>
                <a:gd name="T2" fmla="*/ 24 w 293"/>
                <a:gd name="T3" fmla="*/ 230 h 326"/>
                <a:gd name="T4" fmla="*/ 136 w 293"/>
                <a:gd name="T5" fmla="*/ 302 h 326"/>
                <a:gd name="T6" fmla="*/ 268 w 293"/>
                <a:gd name="T7" fmla="*/ 96 h 326"/>
                <a:gd name="T8" fmla="*/ 156 w 293"/>
                <a:gd name="T9" fmla="*/ 24 h 326"/>
                <a:gd name="T10" fmla="*/ 0 w 293"/>
                <a:gd name="T11" fmla="*/ 233 h 326"/>
                <a:gd name="T12" fmla="*/ 2 w 293"/>
                <a:gd name="T13" fmla="*/ 228 h 326"/>
                <a:gd name="T14" fmla="*/ 145 w 293"/>
                <a:gd name="T15" fmla="*/ 5 h 326"/>
                <a:gd name="T16" fmla="*/ 151 w 293"/>
                <a:gd name="T17" fmla="*/ 1 h 326"/>
                <a:gd name="T18" fmla="*/ 158 w 293"/>
                <a:gd name="T19" fmla="*/ 2 h 326"/>
                <a:gd name="T20" fmla="*/ 287 w 293"/>
                <a:gd name="T21" fmla="*/ 85 h 326"/>
                <a:gd name="T22" fmla="*/ 290 w 293"/>
                <a:gd name="T23" fmla="*/ 99 h 326"/>
                <a:gd name="T24" fmla="*/ 147 w 293"/>
                <a:gd name="T25" fmla="*/ 321 h 326"/>
                <a:gd name="T26" fmla="*/ 141 w 293"/>
                <a:gd name="T27" fmla="*/ 325 h 326"/>
                <a:gd name="T28" fmla="*/ 134 w 293"/>
                <a:gd name="T29" fmla="*/ 324 h 326"/>
                <a:gd name="T30" fmla="*/ 5 w 293"/>
                <a:gd name="T31" fmla="*/ 241 h 326"/>
                <a:gd name="T32" fmla="*/ 0 w 293"/>
                <a:gd name="T33" fmla="*/ 23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6">
                  <a:moveTo>
                    <a:pt x="156" y="24"/>
                  </a:moveTo>
                  <a:lnTo>
                    <a:pt x="24" y="230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3"/>
                  </a:moveTo>
                  <a:cubicBezTo>
                    <a:pt x="0" y="231"/>
                    <a:pt x="1" y="229"/>
                    <a:pt x="2" y="228"/>
                  </a:cubicBezTo>
                  <a:lnTo>
                    <a:pt x="145" y="5"/>
                  </a:lnTo>
                  <a:cubicBezTo>
                    <a:pt x="146" y="3"/>
                    <a:pt x="149" y="1"/>
                    <a:pt x="151" y="1"/>
                  </a:cubicBezTo>
                  <a:cubicBezTo>
                    <a:pt x="154" y="0"/>
                    <a:pt x="156" y="1"/>
                    <a:pt x="158" y="2"/>
                  </a:cubicBezTo>
                  <a:lnTo>
                    <a:pt x="287" y="85"/>
                  </a:lnTo>
                  <a:cubicBezTo>
                    <a:pt x="292" y="88"/>
                    <a:pt x="293" y="94"/>
                    <a:pt x="290" y="99"/>
                  </a:cubicBezTo>
                  <a:lnTo>
                    <a:pt x="147" y="321"/>
                  </a:lnTo>
                  <a:cubicBezTo>
                    <a:pt x="146" y="323"/>
                    <a:pt x="144" y="325"/>
                    <a:pt x="141" y="325"/>
                  </a:cubicBezTo>
                  <a:cubicBezTo>
                    <a:pt x="139" y="326"/>
                    <a:pt x="136" y="325"/>
                    <a:pt x="134" y="324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1" name="Freeform 271"/>
            <p:cNvSpPr>
              <a:spLocks noEditPoints="1"/>
            </p:cNvSpPr>
            <p:nvPr/>
          </p:nvSpPr>
          <p:spPr bwMode="auto">
            <a:xfrm>
              <a:off x="14703749" y="6090880"/>
              <a:ext cx="123825" cy="136525"/>
            </a:xfrm>
            <a:custGeom>
              <a:avLst/>
              <a:gdLst>
                <a:gd name="T0" fmla="*/ 156 w 293"/>
                <a:gd name="T1" fmla="*/ 24 h 325"/>
                <a:gd name="T2" fmla="*/ 24 w 293"/>
                <a:gd name="T3" fmla="*/ 229 h 325"/>
                <a:gd name="T4" fmla="*/ 136 w 293"/>
                <a:gd name="T5" fmla="*/ 302 h 325"/>
                <a:gd name="T6" fmla="*/ 268 w 293"/>
                <a:gd name="T7" fmla="*/ 96 h 325"/>
                <a:gd name="T8" fmla="*/ 156 w 293"/>
                <a:gd name="T9" fmla="*/ 24 h 325"/>
                <a:gd name="T10" fmla="*/ 0 w 293"/>
                <a:gd name="T11" fmla="*/ 232 h 325"/>
                <a:gd name="T12" fmla="*/ 2 w 293"/>
                <a:gd name="T13" fmla="*/ 227 h 325"/>
                <a:gd name="T14" fmla="*/ 145 w 293"/>
                <a:gd name="T15" fmla="*/ 5 h 325"/>
                <a:gd name="T16" fmla="*/ 151 w 293"/>
                <a:gd name="T17" fmla="*/ 0 h 325"/>
                <a:gd name="T18" fmla="*/ 158 w 293"/>
                <a:gd name="T19" fmla="*/ 2 h 325"/>
                <a:gd name="T20" fmla="*/ 287 w 293"/>
                <a:gd name="T21" fmla="*/ 84 h 325"/>
                <a:gd name="T22" fmla="*/ 290 w 293"/>
                <a:gd name="T23" fmla="*/ 98 h 325"/>
                <a:gd name="T24" fmla="*/ 147 w 293"/>
                <a:gd name="T25" fmla="*/ 320 h 325"/>
                <a:gd name="T26" fmla="*/ 141 w 293"/>
                <a:gd name="T27" fmla="*/ 325 h 325"/>
                <a:gd name="T28" fmla="*/ 134 w 293"/>
                <a:gd name="T29" fmla="*/ 323 h 325"/>
                <a:gd name="T30" fmla="*/ 5 w 293"/>
                <a:gd name="T31" fmla="*/ 241 h 325"/>
                <a:gd name="T32" fmla="*/ 0 w 293"/>
                <a:gd name="T33" fmla="*/ 232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5">
                  <a:moveTo>
                    <a:pt x="156" y="24"/>
                  </a:moveTo>
                  <a:lnTo>
                    <a:pt x="24" y="229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2"/>
                  </a:moveTo>
                  <a:cubicBezTo>
                    <a:pt x="0" y="231"/>
                    <a:pt x="1" y="229"/>
                    <a:pt x="2" y="227"/>
                  </a:cubicBezTo>
                  <a:lnTo>
                    <a:pt x="145" y="5"/>
                  </a:lnTo>
                  <a:cubicBezTo>
                    <a:pt x="146" y="3"/>
                    <a:pt x="148" y="1"/>
                    <a:pt x="151" y="0"/>
                  </a:cubicBezTo>
                  <a:cubicBezTo>
                    <a:pt x="154" y="0"/>
                    <a:pt x="156" y="0"/>
                    <a:pt x="158" y="2"/>
                  </a:cubicBezTo>
                  <a:lnTo>
                    <a:pt x="287" y="84"/>
                  </a:lnTo>
                  <a:cubicBezTo>
                    <a:pt x="292" y="87"/>
                    <a:pt x="293" y="94"/>
                    <a:pt x="290" y="98"/>
                  </a:cubicBezTo>
                  <a:lnTo>
                    <a:pt x="147" y="320"/>
                  </a:lnTo>
                  <a:cubicBezTo>
                    <a:pt x="146" y="323"/>
                    <a:pt x="144" y="324"/>
                    <a:pt x="141" y="325"/>
                  </a:cubicBezTo>
                  <a:cubicBezTo>
                    <a:pt x="139" y="325"/>
                    <a:pt x="136" y="325"/>
                    <a:pt x="134" y="323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2" name="Freeform 272"/>
            <p:cNvSpPr>
              <a:spLocks noEditPoints="1"/>
            </p:cNvSpPr>
            <p:nvPr/>
          </p:nvSpPr>
          <p:spPr bwMode="auto">
            <a:xfrm>
              <a:off x="14746611" y="6275030"/>
              <a:ext cx="123825" cy="136525"/>
            </a:xfrm>
            <a:custGeom>
              <a:avLst/>
              <a:gdLst>
                <a:gd name="T0" fmla="*/ 156 w 293"/>
                <a:gd name="T1" fmla="*/ 24 h 325"/>
                <a:gd name="T2" fmla="*/ 24 w 293"/>
                <a:gd name="T3" fmla="*/ 229 h 325"/>
                <a:gd name="T4" fmla="*/ 136 w 293"/>
                <a:gd name="T5" fmla="*/ 302 h 325"/>
                <a:gd name="T6" fmla="*/ 268 w 293"/>
                <a:gd name="T7" fmla="*/ 96 h 325"/>
                <a:gd name="T8" fmla="*/ 156 w 293"/>
                <a:gd name="T9" fmla="*/ 24 h 325"/>
                <a:gd name="T10" fmla="*/ 0 w 293"/>
                <a:gd name="T11" fmla="*/ 232 h 325"/>
                <a:gd name="T12" fmla="*/ 2 w 293"/>
                <a:gd name="T13" fmla="*/ 227 h 325"/>
                <a:gd name="T14" fmla="*/ 145 w 293"/>
                <a:gd name="T15" fmla="*/ 5 h 325"/>
                <a:gd name="T16" fmla="*/ 151 w 293"/>
                <a:gd name="T17" fmla="*/ 0 h 325"/>
                <a:gd name="T18" fmla="*/ 158 w 293"/>
                <a:gd name="T19" fmla="*/ 2 h 325"/>
                <a:gd name="T20" fmla="*/ 287 w 293"/>
                <a:gd name="T21" fmla="*/ 85 h 325"/>
                <a:gd name="T22" fmla="*/ 290 w 293"/>
                <a:gd name="T23" fmla="*/ 98 h 325"/>
                <a:gd name="T24" fmla="*/ 147 w 293"/>
                <a:gd name="T25" fmla="*/ 321 h 325"/>
                <a:gd name="T26" fmla="*/ 141 w 293"/>
                <a:gd name="T27" fmla="*/ 325 h 325"/>
                <a:gd name="T28" fmla="*/ 134 w 293"/>
                <a:gd name="T29" fmla="*/ 323 h 325"/>
                <a:gd name="T30" fmla="*/ 5 w 293"/>
                <a:gd name="T31" fmla="*/ 241 h 325"/>
                <a:gd name="T32" fmla="*/ 0 w 293"/>
                <a:gd name="T33" fmla="*/ 232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5">
                  <a:moveTo>
                    <a:pt x="156" y="24"/>
                  </a:moveTo>
                  <a:lnTo>
                    <a:pt x="24" y="229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2"/>
                  </a:moveTo>
                  <a:cubicBezTo>
                    <a:pt x="0" y="231"/>
                    <a:pt x="1" y="229"/>
                    <a:pt x="2" y="227"/>
                  </a:cubicBezTo>
                  <a:lnTo>
                    <a:pt x="145" y="5"/>
                  </a:lnTo>
                  <a:cubicBezTo>
                    <a:pt x="146" y="3"/>
                    <a:pt x="148" y="1"/>
                    <a:pt x="151" y="0"/>
                  </a:cubicBezTo>
                  <a:cubicBezTo>
                    <a:pt x="153" y="0"/>
                    <a:pt x="156" y="0"/>
                    <a:pt x="158" y="2"/>
                  </a:cubicBezTo>
                  <a:lnTo>
                    <a:pt x="287" y="85"/>
                  </a:lnTo>
                  <a:cubicBezTo>
                    <a:pt x="292" y="87"/>
                    <a:pt x="293" y="94"/>
                    <a:pt x="290" y="98"/>
                  </a:cubicBezTo>
                  <a:lnTo>
                    <a:pt x="147" y="321"/>
                  </a:lnTo>
                  <a:cubicBezTo>
                    <a:pt x="146" y="323"/>
                    <a:pt x="144" y="324"/>
                    <a:pt x="141" y="325"/>
                  </a:cubicBezTo>
                  <a:cubicBezTo>
                    <a:pt x="138" y="325"/>
                    <a:pt x="136" y="325"/>
                    <a:pt x="134" y="323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3" name="Freeform 273"/>
            <p:cNvSpPr>
              <a:spLocks noEditPoints="1"/>
            </p:cNvSpPr>
            <p:nvPr/>
          </p:nvSpPr>
          <p:spPr bwMode="auto">
            <a:xfrm>
              <a:off x="14848211" y="6132155"/>
              <a:ext cx="123825" cy="138113"/>
            </a:xfrm>
            <a:custGeom>
              <a:avLst/>
              <a:gdLst>
                <a:gd name="T0" fmla="*/ 156 w 293"/>
                <a:gd name="T1" fmla="*/ 24 h 326"/>
                <a:gd name="T2" fmla="*/ 24 w 293"/>
                <a:gd name="T3" fmla="*/ 230 h 326"/>
                <a:gd name="T4" fmla="*/ 136 w 293"/>
                <a:gd name="T5" fmla="*/ 302 h 326"/>
                <a:gd name="T6" fmla="*/ 268 w 293"/>
                <a:gd name="T7" fmla="*/ 96 h 326"/>
                <a:gd name="T8" fmla="*/ 156 w 293"/>
                <a:gd name="T9" fmla="*/ 24 h 326"/>
                <a:gd name="T10" fmla="*/ 0 w 293"/>
                <a:gd name="T11" fmla="*/ 233 h 326"/>
                <a:gd name="T12" fmla="*/ 2 w 293"/>
                <a:gd name="T13" fmla="*/ 228 h 326"/>
                <a:gd name="T14" fmla="*/ 145 w 293"/>
                <a:gd name="T15" fmla="*/ 5 h 326"/>
                <a:gd name="T16" fmla="*/ 151 w 293"/>
                <a:gd name="T17" fmla="*/ 1 h 326"/>
                <a:gd name="T18" fmla="*/ 158 w 293"/>
                <a:gd name="T19" fmla="*/ 2 h 326"/>
                <a:gd name="T20" fmla="*/ 287 w 293"/>
                <a:gd name="T21" fmla="*/ 85 h 326"/>
                <a:gd name="T22" fmla="*/ 290 w 293"/>
                <a:gd name="T23" fmla="*/ 99 h 326"/>
                <a:gd name="T24" fmla="*/ 147 w 293"/>
                <a:gd name="T25" fmla="*/ 321 h 326"/>
                <a:gd name="T26" fmla="*/ 141 w 293"/>
                <a:gd name="T27" fmla="*/ 325 h 326"/>
                <a:gd name="T28" fmla="*/ 134 w 293"/>
                <a:gd name="T29" fmla="*/ 324 h 326"/>
                <a:gd name="T30" fmla="*/ 5 w 293"/>
                <a:gd name="T31" fmla="*/ 241 h 326"/>
                <a:gd name="T32" fmla="*/ 0 w 293"/>
                <a:gd name="T33" fmla="*/ 23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6">
                  <a:moveTo>
                    <a:pt x="156" y="24"/>
                  </a:moveTo>
                  <a:lnTo>
                    <a:pt x="24" y="230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3"/>
                  </a:moveTo>
                  <a:cubicBezTo>
                    <a:pt x="0" y="231"/>
                    <a:pt x="1" y="229"/>
                    <a:pt x="2" y="228"/>
                  </a:cubicBezTo>
                  <a:lnTo>
                    <a:pt x="145" y="5"/>
                  </a:lnTo>
                  <a:cubicBezTo>
                    <a:pt x="146" y="3"/>
                    <a:pt x="148" y="2"/>
                    <a:pt x="151" y="1"/>
                  </a:cubicBezTo>
                  <a:cubicBezTo>
                    <a:pt x="153" y="0"/>
                    <a:pt x="156" y="1"/>
                    <a:pt x="158" y="2"/>
                  </a:cubicBezTo>
                  <a:lnTo>
                    <a:pt x="287" y="85"/>
                  </a:lnTo>
                  <a:cubicBezTo>
                    <a:pt x="292" y="88"/>
                    <a:pt x="293" y="94"/>
                    <a:pt x="290" y="99"/>
                  </a:cubicBezTo>
                  <a:lnTo>
                    <a:pt x="147" y="321"/>
                  </a:lnTo>
                  <a:cubicBezTo>
                    <a:pt x="146" y="323"/>
                    <a:pt x="143" y="325"/>
                    <a:pt x="141" y="325"/>
                  </a:cubicBezTo>
                  <a:cubicBezTo>
                    <a:pt x="138" y="326"/>
                    <a:pt x="136" y="325"/>
                    <a:pt x="134" y="324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4" name="Freeform 274"/>
            <p:cNvSpPr>
              <a:spLocks noEditPoints="1"/>
            </p:cNvSpPr>
            <p:nvPr/>
          </p:nvSpPr>
          <p:spPr bwMode="auto">
            <a:xfrm>
              <a:off x="17945424" y="3795355"/>
              <a:ext cx="328613" cy="327025"/>
            </a:xfrm>
            <a:custGeom>
              <a:avLst/>
              <a:gdLst>
                <a:gd name="T0" fmla="*/ 644 w 776"/>
                <a:gd name="T1" fmla="*/ 23 h 775"/>
                <a:gd name="T2" fmla="*/ 24 w 776"/>
                <a:gd name="T3" fmla="*/ 644 h 775"/>
                <a:gd name="T4" fmla="*/ 131 w 776"/>
                <a:gd name="T5" fmla="*/ 751 h 775"/>
                <a:gd name="T6" fmla="*/ 751 w 776"/>
                <a:gd name="T7" fmla="*/ 130 h 775"/>
                <a:gd name="T8" fmla="*/ 644 w 776"/>
                <a:gd name="T9" fmla="*/ 23 h 775"/>
                <a:gd name="T10" fmla="*/ 0 w 776"/>
                <a:gd name="T11" fmla="*/ 644 h 775"/>
                <a:gd name="T12" fmla="*/ 3 w 776"/>
                <a:gd name="T13" fmla="*/ 637 h 775"/>
                <a:gd name="T14" fmla="*/ 637 w 776"/>
                <a:gd name="T15" fmla="*/ 3 h 775"/>
                <a:gd name="T16" fmla="*/ 644 w 776"/>
                <a:gd name="T17" fmla="*/ 0 h 775"/>
                <a:gd name="T18" fmla="*/ 651 w 776"/>
                <a:gd name="T19" fmla="*/ 3 h 775"/>
                <a:gd name="T20" fmla="*/ 772 w 776"/>
                <a:gd name="T21" fmla="*/ 123 h 775"/>
                <a:gd name="T22" fmla="*/ 772 w 776"/>
                <a:gd name="T23" fmla="*/ 137 h 775"/>
                <a:gd name="T24" fmla="*/ 138 w 776"/>
                <a:gd name="T25" fmla="*/ 772 h 775"/>
                <a:gd name="T26" fmla="*/ 124 w 776"/>
                <a:gd name="T27" fmla="*/ 772 h 775"/>
                <a:gd name="T28" fmla="*/ 3 w 776"/>
                <a:gd name="T29" fmla="*/ 651 h 775"/>
                <a:gd name="T30" fmla="*/ 0 w 776"/>
                <a:gd name="T31" fmla="*/ 644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76" h="775">
                  <a:moveTo>
                    <a:pt x="644" y="23"/>
                  </a:moveTo>
                  <a:lnTo>
                    <a:pt x="24" y="644"/>
                  </a:lnTo>
                  <a:lnTo>
                    <a:pt x="131" y="751"/>
                  </a:lnTo>
                  <a:lnTo>
                    <a:pt x="751" y="130"/>
                  </a:lnTo>
                  <a:lnTo>
                    <a:pt x="644" y="23"/>
                  </a:lnTo>
                  <a:close/>
                  <a:moveTo>
                    <a:pt x="0" y="644"/>
                  </a:moveTo>
                  <a:cubicBezTo>
                    <a:pt x="0" y="641"/>
                    <a:pt x="1" y="639"/>
                    <a:pt x="3" y="637"/>
                  </a:cubicBezTo>
                  <a:lnTo>
                    <a:pt x="637" y="3"/>
                  </a:lnTo>
                  <a:cubicBezTo>
                    <a:pt x="639" y="1"/>
                    <a:pt x="641" y="0"/>
                    <a:pt x="644" y="0"/>
                  </a:cubicBezTo>
                  <a:cubicBezTo>
                    <a:pt x="647" y="0"/>
                    <a:pt x="649" y="1"/>
                    <a:pt x="651" y="3"/>
                  </a:cubicBezTo>
                  <a:lnTo>
                    <a:pt x="772" y="123"/>
                  </a:lnTo>
                  <a:cubicBezTo>
                    <a:pt x="776" y="127"/>
                    <a:pt x="776" y="134"/>
                    <a:pt x="772" y="137"/>
                  </a:cubicBezTo>
                  <a:lnTo>
                    <a:pt x="138" y="772"/>
                  </a:lnTo>
                  <a:cubicBezTo>
                    <a:pt x="134" y="775"/>
                    <a:pt x="127" y="775"/>
                    <a:pt x="124" y="772"/>
                  </a:cubicBezTo>
                  <a:lnTo>
                    <a:pt x="3" y="651"/>
                  </a:lnTo>
                  <a:cubicBezTo>
                    <a:pt x="1" y="649"/>
                    <a:pt x="0" y="646"/>
                    <a:pt x="0" y="64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5" name="Freeform 275"/>
            <p:cNvSpPr>
              <a:spLocks noEditPoints="1"/>
            </p:cNvSpPr>
            <p:nvPr/>
          </p:nvSpPr>
          <p:spPr bwMode="auto">
            <a:xfrm>
              <a:off x="16945299" y="1683980"/>
              <a:ext cx="187325" cy="187325"/>
            </a:xfrm>
            <a:custGeom>
              <a:avLst/>
              <a:gdLst>
                <a:gd name="T0" fmla="*/ 142 w 445"/>
                <a:gd name="T1" fmla="*/ 24 h 445"/>
                <a:gd name="T2" fmla="*/ 24 w 445"/>
                <a:gd name="T3" fmla="*/ 142 h 445"/>
                <a:gd name="T4" fmla="*/ 302 w 445"/>
                <a:gd name="T5" fmla="*/ 421 h 445"/>
                <a:gd name="T6" fmla="*/ 420 w 445"/>
                <a:gd name="T7" fmla="*/ 303 h 445"/>
                <a:gd name="T8" fmla="*/ 142 w 445"/>
                <a:gd name="T9" fmla="*/ 24 h 445"/>
                <a:gd name="T10" fmla="*/ 0 w 445"/>
                <a:gd name="T11" fmla="*/ 142 h 445"/>
                <a:gd name="T12" fmla="*/ 3 w 445"/>
                <a:gd name="T13" fmla="*/ 135 h 445"/>
                <a:gd name="T14" fmla="*/ 135 w 445"/>
                <a:gd name="T15" fmla="*/ 3 h 445"/>
                <a:gd name="T16" fmla="*/ 148 w 445"/>
                <a:gd name="T17" fmla="*/ 3 h 445"/>
                <a:gd name="T18" fmla="*/ 441 w 445"/>
                <a:gd name="T19" fmla="*/ 296 h 445"/>
                <a:gd name="T20" fmla="*/ 441 w 445"/>
                <a:gd name="T21" fmla="*/ 310 h 445"/>
                <a:gd name="T22" fmla="*/ 309 w 445"/>
                <a:gd name="T23" fmla="*/ 442 h 445"/>
                <a:gd name="T24" fmla="*/ 302 w 445"/>
                <a:gd name="T25" fmla="*/ 445 h 445"/>
                <a:gd name="T26" fmla="*/ 295 w 445"/>
                <a:gd name="T27" fmla="*/ 442 h 445"/>
                <a:gd name="T28" fmla="*/ 3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4"/>
                  </a:moveTo>
                  <a:lnTo>
                    <a:pt x="24" y="142"/>
                  </a:lnTo>
                  <a:lnTo>
                    <a:pt x="302" y="421"/>
                  </a:lnTo>
                  <a:lnTo>
                    <a:pt x="420" y="303"/>
                  </a:lnTo>
                  <a:lnTo>
                    <a:pt x="142" y="24"/>
                  </a:lnTo>
                  <a:close/>
                  <a:moveTo>
                    <a:pt x="0" y="142"/>
                  </a:moveTo>
                  <a:cubicBezTo>
                    <a:pt x="0" y="140"/>
                    <a:pt x="1" y="137"/>
                    <a:pt x="3" y="135"/>
                  </a:cubicBezTo>
                  <a:lnTo>
                    <a:pt x="135" y="3"/>
                  </a:lnTo>
                  <a:cubicBezTo>
                    <a:pt x="138" y="0"/>
                    <a:pt x="145" y="0"/>
                    <a:pt x="148" y="3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7" y="444"/>
                    <a:pt x="305" y="445"/>
                    <a:pt x="302" y="445"/>
                  </a:cubicBezTo>
                  <a:cubicBezTo>
                    <a:pt x="300" y="445"/>
                    <a:pt x="297" y="444"/>
                    <a:pt x="295" y="442"/>
                  </a:cubicBezTo>
                  <a:lnTo>
                    <a:pt x="3" y="149"/>
                  </a:lnTo>
                  <a:cubicBezTo>
                    <a:pt x="1" y="147"/>
                    <a:pt x="0" y="145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6" name="Freeform 276"/>
            <p:cNvSpPr>
              <a:spLocks noEditPoints="1"/>
            </p:cNvSpPr>
            <p:nvPr/>
          </p:nvSpPr>
          <p:spPr bwMode="auto">
            <a:xfrm>
              <a:off x="16811949" y="1552217"/>
              <a:ext cx="188913" cy="187325"/>
            </a:xfrm>
            <a:custGeom>
              <a:avLst/>
              <a:gdLst>
                <a:gd name="T0" fmla="*/ 142 w 445"/>
                <a:gd name="T1" fmla="*/ 24 h 445"/>
                <a:gd name="T2" fmla="*/ 24 w 445"/>
                <a:gd name="T3" fmla="*/ 142 h 445"/>
                <a:gd name="T4" fmla="*/ 303 w 445"/>
                <a:gd name="T5" fmla="*/ 421 h 445"/>
                <a:gd name="T6" fmla="*/ 421 w 445"/>
                <a:gd name="T7" fmla="*/ 303 h 445"/>
                <a:gd name="T8" fmla="*/ 142 w 445"/>
                <a:gd name="T9" fmla="*/ 24 h 445"/>
                <a:gd name="T10" fmla="*/ 0 w 445"/>
                <a:gd name="T11" fmla="*/ 142 h 445"/>
                <a:gd name="T12" fmla="*/ 3 w 445"/>
                <a:gd name="T13" fmla="*/ 135 h 445"/>
                <a:gd name="T14" fmla="*/ 135 w 445"/>
                <a:gd name="T15" fmla="*/ 3 h 445"/>
                <a:gd name="T16" fmla="*/ 142 w 445"/>
                <a:gd name="T17" fmla="*/ 0 h 445"/>
                <a:gd name="T18" fmla="*/ 149 w 445"/>
                <a:gd name="T19" fmla="*/ 3 h 445"/>
                <a:gd name="T20" fmla="*/ 442 w 445"/>
                <a:gd name="T21" fmla="*/ 296 h 445"/>
                <a:gd name="T22" fmla="*/ 442 w 445"/>
                <a:gd name="T23" fmla="*/ 310 h 445"/>
                <a:gd name="T24" fmla="*/ 310 w 445"/>
                <a:gd name="T25" fmla="*/ 441 h 445"/>
                <a:gd name="T26" fmla="*/ 296 w 445"/>
                <a:gd name="T27" fmla="*/ 441 h 445"/>
                <a:gd name="T28" fmla="*/ 3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4"/>
                  </a:moveTo>
                  <a:lnTo>
                    <a:pt x="24" y="142"/>
                  </a:lnTo>
                  <a:lnTo>
                    <a:pt x="303" y="421"/>
                  </a:lnTo>
                  <a:lnTo>
                    <a:pt x="421" y="303"/>
                  </a:lnTo>
                  <a:lnTo>
                    <a:pt x="142" y="24"/>
                  </a:lnTo>
                  <a:close/>
                  <a:moveTo>
                    <a:pt x="0" y="142"/>
                  </a:moveTo>
                  <a:cubicBezTo>
                    <a:pt x="0" y="139"/>
                    <a:pt x="1" y="137"/>
                    <a:pt x="3" y="135"/>
                  </a:cubicBezTo>
                  <a:lnTo>
                    <a:pt x="135" y="3"/>
                  </a:lnTo>
                  <a:cubicBezTo>
                    <a:pt x="137" y="1"/>
                    <a:pt x="139" y="0"/>
                    <a:pt x="142" y="0"/>
                  </a:cubicBezTo>
                  <a:cubicBezTo>
                    <a:pt x="145" y="0"/>
                    <a:pt x="147" y="1"/>
                    <a:pt x="149" y="3"/>
                  </a:cubicBezTo>
                  <a:lnTo>
                    <a:pt x="442" y="296"/>
                  </a:lnTo>
                  <a:cubicBezTo>
                    <a:pt x="445" y="299"/>
                    <a:pt x="445" y="306"/>
                    <a:pt x="442" y="310"/>
                  </a:cubicBezTo>
                  <a:lnTo>
                    <a:pt x="310" y="441"/>
                  </a:lnTo>
                  <a:cubicBezTo>
                    <a:pt x="306" y="445"/>
                    <a:pt x="300" y="445"/>
                    <a:pt x="296" y="441"/>
                  </a:cubicBezTo>
                  <a:lnTo>
                    <a:pt x="3" y="149"/>
                  </a:lnTo>
                  <a:cubicBezTo>
                    <a:pt x="1" y="147"/>
                    <a:pt x="0" y="144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7" name="Freeform 277"/>
            <p:cNvSpPr>
              <a:spLocks noEditPoints="1"/>
            </p:cNvSpPr>
            <p:nvPr/>
          </p:nvSpPr>
          <p:spPr bwMode="auto">
            <a:xfrm>
              <a:off x="16683361" y="1420455"/>
              <a:ext cx="187325" cy="187325"/>
            </a:xfrm>
            <a:custGeom>
              <a:avLst/>
              <a:gdLst>
                <a:gd name="T0" fmla="*/ 142 w 445"/>
                <a:gd name="T1" fmla="*/ 23 h 445"/>
                <a:gd name="T2" fmla="*/ 24 w 445"/>
                <a:gd name="T3" fmla="*/ 141 h 445"/>
                <a:gd name="T4" fmla="*/ 302 w 445"/>
                <a:gd name="T5" fmla="*/ 420 h 445"/>
                <a:gd name="T6" fmla="*/ 420 w 445"/>
                <a:gd name="T7" fmla="*/ 302 h 445"/>
                <a:gd name="T8" fmla="*/ 142 w 445"/>
                <a:gd name="T9" fmla="*/ 23 h 445"/>
                <a:gd name="T10" fmla="*/ 0 w 445"/>
                <a:gd name="T11" fmla="*/ 141 h 445"/>
                <a:gd name="T12" fmla="*/ 3 w 445"/>
                <a:gd name="T13" fmla="*/ 134 h 445"/>
                <a:gd name="T14" fmla="*/ 135 w 445"/>
                <a:gd name="T15" fmla="*/ 3 h 445"/>
                <a:gd name="T16" fmla="*/ 142 w 445"/>
                <a:gd name="T17" fmla="*/ 0 h 445"/>
                <a:gd name="T18" fmla="*/ 149 w 445"/>
                <a:gd name="T19" fmla="*/ 3 h 445"/>
                <a:gd name="T20" fmla="*/ 441 w 445"/>
                <a:gd name="T21" fmla="*/ 295 h 445"/>
                <a:gd name="T22" fmla="*/ 441 w 445"/>
                <a:gd name="T23" fmla="*/ 309 h 445"/>
                <a:gd name="T24" fmla="*/ 309 w 445"/>
                <a:gd name="T25" fmla="*/ 441 h 445"/>
                <a:gd name="T26" fmla="*/ 295 w 445"/>
                <a:gd name="T27" fmla="*/ 441 h 445"/>
                <a:gd name="T28" fmla="*/ 3 w 445"/>
                <a:gd name="T29" fmla="*/ 148 h 445"/>
                <a:gd name="T30" fmla="*/ 0 w 445"/>
                <a:gd name="T31" fmla="*/ 141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3"/>
                  </a:moveTo>
                  <a:lnTo>
                    <a:pt x="24" y="141"/>
                  </a:lnTo>
                  <a:lnTo>
                    <a:pt x="302" y="420"/>
                  </a:lnTo>
                  <a:lnTo>
                    <a:pt x="420" y="302"/>
                  </a:lnTo>
                  <a:lnTo>
                    <a:pt x="142" y="23"/>
                  </a:lnTo>
                  <a:close/>
                  <a:moveTo>
                    <a:pt x="0" y="141"/>
                  </a:moveTo>
                  <a:cubicBezTo>
                    <a:pt x="0" y="139"/>
                    <a:pt x="1" y="136"/>
                    <a:pt x="3" y="134"/>
                  </a:cubicBezTo>
                  <a:lnTo>
                    <a:pt x="135" y="3"/>
                  </a:lnTo>
                  <a:cubicBezTo>
                    <a:pt x="137" y="1"/>
                    <a:pt x="139" y="0"/>
                    <a:pt x="142" y="0"/>
                  </a:cubicBezTo>
                  <a:cubicBezTo>
                    <a:pt x="144" y="0"/>
                    <a:pt x="147" y="1"/>
                    <a:pt x="149" y="3"/>
                  </a:cubicBezTo>
                  <a:lnTo>
                    <a:pt x="441" y="295"/>
                  </a:lnTo>
                  <a:cubicBezTo>
                    <a:pt x="445" y="299"/>
                    <a:pt x="445" y="305"/>
                    <a:pt x="441" y="309"/>
                  </a:cubicBezTo>
                  <a:lnTo>
                    <a:pt x="309" y="441"/>
                  </a:lnTo>
                  <a:cubicBezTo>
                    <a:pt x="305" y="445"/>
                    <a:pt x="299" y="445"/>
                    <a:pt x="295" y="441"/>
                  </a:cubicBezTo>
                  <a:lnTo>
                    <a:pt x="3" y="148"/>
                  </a:lnTo>
                  <a:cubicBezTo>
                    <a:pt x="1" y="146"/>
                    <a:pt x="0" y="144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8" name="Freeform 278"/>
            <p:cNvSpPr>
              <a:spLocks noEditPoints="1"/>
            </p:cNvSpPr>
            <p:nvPr/>
          </p:nvSpPr>
          <p:spPr bwMode="auto">
            <a:xfrm>
              <a:off x="17696186" y="853717"/>
              <a:ext cx="450850" cy="450850"/>
            </a:xfrm>
            <a:custGeom>
              <a:avLst/>
              <a:gdLst>
                <a:gd name="T0" fmla="*/ 141 w 1067"/>
                <a:gd name="T1" fmla="*/ 25 h 1068"/>
                <a:gd name="T2" fmla="*/ 24 w 1067"/>
                <a:gd name="T3" fmla="*/ 143 h 1068"/>
                <a:gd name="T4" fmla="*/ 924 w 1067"/>
                <a:gd name="T5" fmla="*/ 1044 h 1068"/>
                <a:gd name="T6" fmla="*/ 1042 w 1067"/>
                <a:gd name="T7" fmla="*/ 926 h 1068"/>
                <a:gd name="T8" fmla="*/ 141 w 1067"/>
                <a:gd name="T9" fmla="*/ 25 h 1068"/>
                <a:gd name="T10" fmla="*/ 0 w 1067"/>
                <a:gd name="T11" fmla="*/ 143 h 1068"/>
                <a:gd name="T12" fmla="*/ 3 w 1067"/>
                <a:gd name="T13" fmla="*/ 136 h 1068"/>
                <a:gd name="T14" fmla="*/ 134 w 1067"/>
                <a:gd name="T15" fmla="*/ 4 h 1068"/>
                <a:gd name="T16" fmla="*/ 148 w 1067"/>
                <a:gd name="T17" fmla="*/ 4 h 1068"/>
                <a:gd name="T18" fmla="*/ 1063 w 1067"/>
                <a:gd name="T19" fmla="*/ 919 h 1068"/>
                <a:gd name="T20" fmla="*/ 1063 w 1067"/>
                <a:gd name="T21" fmla="*/ 933 h 1068"/>
                <a:gd name="T22" fmla="*/ 931 w 1067"/>
                <a:gd name="T23" fmla="*/ 1065 h 1068"/>
                <a:gd name="T24" fmla="*/ 917 w 1067"/>
                <a:gd name="T25" fmla="*/ 1065 h 1068"/>
                <a:gd name="T26" fmla="*/ 3 w 1067"/>
                <a:gd name="T27" fmla="*/ 150 h 1068"/>
                <a:gd name="T28" fmla="*/ 0 w 1067"/>
                <a:gd name="T29" fmla="*/ 143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7" h="1068">
                  <a:moveTo>
                    <a:pt x="141" y="25"/>
                  </a:moveTo>
                  <a:lnTo>
                    <a:pt x="24" y="143"/>
                  </a:lnTo>
                  <a:lnTo>
                    <a:pt x="924" y="1044"/>
                  </a:lnTo>
                  <a:lnTo>
                    <a:pt x="1042" y="926"/>
                  </a:lnTo>
                  <a:lnTo>
                    <a:pt x="141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8"/>
                    <a:pt x="3" y="136"/>
                  </a:cubicBezTo>
                  <a:lnTo>
                    <a:pt x="134" y="4"/>
                  </a:lnTo>
                  <a:cubicBezTo>
                    <a:pt x="138" y="0"/>
                    <a:pt x="145" y="0"/>
                    <a:pt x="148" y="4"/>
                  </a:cubicBezTo>
                  <a:lnTo>
                    <a:pt x="1063" y="919"/>
                  </a:lnTo>
                  <a:cubicBezTo>
                    <a:pt x="1067" y="922"/>
                    <a:pt x="1067" y="929"/>
                    <a:pt x="1063" y="933"/>
                  </a:cubicBezTo>
                  <a:lnTo>
                    <a:pt x="931" y="1065"/>
                  </a:lnTo>
                  <a:cubicBezTo>
                    <a:pt x="927" y="1068"/>
                    <a:pt x="921" y="1068"/>
                    <a:pt x="917" y="1065"/>
                  </a:cubicBezTo>
                  <a:lnTo>
                    <a:pt x="3" y="150"/>
                  </a:lnTo>
                  <a:cubicBezTo>
                    <a:pt x="1" y="148"/>
                    <a:pt x="0" y="146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9" name="Freeform 279"/>
            <p:cNvSpPr>
              <a:spLocks noEditPoints="1"/>
            </p:cNvSpPr>
            <p:nvPr/>
          </p:nvSpPr>
          <p:spPr bwMode="auto">
            <a:xfrm>
              <a:off x="18029561" y="1047392"/>
              <a:ext cx="187325" cy="187325"/>
            </a:xfrm>
            <a:custGeom>
              <a:avLst/>
              <a:gdLst>
                <a:gd name="T0" fmla="*/ 142 w 445"/>
                <a:gd name="T1" fmla="*/ 25 h 445"/>
                <a:gd name="T2" fmla="*/ 24 w 445"/>
                <a:gd name="T3" fmla="*/ 143 h 445"/>
                <a:gd name="T4" fmla="*/ 303 w 445"/>
                <a:gd name="T5" fmla="*/ 421 h 445"/>
                <a:gd name="T6" fmla="*/ 420 w 445"/>
                <a:gd name="T7" fmla="*/ 303 h 445"/>
                <a:gd name="T8" fmla="*/ 142 w 445"/>
                <a:gd name="T9" fmla="*/ 25 h 445"/>
                <a:gd name="T10" fmla="*/ 0 w 445"/>
                <a:gd name="T11" fmla="*/ 143 h 445"/>
                <a:gd name="T12" fmla="*/ 3 w 445"/>
                <a:gd name="T13" fmla="*/ 136 h 445"/>
                <a:gd name="T14" fmla="*/ 135 w 445"/>
                <a:gd name="T15" fmla="*/ 4 h 445"/>
                <a:gd name="T16" fmla="*/ 149 w 445"/>
                <a:gd name="T17" fmla="*/ 4 h 445"/>
                <a:gd name="T18" fmla="*/ 441 w 445"/>
                <a:gd name="T19" fmla="*/ 296 h 445"/>
                <a:gd name="T20" fmla="*/ 441 w 445"/>
                <a:gd name="T21" fmla="*/ 310 h 445"/>
                <a:gd name="T22" fmla="*/ 309 w 445"/>
                <a:gd name="T23" fmla="*/ 442 h 445"/>
                <a:gd name="T24" fmla="*/ 303 w 445"/>
                <a:gd name="T25" fmla="*/ 445 h 445"/>
                <a:gd name="T26" fmla="*/ 296 w 445"/>
                <a:gd name="T27" fmla="*/ 442 h 445"/>
                <a:gd name="T28" fmla="*/ 3 w 445"/>
                <a:gd name="T29" fmla="*/ 149 h 445"/>
                <a:gd name="T30" fmla="*/ 0 w 445"/>
                <a:gd name="T31" fmla="*/ 14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5"/>
                  </a:moveTo>
                  <a:lnTo>
                    <a:pt x="24" y="143"/>
                  </a:lnTo>
                  <a:lnTo>
                    <a:pt x="303" y="421"/>
                  </a:lnTo>
                  <a:lnTo>
                    <a:pt x="420" y="303"/>
                  </a:lnTo>
                  <a:lnTo>
                    <a:pt x="142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7"/>
                    <a:pt x="3" y="136"/>
                  </a:cubicBezTo>
                  <a:lnTo>
                    <a:pt x="135" y="4"/>
                  </a:lnTo>
                  <a:cubicBezTo>
                    <a:pt x="139" y="0"/>
                    <a:pt x="145" y="0"/>
                    <a:pt x="149" y="4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8" y="444"/>
                    <a:pt x="305" y="445"/>
                    <a:pt x="303" y="445"/>
                  </a:cubicBezTo>
                  <a:cubicBezTo>
                    <a:pt x="300" y="445"/>
                    <a:pt x="297" y="444"/>
                    <a:pt x="296" y="442"/>
                  </a:cubicBezTo>
                  <a:lnTo>
                    <a:pt x="3" y="149"/>
                  </a:lnTo>
                  <a:cubicBezTo>
                    <a:pt x="1" y="148"/>
                    <a:pt x="0" y="145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0" name="Freeform 280"/>
            <p:cNvSpPr>
              <a:spLocks noEditPoints="1"/>
            </p:cNvSpPr>
            <p:nvPr/>
          </p:nvSpPr>
          <p:spPr bwMode="auto">
            <a:xfrm>
              <a:off x="17897799" y="915630"/>
              <a:ext cx="187325" cy="187325"/>
            </a:xfrm>
            <a:custGeom>
              <a:avLst/>
              <a:gdLst>
                <a:gd name="T0" fmla="*/ 141 w 445"/>
                <a:gd name="T1" fmla="*/ 24 h 445"/>
                <a:gd name="T2" fmla="*/ 23 w 445"/>
                <a:gd name="T3" fmla="*/ 142 h 445"/>
                <a:gd name="T4" fmla="*/ 302 w 445"/>
                <a:gd name="T5" fmla="*/ 421 h 445"/>
                <a:gd name="T6" fmla="*/ 420 w 445"/>
                <a:gd name="T7" fmla="*/ 303 h 445"/>
                <a:gd name="T8" fmla="*/ 141 w 445"/>
                <a:gd name="T9" fmla="*/ 24 h 445"/>
                <a:gd name="T10" fmla="*/ 0 w 445"/>
                <a:gd name="T11" fmla="*/ 142 h 445"/>
                <a:gd name="T12" fmla="*/ 2 w 445"/>
                <a:gd name="T13" fmla="*/ 135 h 445"/>
                <a:gd name="T14" fmla="*/ 134 w 445"/>
                <a:gd name="T15" fmla="*/ 3 h 445"/>
                <a:gd name="T16" fmla="*/ 141 w 445"/>
                <a:gd name="T17" fmla="*/ 0 h 445"/>
                <a:gd name="T18" fmla="*/ 148 w 445"/>
                <a:gd name="T19" fmla="*/ 3 h 445"/>
                <a:gd name="T20" fmla="*/ 441 w 445"/>
                <a:gd name="T21" fmla="*/ 296 h 445"/>
                <a:gd name="T22" fmla="*/ 441 w 445"/>
                <a:gd name="T23" fmla="*/ 310 h 445"/>
                <a:gd name="T24" fmla="*/ 309 w 445"/>
                <a:gd name="T25" fmla="*/ 442 h 445"/>
                <a:gd name="T26" fmla="*/ 295 w 445"/>
                <a:gd name="T27" fmla="*/ 442 h 445"/>
                <a:gd name="T28" fmla="*/ 2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1" y="24"/>
                  </a:moveTo>
                  <a:lnTo>
                    <a:pt x="23" y="142"/>
                  </a:lnTo>
                  <a:lnTo>
                    <a:pt x="302" y="421"/>
                  </a:lnTo>
                  <a:lnTo>
                    <a:pt x="420" y="303"/>
                  </a:lnTo>
                  <a:lnTo>
                    <a:pt x="141" y="24"/>
                  </a:lnTo>
                  <a:close/>
                  <a:moveTo>
                    <a:pt x="0" y="142"/>
                  </a:moveTo>
                  <a:cubicBezTo>
                    <a:pt x="0" y="140"/>
                    <a:pt x="1" y="137"/>
                    <a:pt x="2" y="135"/>
                  </a:cubicBezTo>
                  <a:lnTo>
                    <a:pt x="134" y="3"/>
                  </a:lnTo>
                  <a:cubicBezTo>
                    <a:pt x="136" y="1"/>
                    <a:pt x="139" y="0"/>
                    <a:pt x="141" y="0"/>
                  </a:cubicBezTo>
                  <a:cubicBezTo>
                    <a:pt x="144" y="0"/>
                    <a:pt x="146" y="1"/>
                    <a:pt x="148" y="3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5" y="445"/>
                    <a:pt x="299" y="445"/>
                    <a:pt x="295" y="442"/>
                  </a:cubicBezTo>
                  <a:lnTo>
                    <a:pt x="2" y="149"/>
                  </a:lnTo>
                  <a:cubicBezTo>
                    <a:pt x="1" y="147"/>
                    <a:pt x="0" y="145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1" name="Freeform 281"/>
            <p:cNvSpPr>
              <a:spLocks noEditPoints="1"/>
            </p:cNvSpPr>
            <p:nvPr/>
          </p:nvSpPr>
          <p:spPr bwMode="auto">
            <a:xfrm>
              <a:off x="17767624" y="783867"/>
              <a:ext cx="187325" cy="187325"/>
            </a:xfrm>
            <a:custGeom>
              <a:avLst/>
              <a:gdLst>
                <a:gd name="T0" fmla="*/ 142 w 445"/>
                <a:gd name="T1" fmla="*/ 25 h 445"/>
                <a:gd name="T2" fmla="*/ 24 w 445"/>
                <a:gd name="T3" fmla="*/ 143 h 445"/>
                <a:gd name="T4" fmla="*/ 303 w 445"/>
                <a:gd name="T5" fmla="*/ 421 h 445"/>
                <a:gd name="T6" fmla="*/ 421 w 445"/>
                <a:gd name="T7" fmla="*/ 303 h 445"/>
                <a:gd name="T8" fmla="*/ 142 w 445"/>
                <a:gd name="T9" fmla="*/ 25 h 445"/>
                <a:gd name="T10" fmla="*/ 0 w 445"/>
                <a:gd name="T11" fmla="*/ 143 h 445"/>
                <a:gd name="T12" fmla="*/ 3 w 445"/>
                <a:gd name="T13" fmla="*/ 136 h 445"/>
                <a:gd name="T14" fmla="*/ 135 w 445"/>
                <a:gd name="T15" fmla="*/ 4 h 445"/>
                <a:gd name="T16" fmla="*/ 149 w 445"/>
                <a:gd name="T17" fmla="*/ 4 h 445"/>
                <a:gd name="T18" fmla="*/ 441 w 445"/>
                <a:gd name="T19" fmla="*/ 296 h 445"/>
                <a:gd name="T20" fmla="*/ 441 w 445"/>
                <a:gd name="T21" fmla="*/ 310 h 445"/>
                <a:gd name="T22" fmla="*/ 310 w 445"/>
                <a:gd name="T23" fmla="*/ 442 h 445"/>
                <a:gd name="T24" fmla="*/ 303 w 445"/>
                <a:gd name="T25" fmla="*/ 445 h 445"/>
                <a:gd name="T26" fmla="*/ 296 w 445"/>
                <a:gd name="T27" fmla="*/ 442 h 445"/>
                <a:gd name="T28" fmla="*/ 3 w 445"/>
                <a:gd name="T29" fmla="*/ 150 h 445"/>
                <a:gd name="T30" fmla="*/ 0 w 445"/>
                <a:gd name="T31" fmla="*/ 14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5"/>
                  </a:moveTo>
                  <a:lnTo>
                    <a:pt x="24" y="143"/>
                  </a:lnTo>
                  <a:lnTo>
                    <a:pt x="303" y="421"/>
                  </a:lnTo>
                  <a:lnTo>
                    <a:pt x="421" y="303"/>
                  </a:lnTo>
                  <a:lnTo>
                    <a:pt x="142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8"/>
                    <a:pt x="3" y="136"/>
                  </a:cubicBezTo>
                  <a:lnTo>
                    <a:pt x="135" y="4"/>
                  </a:lnTo>
                  <a:cubicBezTo>
                    <a:pt x="139" y="0"/>
                    <a:pt x="145" y="0"/>
                    <a:pt x="149" y="4"/>
                  </a:cubicBezTo>
                  <a:lnTo>
                    <a:pt x="441" y="296"/>
                  </a:lnTo>
                  <a:cubicBezTo>
                    <a:pt x="445" y="300"/>
                    <a:pt x="445" y="307"/>
                    <a:pt x="441" y="310"/>
                  </a:cubicBezTo>
                  <a:lnTo>
                    <a:pt x="310" y="442"/>
                  </a:lnTo>
                  <a:cubicBezTo>
                    <a:pt x="308" y="444"/>
                    <a:pt x="305" y="445"/>
                    <a:pt x="303" y="445"/>
                  </a:cubicBezTo>
                  <a:cubicBezTo>
                    <a:pt x="300" y="445"/>
                    <a:pt x="298" y="444"/>
                    <a:pt x="296" y="442"/>
                  </a:cubicBezTo>
                  <a:lnTo>
                    <a:pt x="3" y="150"/>
                  </a:lnTo>
                  <a:cubicBezTo>
                    <a:pt x="1" y="148"/>
                    <a:pt x="0" y="145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2" name="Freeform 282"/>
            <p:cNvSpPr>
              <a:spLocks noEditPoints="1"/>
            </p:cNvSpPr>
            <p:nvPr/>
          </p:nvSpPr>
          <p:spPr bwMode="auto">
            <a:xfrm>
              <a:off x="15629261" y="926742"/>
              <a:ext cx="4049713" cy="4041775"/>
            </a:xfrm>
            <a:custGeom>
              <a:avLst/>
              <a:gdLst>
                <a:gd name="T0" fmla="*/ 9491 w 9583"/>
                <a:gd name="T1" fmla="*/ 24 h 9580"/>
                <a:gd name="T2" fmla="*/ 7340 w 9583"/>
                <a:gd name="T3" fmla="*/ 2178 h 9580"/>
                <a:gd name="T4" fmla="*/ 7353 w 9583"/>
                <a:gd name="T5" fmla="*/ 2181 h 9580"/>
                <a:gd name="T6" fmla="*/ 7357 w 9583"/>
                <a:gd name="T7" fmla="*/ 2184 h 9580"/>
                <a:gd name="T8" fmla="*/ 7394 w 9583"/>
                <a:gd name="T9" fmla="*/ 2220 h 9580"/>
                <a:gd name="T10" fmla="*/ 7397 w 9583"/>
                <a:gd name="T11" fmla="*/ 2225 h 9580"/>
                <a:gd name="T12" fmla="*/ 7401 w 9583"/>
                <a:gd name="T13" fmla="*/ 2241 h 9580"/>
                <a:gd name="T14" fmla="*/ 9559 w 9583"/>
                <a:gd name="T15" fmla="*/ 92 h 9580"/>
                <a:gd name="T16" fmla="*/ 9491 w 9583"/>
                <a:gd name="T17" fmla="*/ 24 h 9580"/>
                <a:gd name="T18" fmla="*/ 7311 w 9583"/>
                <a:gd name="T19" fmla="*/ 2183 h 9580"/>
                <a:gd name="T20" fmla="*/ 7314 w 9583"/>
                <a:gd name="T21" fmla="*/ 2176 h 9580"/>
                <a:gd name="T22" fmla="*/ 9484 w 9583"/>
                <a:gd name="T23" fmla="*/ 4 h 9580"/>
                <a:gd name="T24" fmla="*/ 9498 w 9583"/>
                <a:gd name="T25" fmla="*/ 4 h 9580"/>
                <a:gd name="T26" fmla="*/ 9580 w 9583"/>
                <a:gd name="T27" fmla="*/ 85 h 9580"/>
                <a:gd name="T28" fmla="*/ 9583 w 9583"/>
                <a:gd name="T29" fmla="*/ 92 h 9580"/>
                <a:gd name="T30" fmla="*/ 9583 w 9583"/>
                <a:gd name="T31" fmla="*/ 92 h 9580"/>
                <a:gd name="T32" fmla="*/ 9580 w 9583"/>
                <a:gd name="T33" fmla="*/ 99 h 9580"/>
                <a:gd name="T34" fmla="*/ 7403 w 9583"/>
                <a:gd name="T35" fmla="*/ 2267 h 9580"/>
                <a:gd name="T36" fmla="*/ 7394 w 9583"/>
                <a:gd name="T37" fmla="*/ 2269 h 9580"/>
                <a:gd name="T38" fmla="*/ 7387 w 9583"/>
                <a:gd name="T39" fmla="*/ 2262 h 9580"/>
                <a:gd name="T40" fmla="*/ 7378 w 9583"/>
                <a:gd name="T41" fmla="*/ 2233 h 9580"/>
                <a:gd name="T42" fmla="*/ 7345 w 9583"/>
                <a:gd name="T43" fmla="*/ 2200 h 9580"/>
                <a:gd name="T44" fmla="*/ 7319 w 9583"/>
                <a:gd name="T45" fmla="*/ 2192 h 9580"/>
                <a:gd name="T46" fmla="*/ 7312 w 9583"/>
                <a:gd name="T47" fmla="*/ 2185 h 9580"/>
                <a:gd name="T48" fmla="*/ 7311 w 9583"/>
                <a:gd name="T49" fmla="*/ 2183 h 9580"/>
                <a:gd name="T50" fmla="*/ 6967 w 9583"/>
                <a:gd name="T51" fmla="*/ 2550 h 9580"/>
                <a:gd name="T52" fmla="*/ 24 w 9583"/>
                <a:gd name="T53" fmla="*/ 9494 h 9580"/>
                <a:gd name="T54" fmla="*/ 86 w 9583"/>
                <a:gd name="T55" fmla="*/ 9556 h 9580"/>
                <a:gd name="T56" fmla="*/ 7031 w 9583"/>
                <a:gd name="T57" fmla="*/ 2611 h 9580"/>
                <a:gd name="T58" fmla="*/ 7015 w 9583"/>
                <a:gd name="T59" fmla="*/ 2607 h 9580"/>
                <a:gd name="T60" fmla="*/ 7010 w 9583"/>
                <a:gd name="T61" fmla="*/ 2605 h 9580"/>
                <a:gd name="T62" fmla="*/ 6973 w 9583"/>
                <a:gd name="T63" fmla="*/ 2568 h 9580"/>
                <a:gd name="T64" fmla="*/ 6971 w 9583"/>
                <a:gd name="T65" fmla="*/ 2563 h 9580"/>
                <a:gd name="T66" fmla="*/ 6967 w 9583"/>
                <a:gd name="T67" fmla="*/ 2550 h 9580"/>
                <a:gd name="T68" fmla="*/ 0 w 9583"/>
                <a:gd name="T69" fmla="*/ 9494 h 9580"/>
                <a:gd name="T70" fmla="*/ 3 w 9583"/>
                <a:gd name="T71" fmla="*/ 9487 h 9580"/>
                <a:gd name="T72" fmla="*/ 6966 w 9583"/>
                <a:gd name="T73" fmla="*/ 2524 h 9580"/>
                <a:gd name="T74" fmla="*/ 6975 w 9583"/>
                <a:gd name="T75" fmla="*/ 2522 h 9580"/>
                <a:gd name="T76" fmla="*/ 6982 w 9583"/>
                <a:gd name="T77" fmla="*/ 2529 h 9580"/>
                <a:gd name="T78" fmla="*/ 6989 w 9583"/>
                <a:gd name="T79" fmla="*/ 2556 h 9580"/>
                <a:gd name="T80" fmla="*/ 7022 w 9583"/>
                <a:gd name="T81" fmla="*/ 2589 h 9580"/>
                <a:gd name="T82" fmla="*/ 7053 w 9583"/>
                <a:gd name="T83" fmla="*/ 2596 h 9580"/>
                <a:gd name="T84" fmla="*/ 7060 w 9583"/>
                <a:gd name="T85" fmla="*/ 2603 h 9580"/>
                <a:gd name="T86" fmla="*/ 7057 w 9583"/>
                <a:gd name="T87" fmla="*/ 2612 h 9580"/>
                <a:gd name="T88" fmla="*/ 93 w 9583"/>
                <a:gd name="T89" fmla="*/ 9577 h 9580"/>
                <a:gd name="T90" fmla="*/ 86 w 9583"/>
                <a:gd name="T91" fmla="*/ 9580 h 9580"/>
                <a:gd name="T92" fmla="*/ 79 w 9583"/>
                <a:gd name="T93" fmla="*/ 9577 h 9580"/>
                <a:gd name="T94" fmla="*/ 3 w 9583"/>
                <a:gd name="T95" fmla="*/ 9501 h 9580"/>
                <a:gd name="T96" fmla="*/ 0 w 9583"/>
                <a:gd name="T97" fmla="*/ 9494 h 9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583" h="9580">
                  <a:moveTo>
                    <a:pt x="9491" y="24"/>
                  </a:moveTo>
                  <a:lnTo>
                    <a:pt x="7340" y="2178"/>
                  </a:lnTo>
                  <a:lnTo>
                    <a:pt x="7353" y="2181"/>
                  </a:lnTo>
                  <a:cubicBezTo>
                    <a:pt x="7355" y="2182"/>
                    <a:pt x="7356" y="2183"/>
                    <a:pt x="7357" y="2184"/>
                  </a:cubicBezTo>
                  <a:lnTo>
                    <a:pt x="7394" y="2220"/>
                  </a:lnTo>
                  <a:cubicBezTo>
                    <a:pt x="7395" y="2222"/>
                    <a:pt x="7396" y="2223"/>
                    <a:pt x="7397" y="2225"/>
                  </a:cubicBezTo>
                  <a:lnTo>
                    <a:pt x="7401" y="2241"/>
                  </a:lnTo>
                  <a:lnTo>
                    <a:pt x="9559" y="92"/>
                  </a:lnTo>
                  <a:lnTo>
                    <a:pt x="9491" y="24"/>
                  </a:lnTo>
                  <a:close/>
                  <a:moveTo>
                    <a:pt x="7311" y="2183"/>
                  </a:moveTo>
                  <a:cubicBezTo>
                    <a:pt x="7311" y="2180"/>
                    <a:pt x="7312" y="2178"/>
                    <a:pt x="7314" y="2176"/>
                  </a:cubicBezTo>
                  <a:lnTo>
                    <a:pt x="9484" y="4"/>
                  </a:lnTo>
                  <a:cubicBezTo>
                    <a:pt x="9488" y="0"/>
                    <a:pt x="9494" y="0"/>
                    <a:pt x="9498" y="4"/>
                  </a:cubicBezTo>
                  <a:lnTo>
                    <a:pt x="9580" y="85"/>
                  </a:lnTo>
                  <a:cubicBezTo>
                    <a:pt x="9582" y="87"/>
                    <a:pt x="9583" y="89"/>
                    <a:pt x="9583" y="92"/>
                  </a:cubicBezTo>
                  <a:lnTo>
                    <a:pt x="9583" y="92"/>
                  </a:lnTo>
                  <a:cubicBezTo>
                    <a:pt x="9583" y="94"/>
                    <a:pt x="9582" y="97"/>
                    <a:pt x="9580" y="99"/>
                  </a:cubicBezTo>
                  <a:lnTo>
                    <a:pt x="7403" y="2267"/>
                  </a:lnTo>
                  <a:cubicBezTo>
                    <a:pt x="7401" y="2269"/>
                    <a:pt x="7397" y="2270"/>
                    <a:pt x="7394" y="2269"/>
                  </a:cubicBezTo>
                  <a:cubicBezTo>
                    <a:pt x="7390" y="2268"/>
                    <a:pt x="7388" y="2266"/>
                    <a:pt x="7387" y="2262"/>
                  </a:cubicBezTo>
                  <a:lnTo>
                    <a:pt x="7378" y="2233"/>
                  </a:lnTo>
                  <a:lnTo>
                    <a:pt x="7345" y="2200"/>
                  </a:lnTo>
                  <a:lnTo>
                    <a:pt x="7319" y="2192"/>
                  </a:lnTo>
                  <a:cubicBezTo>
                    <a:pt x="7315" y="2191"/>
                    <a:pt x="7313" y="2189"/>
                    <a:pt x="7312" y="2185"/>
                  </a:cubicBezTo>
                  <a:cubicBezTo>
                    <a:pt x="7312" y="2184"/>
                    <a:pt x="7311" y="2184"/>
                    <a:pt x="7311" y="2183"/>
                  </a:cubicBezTo>
                  <a:moveTo>
                    <a:pt x="6967" y="2550"/>
                  </a:moveTo>
                  <a:lnTo>
                    <a:pt x="24" y="9494"/>
                  </a:lnTo>
                  <a:lnTo>
                    <a:pt x="86" y="9556"/>
                  </a:lnTo>
                  <a:lnTo>
                    <a:pt x="7031" y="2611"/>
                  </a:lnTo>
                  <a:lnTo>
                    <a:pt x="7015" y="2607"/>
                  </a:lnTo>
                  <a:cubicBezTo>
                    <a:pt x="7013" y="2607"/>
                    <a:pt x="7011" y="2606"/>
                    <a:pt x="7010" y="2605"/>
                  </a:cubicBezTo>
                  <a:lnTo>
                    <a:pt x="6973" y="2568"/>
                  </a:lnTo>
                  <a:cubicBezTo>
                    <a:pt x="6972" y="2567"/>
                    <a:pt x="6971" y="2565"/>
                    <a:pt x="6971" y="2563"/>
                  </a:cubicBezTo>
                  <a:lnTo>
                    <a:pt x="6967" y="2550"/>
                  </a:lnTo>
                  <a:close/>
                  <a:moveTo>
                    <a:pt x="0" y="9494"/>
                  </a:moveTo>
                  <a:cubicBezTo>
                    <a:pt x="0" y="9491"/>
                    <a:pt x="1" y="9489"/>
                    <a:pt x="3" y="9487"/>
                  </a:cubicBezTo>
                  <a:lnTo>
                    <a:pt x="6966" y="2524"/>
                  </a:lnTo>
                  <a:cubicBezTo>
                    <a:pt x="6968" y="2522"/>
                    <a:pt x="6972" y="2521"/>
                    <a:pt x="6975" y="2522"/>
                  </a:cubicBezTo>
                  <a:cubicBezTo>
                    <a:pt x="6979" y="2523"/>
                    <a:pt x="6981" y="2525"/>
                    <a:pt x="6982" y="2529"/>
                  </a:cubicBezTo>
                  <a:lnTo>
                    <a:pt x="6989" y="2556"/>
                  </a:lnTo>
                  <a:lnTo>
                    <a:pt x="7022" y="2589"/>
                  </a:lnTo>
                  <a:lnTo>
                    <a:pt x="7053" y="2596"/>
                  </a:lnTo>
                  <a:cubicBezTo>
                    <a:pt x="7056" y="2597"/>
                    <a:pt x="7059" y="2599"/>
                    <a:pt x="7060" y="2603"/>
                  </a:cubicBezTo>
                  <a:cubicBezTo>
                    <a:pt x="7061" y="2606"/>
                    <a:pt x="7060" y="2610"/>
                    <a:pt x="7057" y="2612"/>
                  </a:cubicBezTo>
                  <a:lnTo>
                    <a:pt x="93" y="9577"/>
                  </a:lnTo>
                  <a:cubicBezTo>
                    <a:pt x="91" y="9579"/>
                    <a:pt x="89" y="9580"/>
                    <a:pt x="86" y="9580"/>
                  </a:cubicBezTo>
                  <a:cubicBezTo>
                    <a:pt x="84" y="9580"/>
                    <a:pt x="81" y="9579"/>
                    <a:pt x="79" y="9577"/>
                  </a:cubicBezTo>
                  <a:lnTo>
                    <a:pt x="3" y="9501"/>
                  </a:lnTo>
                  <a:cubicBezTo>
                    <a:pt x="1" y="9499"/>
                    <a:pt x="0" y="9496"/>
                    <a:pt x="0" y="9494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3" name="Freeform 283"/>
            <p:cNvSpPr>
              <a:spLocks noEditPoints="1"/>
            </p:cNvSpPr>
            <p:nvPr/>
          </p:nvSpPr>
          <p:spPr bwMode="auto">
            <a:xfrm>
              <a:off x="17338999" y="5647967"/>
              <a:ext cx="69850" cy="155575"/>
            </a:xfrm>
            <a:custGeom>
              <a:avLst/>
              <a:gdLst>
                <a:gd name="T0" fmla="*/ 146 w 165"/>
                <a:gd name="T1" fmla="*/ 70 h 368"/>
                <a:gd name="T2" fmla="*/ 83 w 165"/>
                <a:gd name="T3" fmla="*/ 19 h 368"/>
                <a:gd name="T4" fmla="*/ 20 w 165"/>
                <a:gd name="T5" fmla="*/ 70 h 368"/>
                <a:gd name="T6" fmla="*/ 20 w 165"/>
                <a:gd name="T7" fmla="*/ 297 h 368"/>
                <a:gd name="T8" fmla="*/ 83 w 165"/>
                <a:gd name="T9" fmla="*/ 348 h 368"/>
                <a:gd name="T10" fmla="*/ 146 w 165"/>
                <a:gd name="T11" fmla="*/ 297 h 368"/>
                <a:gd name="T12" fmla="*/ 146 w 165"/>
                <a:gd name="T13" fmla="*/ 70 h 368"/>
                <a:gd name="T14" fmla="*/ 0 w 165"/>
                <a:gd name="T15" fmla="*/ 297 h 368"/>
                <a:gd name="T16" fmla="*/ 0 w 165"/>
                <a:gd name="T17" fmla="*/ 70 h 368"/>
                <a:gd name="T18" fmla="*/ 83 w 165"/>
                <a:gd name="T19" fmla="*/ 0 h 368"/>
                <a:gd name="T20" fmla="*/ 165 w 165"/>
                <a:gd name="T21" fmla="*/ 70 h 368"/>
                <a:gd name="T22" fmla="*/ 165 w 165"/>
                <a:gd name="T23" fmla="*/ 297 h 368"/>
                <a:gd name="T24" fmla="*/ 83 w 165"/>
                <a:gd name="T25" fmla="*/ 368 h 368"/>
                <a:gd name="T26" fmla="*/ 0 w 165"/>
                <a:gd name="T27" fmla="*/ 297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5" h="368">
                  <a:moveTo>
                    <a:pt x="146" y="70"/>
                  </a:moveTo>
                  <a:cubicBezTo>
                    <a:pt x="146" y="42"/>
                    <a:pt x="117" y="19"/>
                    <a:pt x="83" y="19"/>
                  </a:cubicBezTo>
                  <a:cubicBezTo>
                    <a:pt x="48" y="19"/>
                    <a:pt x="20" y="42"/>
                    <a:pt x="20" y="70"/>
                  </a:cubicBezTo>
                  <a:lnTo>
                    <a:pt x="20" y="297"/>
                  </a:lnTo>
                  <a:cubicBezTo>
                    <a:pt x="20" y="325"/>
                    <a:pt x="48" y="348"/>
                    <a:pt x="83" y="348"/>
                  </a:cubicBezTo>
                  <a:cubicBezTo>
                    <a:pt x="117" y="348"/>
                    <a:pt x="146" y="325"/>
                    <a:pt x="146" y="297"/>
                  </a:cubicBezTo>
                  <a:lnTo>
                    <a:pt x="146" y="70"/>
                  </a:lnTo>
                  <a:close/>
                  <a:moveTo>
                    <a:pt x="0" y="297"/>
                  </a:moveTo>
                  <a:lnTo>
                    <a:pt x="0" y="70"/>
                  </a:lnTo>
                  <a:cubicBezTo>
                    <a:pt x="0" y="31"/>
                    <a:pt x="37" y="0"/>
                    <a:pt x="83" y="0"/>
                  </a:cubicBezTo>
                  <a:cubicBezTo>
                    <a:pt x="128" y="0"/>
                    <a:pt x="165" y="31"/>
                    <a:pt x="165" y="70"/>
                  </a:cubicBezTo>
                  <a:lnTo>
                    <a:pt x="165" y="297"/>
                  </a:lnTo>
                  <a:cubicBezTo>
                    <a:pt x="165" y="336"/>
                    <a:pt x="128" y="368"/>
                    <a:pt x="83" y="368"/>
                  </a:cubicBezTo>
                  <a:cubicBezTo>
                    <a:pt x="37" y="368"/>
                    <a:pt x="0" y="336"/>
                    <a:pt x="0" y="29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4" name="Freeform 284"/>
            <p:cNvSpPr>
              <a:spLocks noEditPoints="1"/>
            </p:cNvSpPr>
            <p:nvPr/>
          </p:nvSpPr>
          <p:spPr bwMode="auto">
            <a:xfrm>
              <a:off x="14135424" y="4673242"/>
              <a:ext cx="203200" cy="219075"/>
            </a:xfrm>
            <a:custGeom>
              <a:avLst/>
              <a:gdLst>
                <a:gd name="T0" fmla="*/ 308 w 482"/>
                <a:gd name="T1" fmla="*/ 25 h 518"/>
                <a:gd name="T2" fmla="*/ 24 w 482"/>
                <a:gd name="T3" fmla="*/ 371 h 518"/>
                <a:gd name="T4" fmla="*/ 173 w 482"/>
                <a:gd name="T5" fmla="*/ 494 h 518"/>
                <a:gd name="T6" fmla="*/ 458 w 482"/>
                <a:gd name="T7" fmla="*/ 148 h 518"/>
                <a:gd name="T8" fmla="*/ 308 w 482"/>
                <a:gd name="T9" fmla="*/ 25 h 518"/>
                <a:gd name="T10" fmla="*/ 0 w 482"/>
                <a:gd name="T11" fmla="*/ 372 h 518"/>
                <a:gd name="T12" fmla="*/ 2 w 482"/>
                <a:gd name="T13" fmla="*/ 366 h 518"/>
                <a:gd name="T14" fmla="*/ 299 w 482"/>
                <a:gd name="T15" fmla="*/ 5 h 518"/>
                <a:gd name="T16" fmla="*/ 313 w 482"/>
                <a:gd name="T17" fmla="*/ 4 h 518"/>
                <a:gd name="T18" fmla="*/ 478 w 482"/>
                <a:gd name="T19" fmla="*/ 139 h 518"/>
                <a:gd name="T20" fmla="*/ 481 w 482"/>
                <a:gd name="T21" fmla="*/ 145 h 518"/>
                <a:gd name="T22" fmla="*/ 479 w 482"/>
                <a:gd name="T23" fmla="*/ 153 h 518"/>
                <a:gd name="T24" fmla="*/ 182 w 482"/>
                <a:gd name="T25" fmla="*/ 514 h 518"/>
                <a:gd name="T26" fmla="*/ 175 w 482"/>
                <a:gd name="T27" fmla="*/ 518 h 518"/>
                <a:gd name="T28" fmla="*/ 168 w 482"/>
                <a:gd name="T29" fmla="*/ 515 h 518"/>
                <a:gd name="T30" fmla="*/ 4 w 482"/>
                <a:gd name="T31" fmla="*/ 380 h 518"/>
                <a:gd name="T32" fmla="*/ 0 w 482"/>
                <a:gd name="T33" fmla="*/ 372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2" h="518">
                  <a:moveTo>
                    <a:pt x="308" y="25"/>
                  </a:moveTo>
                  <a:lnTo>
                    <a:pt x="24" y="371"/>
                  </a:lnTo>
                  <a:lnTo>
                    <a:pt x="173" y="494"/>
                  </a:lnTo>
                  <a:lnTo>
                    <a:pt x="458" y="148"/>
                  </a:lnTo>
                  <a:lnTo>
                    <a:pt x="308" y="25"/>
                  </a:lnTo>
                  <a:close/>
                  <a:moveTo>
                    <a:pt x="0" y="372"/>
                  </a:moveTo>
                  <a:cubicBezTo>
                    <a:pt x="0" y="370"/>
                    <a:pt x="1" y="368"/>
                    <a:pt x="2" y="366"/>
                  </a:cubicBezTo>
                  <a:lnTo>
                    <a:pt x="299" y="5"/>
                  </a:lnTo>
                  <a:cubicBezTo>
                    <a:pt x="303" y="1"/>
                    <a:pt x="309" y="0"/>
                    <a:pt x="313" y="4"/>
                  </a:cubicBezTo>
                  <a:lnTo>
                    <a:pt x="478" y="139"/>
                  </a:lnTo>
                  <a:cubicBezTo>
                    <a:pt x="480" y="140"/>
                    <a:pt x="481" y="143"/>
                    <a:pt x="481" y="145"/>
                  </a:cubicBezTo>
                  <a:cubicBezTo>
                    <a:pt x="482" y="148"/>
                    <a:pt x="481" y="151"/>
                    <a:pt x="479" y="153"/>
                  </a:cubicBezTo>
                  <a:lnTo>
                    <a:pt x="182" y="514"/>
                  </a:lnTo>
                  <a:cubicBezTo>
                    <a:pt x="180" y="516"/>
                    <a:pt x="178" y="517"/>
                    <a:pt x="175" y="518"/>
                  </a:cubicBezTo>
                  <a:cubicBezTo>
                    <a:pt x="173" y="518"/>
                    <a:pt x="170" y="517"/>
                    <a:pt x="168" y="515"/>
                  </a:cubicBezTo>
                  <a:lnTo>
                    <a:pt x="4" y="380"/>
                  </a:lnTo>
                  <a:cubicBezTo>
                    <a:pt x="1" y="378"/>
                    <a:pt x="0" y="375"/>
                    <a:pt x="0" y="37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5" name="Freeform 285"/>
            <p:cNvSpPr>
              <a:spLocks noEditPoints="1"/>
            </p:cNvSpPr>
            <p:nvPr/>
          </p:nvSpPr>
          <p:spPr bwMode="auto">
            <a:xfrm>
              <a:off x="19061436" y="2401530"/>
              <a:ext cx="341313" cy="342900"/>
            </a:xfrm>
            <a:custGeom>
              <a:avLst/>
              <a:gdLst>
                <a:gd name="T0" fmla="*/ 263 w 809"/>
                <a:gd name="T1" fmla="*/ 25 h 811"/>
                <a:gd name="T2" fmla="*/ 23 w 809"/>
                <a:gd name="T3" fmla="*/ 265 h 811"/>
                <a:gd name="T4" fmla="*/ 545 w 809"/>
                <a:gd name="T5" fmla="*/ 786 h 811"/>
                <a:gd name="T6" fmla="*/ 785 w 809"/>
                <a:gd name="T7" fmla="*/ 546 h 811"/>
                <a:gd name="T8" fmla="*/ 263 w 809"/>
                <a:gd name="T9" fmla="*/ 25 h 811"/>
                <a:gd name="T10" fmla="*/ 0 w 809"/>
                <a:gd name="T11" fmla="*/ 265 h 811"/>
                <a:gd name="T12" fmla="*/ 2 w 809"/>
                <a:gd name="T13" fmla="*/ 258 h 811"/>
                <a:gd name="T14" fmla="*/ 256 w 809"/>
                <a:gd name="T15" fmla="*/ 4 h 811"/>
                <a:gd name="T16" fmla="*/ 270 w 809"/>
                <a:gd name="T17" fmla="*/ 4 h 811"/>
                <a:gd name="T18" fmla="*/ 806 w 809"/>
                <a:gd name="T19" fmla="*/ 540 h 811"/>
                <a:gd name="T20" fmla="*/ 806 w 809"/>
                <a:gd name="T21" fmla="*/ 553 h 811"/>
                <a:gd name="T22" fmla="*/ 552 w 809"/>
                <a:gd name="T23" fmla="*/ 807 h 811"/>
                <a:gd name="T24" fmla="*/ 538 w 809"/>
                <a:gd name="T25" fmla="*/ 807 h 811"/>
                <a:gd name="T26" fmla="*/ 2 w 809"/>
                <a:gd name="T27" fmla="*/ 272 h 811"/>
                <a:gd name="T28" fmla="*/ 0 w 809"/>
                <a:gd name="T29" fmla="*/ 265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9" h="811">
                  <a:moveTo>
                    <a:pt x="263" y="25"/>
                  </a:moveTo>
                  <a:lnTo>
                    <a:pt x="23" y="265"/>
                  </a:lnTo>
                  <a:lnTo>
                    <a:pt x="545" y="786"/>
                  </a:lnTo>
                  <a:lnTo>
                    <a:pt x="785" y="546"/>
                  </a:lnTo>
                  <a:lnTo>
                    <a:pt x="263" y="25"/>
                  </a:lnTo>
                  <a:close/>
                  <a:moveTo>
                    <a:pt x="0" y="265"/>
                  </a:moveTo>
                  <a:cubicBezTo>
                    <a:pt x="0" y="262"/>
                    <a:pt x="1" y="260"/>
                    <a:pt x="2" y="258"/>
                  </a:cubicBezTo>
                  <a:lnTo>
                    <a:pt x="256" y="4"/>
                  </a:lnTo>
                  <a:cubicBezTo>
                    <a:pt x="260" y="0"/>
                    <a:pt x="266" y="0"/>
                    <a:pt x="270" y="4"/>
                  </a:cubicBezTo>
                  <a:lnTo>
                    <a:pt x="806" y="540"/>
                  </a:lnTo>
                  <a:cubicBezTo>
                    <a:pt x="809" y="543"/>
                    <a:pt x="809" y="550"/>
                    <a:pt x="806" y="553"/>
                  </a:cubicBezTo>
                  <a:lnTo>
                    <a:pt x="552" y="807"/>
                  </a:lnTo>
                  <a:cubicBezTo>
                    <a:pt x="548" y="811"/>
                    <a:pt x="542" y="811"/>
                    <a:pt x="538" y="807"/>
                  </a:cubicBezTo>
                  <a:lnTo>
                    <a:pt x="2" y="272"/>
                  </a:lnTo>
                  <a:cubicBezTo>
                    <a:pt x="1" y="270"/>
                    <a:pt x="0" y="267"/>
                    <a:pt x="0" y="26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6" name="Freeform 286"/>
            <p:cNvSpPr>
              <a:spLocks noEditPoints="1"/>
            </p:cNvSpPr>
            <p:nvPr/>
          </p:nvSpPr>
          <p:spPr bwMode="auto">
            <a:xfrm>
              <a:off x="16475399" y="6297255"/>
              <a:ext cx="298450" cy="111125"/>
            </a:xfrm>
            <a:custGeom>
              <a:avLst/>
              <a:gdLst>
                <a:gd name="T0" fmla="*/ 36 w 708"/>
                <a:gd name="T1" fmla="*/ 22 h 262"/>
                <a:gd name="T2" fmla="*/ 21 w 708"/>
                <a:gd name="T3" fmla="*/ 83 h 262"/>
                <a:gd name="T4" fmla="*/ 671 w 708"/>
                <a:gd name="T5" fmla="*/ 239 h 262"/>
                <a:gd name="T6" fmla="*/ 686 w 708"/>
                <a:gd name="T7" fmla="*/ 178 h 262"/>
                <a:gd name="T8" fmla="*/ 36 w 708"/>
                <a:gd name="T9" fmla="*/ 22 h 262"/>
                <a:gd name="T10" fmla="*/ 0 w 708"/>
                <a:gd name="T11" fmla="*/ 90 h 262"/>
                <a:gd name="T12" fmla="*/ 0 w 708"/>
                <a:gd name="T13" fmla="*/ 88 h 262"/>
                <a:gd name="T14" fmla="*/ 19 w 708"/>
                <a:gd name="T15" fmla="*/ 8 h 262"/>
                <a:gd name="T16" fmla="*/ 24 w 708"/>
                <a:gd name="T17" fmla="*/ 2 h 262"/>
                <a:gd name="T18" fmla="*/ 31 w 708"/>
                <a:gd name="T19" fmla="*/ 1 h 262"/>
                <a:gd name="T20" fmla="*/ 700 w 708"/>
                <a:gd name="T21" fmla="*/ 162 h 262"/>
                <a:gd name="T22" fmla="*/ 706 w 708"/>
                <a:gd name="T23" fmla="*/ 166 h 262"/>
                <a:gd name="T24" fmla="*/ 707 w 708"/>
                <a:gd name="T25" fmla="*/ 173 h 262"/>
                <a:gd name="T26" fmla="*/ 688 w 708"/>
                <a:gd name="T27" fmla="*/ 253 h 262"/>
                <a:gd name="T28" fmla="*/ 676 w 708"/>
                <a:gd name="T29" fmla="*/ 261 h 262"/>
                <a:gd name="T30" fmla="*/ 7 w 708"/>
                <a:gd name="T31" fmla="*/ 100 h 262"/>
                <a:gd name="T32" fmla="*/ 0 w 708"/>
                <a:gd name="T33" fmla="*/ 9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8" h="262">
                  <a:moveTo>
                    <a:pt x="36" y="22"/>
                  </a:moveTo>
                  <a:lnTo>
                    <a:pt x="21" y="83"/>
                  </a:lnTo>
                  <a:lnTo>
                    <a:pt x="671" y="239"/>
                  </a:lnTo>
                  <a:lnTo>
                    <a:pt x="686" y="178"/>
                  </a:lnTo>
                  <a:lnTo>
                    <a:pt x="36" y="22"/>
                  </a:lnTo>
                  <a:close/>
                  <a:moveTo>
                    <a:pt x="0" y="90"/>
                  </a:moveTo>
                  <a:cubicBezTo>
                    <a:pt x="0" y="90"/>
                    <a:pt x="0" y="89"/>
                    <a:pt x="0" y="88"/>
                  </a:cubicBezTo>
                  <a:lnTo>
                    <a:pt x="19" y="8"/>
                  </a:lnTo>
                  <a:cubicBezTo>
                    <a:pt x="20" y="6"/>
                    <a:pt x="21" y="3"/>
                    <a:pt x="24" y="2"/>
                  </a:cubicBezTo>
                  <a:cubicBezTo>
                    <a:pt x="26" y="1"/>
                    <a:pt x="28" y="0"/>
                    <a:pt x="31" y="1"/>
                  </a:cubicBezTo>
                  <a:lnTo>
                    <a:pt x="700" y="162"/>
                  </a:lnTo>
                  <a:cubicBezTo>
                    <a:pt x="703" y="162"/>
                    <a:pt x="705" y="164"/>
                    <a:pt x="706" y="166"/>
                  </a:cubicBezTo>
                  <a:cubicBezTo>
                    <a:pt x="708" y="168"/>
                    <a:pt x="708" y="171"/>
                    <a:pt x="707" y="173"/>
                  </a:cubicBezTo>
                  <a:lnTo>
                    <a:pt x="688" y="253"/>
                  </a:lnTo>
                  <a:cubicBezTo>
                    <a:pt x="687" y="259"/>
                    <a:pt x="682" y="262"/>
                    <a:pt x="676" y="261"/>
                  </a:cubicBezTo>
                  <a:lnTo>
                    <a:pt x="7" y="100"/>
                  </a:lnTo>
                  <a:cubicBezTo>
                    <a:pt x="3" y="99"/>
                    <a:pt x="0" y="95"/>
                    <a:pt x="0" y="9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7" name="Freeform 287"/>
            <p:cNvSpPr>
              <a:spLocks noEditPoints="1"/>
            </p:cNvSpPr>
            <p:nvPr/>
          </p:nvSpPr>
          <p:spPr bwMode="auto">
            <a:xfrm>
              <a:off x="15929299" y="4268430"/>
              <a:ext cx="101600" cy="103188"/>
            </a:xfrm>
            <a:custGeom>
              <a:avLst/>
              <a:gdLst>
                <a:gd name="T0" fmla="*/ 126 w 243"/>
                <a:gd name="T1" fmla="*/ 25 h 244"/>
                <a:gd name="T2" fmla="*/ 24 w 243"/>
                <a:gd name="T3" fmla="*/ 127 h 244"/>
                <a:gd name="T4" fmla="*/ 117 w 243"/>
                <a:gd name="T5" fmla="*/ 219 h 244"/>
                <a:gd name="T6" fmla="*/ 219 w 243"/>
                <a:gd name="T7" fmla="*/ 118 h 244"/>
                <a:gd name="T8" fmla="*/ 126 w 243"/>
                <a:gd name="T9" fmla="*/ 25 h 244"/>
                <a:gd name="T10" fmla="*/ 0 w 243"/>
                <a:gd name="T11" fmla="*/ 127 h 244"/>
                <a:gd name="T12" fmla="*/ 3 w 243"/>
                <a:gd name="T13" fmla="*/ 120 h 244"/>
                <a:gd name="T14" fmla="*/ 119 w 243"/>
                <a:gd name="T15" fmla="*/ 4 h 244"/>
                <a:gd name="T16" fmla="*/ 133 w 243"/>
                <a:gd name="T17" fmla="*/ 4 h 244"/>
                <a:gd name="T18" fmla="*/ 240 w 243"/>
                <a:gd name="T19" fmla="*/ 111 h 244"/>
                <a:gd name="T20" fmla="*/ 243 w 243"/>
                <a:gd name="T21" fmla="*/ 118 h 244"/>
                <a:gd name="T22" fmla="*/ 240 w 243"/>
                <a:gd name="T23" fmla="*/ 124 h 244"/>
                <a:gd name="T24" fmla="*/ 124 w 243"/>
                <a:gd name="T25" fmla="*/ 240 h 244"/>
                <a:gd name="T26" fmla="*/ 110 w 243"/>
                <a:gd name="T27" fmla="*/ 240 h 244"/>
                <a:gd name="T28" fmla="*/ 3 w 243"/>
                <a:gd name="T29" fmla="*/ 134 h 244"/>
                <a:gd name="T30" fmla="*/ 0 w 243"/>
                <a:gd name="T31" fmla="*/ 12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3" h="244">
                  <a:moveTo>
                    <a:pt x="126" y="25"/>
                  </a:moveTo>
                  <a:lnTo>
                    <a:pt x="24" y="127"/>
                  </a:lnTo>
                  <a:lnTo>
                    <a:pt x="117" y="219"/>
                  </a:lnTo>
                  <a:lnTo>
                    <a:pt x="219" y="118"/>
                  </a:lnTo>
                  <a:lnTo>
                    <a:pt x="126" y="25"/>
                  </a:lnTo>
                  <a:close/>
                  <a:moveTo>
                    <a:pt x="0" y="127"/>
                  </a:moveTo>
                  <a:cubicBezTo>
                    <a:pt x="0" y="124"/>
                    <a:pt x="1" y="121"/>
                    <a:pt x="3" y="120"/>
                  </a:cubicBezTo>
                  <a:lnTo>
                    <a:pt x="119" y="4"/>
                  </a:lnTo>
                  <a:cubicBezTo>
                    <a:pt x="123" y="0"/>
                    <a:pt x="129" y="0"/>
                    <a:pt x="133" y="4"/>
                  </a:cubicBezTo>
                  <a:lnTo>
                    <a:pt x="240" y="111"/>
                  </a:lnTo>
                  <a:cubicBezTo>
                    <a:pt x="242" y="112"/>
                    <a:pt x="243" y="115"/>
                    <a:pt x="243" y="118"/>
                  </a:cubicBezTo>
                  <a:cubicBezTo>
                    <a:pt x="243" y="120"/>
                    <a:pt x="242" y="123"/>
                    <a:pt x="240" y="124"/>
                  </a:cubicBezTo>
                  <a:lnTo>
                    <a:pt x="124" y="240"/>
                  </a:lnTo>
                  <a:cubicBezTo>
                    <a:pt x="120" y="244"/>
                    <a:pt x="114" y="244"/>
                    <a:pt x="110" y="240"/>
                  </a:cubicBezTo>
                  <a:lnTo>
                    <a:pt x="3" y="134"/>
                  </a:lnTo>
                  <a:cubicBezTo>
                    <a:pt x="1" y="132"/>
                    <a:pt x="0" y="129"/>
                    <a:pt x="0" y="12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8" name="Freeform 288"/>
            <p:cNvSpPr>
              <a:spLocks noEditPoints="1"/>
            </p:cNvSpPr>
            <p:nvPr/>
          </p:nvSpPr>
          <p:spPr bwMode="auto">
            <a:xfrm>
              <a:off x="15816586" y="2771417"/>
              <a:ext cx="133350" cy="160338"/>
            </a:xfrm>
            <a:custGeom>
              <a:avLst/>
              <a:gdLst>
                <a:gd name="T0" fmla="*/ 104 w 314"/>
                <a:gd name="T1" fmla="*/ 24 h 382"/>
                <a:gd name="T2" fmla="*/ 23 w 314"/>
                <a:gd name="T3" fmla="*/ 79 h 382"/>
                <a:gd name="T4" fmla="*/ 65 w 314"/>
                <a:gd name="T5" fmla="*/ 141 h 382"/>
                <a:gd name="T6" fmla="*/ 63 w 314"/>
                <a:gd name="T7" fmla="*/ 154 h 382"/>
                <a:gd name="T8" fmla="*/ 48 w 314"/>
                <a:gd name="T9" fmla="*/ 165 h 382"/>
                <a:gd name="T10" fmla="*/ 61 w 314"/>
                <a:gd name="T11" fmla="*/ 182 h 382"/>
                <a:gd name="T12" fmla="*/ 113 w 314"/>
                <a:gd name="T13" fmla="*/ 144 h 382"/>
                <a:gd name="T14" fmla="*/ 121 w 314"/>
                <a:gd name="T15" fmla="*/ 142 h 382"/>
                <a:gd name="T16" fmla="*/ 127 w 314"/>
                <a:gd name="T17" fmla="*/ 146 h 382"/>
                <a:gd name="T18" fmla="*/ 185 w 314"/>
                <a:gd name="T19" fmla="*/ 230 h 382"/>
                <a:gd name="T20" fmla="*/ 182 w 314"/>
                <a:gd name="T21" fmla="*/ 243 h 382"/>
                <a:gd name="T22" fmla="*/ 128 w 314"/>
                <a:gd name="T23" fmla="*/ 284 h 382"/>
                <a:gd name="T24" fmla="*/ 141 w 314"/>
                <a:gd name="T25" fmla="*/ 301 h 382"/>
                <a:gd name="T26" fmla="*/ 153 w 314"/>
                <a:gd name="T27" fmla="*/ 292 h 382"/>
                <a:gd name="T28" fmla="*/ 160 w 314"/>
                <a:gd name="T29" fmla="*/ 290 h 382"/>
                <a:gd name="T30" fmla="*/ 167 w 314"/>
                <a:gd name="T31" fmla="*/ 294 h 382"/>
                <a:gd name="T32" fmla="*/ 210 w 314"/>
                <a:gd name="T33" fmla="*/ 357 h 382"/>
                <a:gd name="T34" fmla="*/ 290 w 314"/>
                <a:gd name="T35" fmla="*/ 301 h 382"/>
                <a:gd name="T36" fmla="*/ 246 w 314"/>
                <a:gd name="T37" fmla="*/ 237 h 382"/>
                <a:gd name="T38" fmla="*/ 249 w 314"/>
                <a:gd name="T39" fmla="*/ 223 h 382"/>
                <a:gd name="T40" fmla="*/ 283 w 314"/>
                <a:gd name="T41" fmla="*/ 200 h 382"/>
                <a:gd name="T42" fmla="*/ 192 w 314"/>
                <a:gd name="T43" fmla="*/ 68 h 382"/>
                <a:gd name="T44" fmla="*/ 162 w 314"/>
                <a:gd name="T45" fmla="*/ 91 h 382"/>
                <a:gd name="T46" fmla="*/ 155 w 314"/>
                <a:gd name="T47" fmla="*/ 92 h 382"/>
                <a:gd name="T48" fmla="*/ 148 w 314"/>
                <a:gd name="T49" fmla="*/ 88 h 382"/>
                <a:gd name="T50" fmla="*/ 104 w 314"/>
                <a:gd name="T51" fmla="*/ 24 h 382"/>
                <a:gd name="T52" fmla="*/ 0 w 314"/>
                <a:gd name="T53" fmla="*/ 77 h 382"/>
                <a:gd name="T54" fmla="*/ 4 w 314"/>
                <a:gd name="T55" fmla="*/ 69 h 382"/>
                <a:gd name="T56" fmla="*/ 101 w 314"/>
                <a:gd name="T57" fmla="*/ 2 h 382"/>
                <a:gd name="T58" fmla="*/ 108 w 314"/>
                <a:gd name="T59" fmla="*/ 0 h 382"/>
                <a:gd name="T60" fmla="*/ 114 w 314"/>
                <a:gd name="T61" fmla="*/ 4 h 382"/>
                <a:gd name="T62" fmla="*/ 159 w 314"/>
                <a:gd name="T63" fmla="*/ 69 h 382"/>
                <a:gd name="T64" fmla="*/ 189 w 314"/>
                <a:gd name="T65" fmla="*/ 47 h 382"/>
                <a:gd name="T66" fmla="*/ 196 w 314"/>
                <a:gd name="T67" fmla="*/ 45 h 382"/>
                <a:gd name="T68" fmla="*/ 203 w 314"/>
                <a:gd name="T69" fmla="*/ 49 h 382"/>
                <a:gd name="T70" fmla="*/ 305 w 314"/>
                <a:gd name="T71" fmla="*/ 197 h 382"/>
                <a:gd name="T72" fmla="*/ 302 w 314"/>
                <a:gd name="T73" fmla="*/ 210 h 382"/>
                <a:gd name="T74" fmla="*/ 268 w 314"/>
                <a:gd name="T75" fmla="*/ 234 h 382"/>
                <a:gd name="T76" fmla="*/ 312 w 314"/>
                <a:gd name="T77" fmla="*/ 298 h 382"/>
                <a:gd name="T78" fmla="*/ 314 w 314"/>
                <a:gd name="T79" fmla="*/ 305 h 382"/>
                <a:gd name="T80" fmla="*/ 310 w 314"/>
                <a:gd name="T81" fmla="*/ 312 h 382"/>
                <a:gd name="T82" fmla="*/ 213 w 314"/>
                <a:gd name="T83" fmla="*/ 379 h 382"/>
                <a:gd name="T84" fmla="*/ 199 w 314"/>
                <a:gd name="T85" fmla="*/ 376 h 382"/>
                <a:gd name="T86" fmla="*/ 156 w 314"/>
                <a:gd name="T87" fmla="*/ 314 h 382"/>
                <a:gd name="T88" fmla="*/ 144 w 314"/>
                <a:gd name="T89" fmla="*/ 323 h 382"/>
                <a:gd name="T90" fmla="*/ 131 w 314"/>
                <a:gd name="T91" fmla="*/ 320 h 382"/>
                <a:gd name="T92" fmla="*/ 106 w 314"/>
                <a:gd name="T93" fmla="*/ 287 h 382"/>
                <a:gd name="T94" fmla="*/ 108 w 314"/>
                <a:gd name="T95" fmla="*/ 274 h 382"/>
                <a:gd name="T96" fmla="*/ 163 w 314"/>
                <a:gd name="T97" fmla="*/ 233 h 382"/>
                <a:gd name="T98" fmla="*/ 117 w 314"/>
                <a:gd name="T99" fmla="*/ 166 h 382"/>
                <a:gd name="T100" fmla="*/ 65 w 314"/>
                <a:gd name="T101" fmla="*/ 204 h 382"/>
                <a:gd name="T102" fmla="*/ 51 w 314"/>
                <a:gd name="T103" fmla="*/ 202 h 382"/>
                <a:gd name="T104" fmla="*/ 27 w 314"/>
                <a:gd name="T105" fmla="*/ 169 h 382"/>
                <a:gd name="T106" fmla="*/ 29 w 314"/>
                <a:gd name="T107" fmla="*/ 155 h 382"/>
                <a:gd name="T108" fmla="*/ 44 w 314"/>
                <a:gd name="T109" fmla="*/ 144 h 382"/>
                <a:gd name="T110" fmla="*/ 1 w 314"/>
                <a:gd name="T111" fmla="*/ 83 h 382"/>
                <a:gd name="T112" fmla="*/ 0 w 314"/>
                <a:gd name="T113" fmla="*/ 77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4" h="382">
                  <a:moveTo>
                    <a:pt x="104" y="24"/>
                  </a:moveTo>
                  <a:lnTo>
                    <a:pt x="23" y="79"/>
                  </a:lnTo>
                  <a:lnTo>
                    <a:pt x="65" y="141"/>
                  </a:lnTo>
                  <a:cubicBezTo>
                    <a:pt x="68" y="145"/>
                    <a:pt x="67" y="151"/>
                    <a:pt x="63" y="154"/>
                  </a:cubicBezTo>
                  <a:lnTo>
                    <a:pt x="48" y="165"/>
                  </a:lnTo>
                  <a:lnTo>
                    <a:pt x="61" y="182"/>
                  </a:lnTo>
                  <a:lnTo>
                    <a:pt x="113" y="144"/>
                  </a:lnTo>
                  <a:cubicBezTo>
                    <a:pt x="115" y="142"/>
                    <a:pt x="118" y="142"/>
                    <a:pt x="121" y="142"/>
                  </a:cubicBezTo>
                  <a:cubicBezTo>
                    <a:pt x="123" y="143"/>
                    <a:pt x="126" y="144"/>
                    <a:pt x="127" y="146"/>
                  </a:cubicBezTo>
                  <a:lnTo>
                    <a:pt x="185" y="230"/>
                  </a:lnTo>
                  <a:cubicBezTo>
                    <a:pt x="188" y="234"/>
                    <a:pt x="187" y="240"/>
                    <a:pt x="182" y="243"/>
                  </a:cubicBezTo>
                  <a:lnTo>
                    <a:pt x="128" y="284"/>
                  </a:lnTo>
                  <a:lnTo>
                    <a:pt x="141" y="301"/>
                  </a:lnTo>
                  <a:lnTo>
                    <a:pt x="153" y="292"/>
                  </a:lnTo>
                  <a:cubicBezTo>
                    <a:pt x="155" y="291"/>
                    <a:pt x="158" y="290"/>
                    <a:pt x="160" y="290"/>
                  </a:cubicBezTo>
                  <a:cubicBezTo>
                    <a:pt x="163" y="291"/>
                    <a:pt x="165" y="292"/>
                    <a:pt x="167" y="294"/>
                  </a:cubicBezTo>
                  <a:lnTo>
                    <a:pt x="210" y="357"/>
                  </a:lnTo>
                  <a:lnTo>
                    <a:pt x="290" y="301"/>
                  </a:lnTo>
                  <a:lnTo>
                    <a:pt x="246" y="237"/>
                  </a:lnTo>
                  <a:cubicBezTo>
                    <a:pt x="243" y="233"/>
                    <a:pt x="244" y="227"/>
                    <a:pt x="249" y="223"/>
                  </a:cubicBezTo>
                  <a:lnTo>
                    <a:pt x="283" y="200"/>
                  </a:lnTo>
                  <a:lnTo>
                    <a:pt x="192" y="68"/>
                  </a:lnTo>
                  <a:lnTo>
                    <a:pt x="162" y="91"/>
                  </a:lnTo>
                  <a:cubicBezTo>
                    <a:pt x="160" y="92"/>
                    <a:pt x="158" y="93"/>
                    <a:pt x="155" y="92"/>
                  </a:cubicBezTo>
                  <a:cubicBezTo>
                    <a:pt x="152" y="92"/>
                    <a:pt x="150" y="91"/>
                    <a:pt x="148" y="88"/>
                  </a:cubicBezTo>
                  <a:lnTo>
                    <a:pt x="104" y="24"/>
                  </a:lnTo>
                  <a:close/>
                  <a:moveTo>
                    <a:pt x="0" y="77"/>
                  </a:moveTo>
                  <a:cubicBezTo>
                    <a:pt x="0" y="74"/>
                    <a:pt x="1" y="71"/>
                    <a:pt x="4" y="69"/>
                  </a:cubicBezTo>
                  <a:lnTo>
                    <a:pt x="101" y="2"/>
                  </a:lnTo>
                  <a:cubicBezTo>
                    <a:pt x="103" y="0"/>
                    <a:pt x="106" y="0"/>
                    <a:pt x="108" y="0"/>
                  </a:cubicBezTo>
                  <a:cubicBezTo>
                    <a:pt x="111" y="1"/>
                    <a:pt x="113" y="2"/>
                    <a:pt x="114" y="4"/>
                  </a:cubicBezTo>
                  <a:lnTo>
                    <a:pt x="159" y="69"/>
                  </a:lnTo>
                  <a:lnTo>
                    <a:pt x="189" y="47"/>
                  </a:lnTo>
                  <a:cubicBezTo>
                    <a:pt x="191" y="45"/>
                    <a:pt x="193" y="44"/>
                    <a:pt x="196" y="45"/>
                  </a:cubicBezTo>
                  <a:cubicBezTo>
                    <a:pt x="199" y="45"/>
                    <a:pt x="201" y="47"/>
                    <a:pt x="203" y="49"/>
                  </a:cubicBezTo>
                  <a:lnTo>
                    <a:pt x="305" y="197"/>
                  </a:lnTo>
                  <a:cubicBezTo>
                    <a:pt x="308" y="201"/>
                    <a:pt x="307" y="207"/>
                    <a:pt x="302" y="210"/>
                  </a:cubicBezTo>
                  <a:lnTo>
                    <a:pt x="268" y="234"/>
                  </a:lnTo>
                  <a:lnTo>
                    <a:pt x="312" y="298"/>
                  </a:lnTo>
                  <a:cubicBezTo>
                    <a:pt x="314" y="300"/>
                    <a:pt x="314" y="303"/>
                    <a:pt x="314" y="305"/>
                  </a:cubicBezTo>
                  <a:cubicBezTo>
                    <a:pt x="313" y="308"/>
                    <a:pt x="312" y="310"/>
                    <a:pt x="310" y="312"/>
                  </a:cubicBezTo>
                  <a:lnTo>
                    <a:pt x="213" y="379"/>
                  </a:lnTo>
                  <a:cubicBezTo>
                    <a:pt x="208" y="382"/>
                    <a:pt x="202" y="381"/>
                    <a:pt x="199" y="376"/>
                  </a:cubicBezTo>
                  <a:lnTo>
                    <a:pt x="156" y="314"/>
                  </a:lnTo>
                  <a:lnTo>
                    <a:pt x="144" y="323"/>
                  </a:lnTo>
                  <a:cubicBezTo>
                    <a:pt x="140" y="326"/>
                    <a:pt x="134" y="325"/>
                    <a:pt x="131" y="320"/>
                  </a:cubicBezTo>
                  <a:lnTo>
                    <a:pt x="106" y="287"/>
                  </a:lnTo>
                  <a:cubicBezTo>
                    <a:pt x="103" y="283"/>
                    <a:pt x="104" y="277"/>
                    <a:pt x="108" y="274"/>
                  </a:cubicBezTo>
                  <a:lnTo>
                    <a:pt x="163" y="233"/>
                  </a:lnTo>
                  <a:lnTo>
                    <a:pt x="117" y="166"/>
                  </a:lnTo>
                  <a:lnTo>
                    <a:pt x="65" y="204"/>
                  </a:lnTo>
                  <a:cubicBezTo>
                    <a:pt x="61" y="207"/>
                    <a:pt x="55" y="206"/>
                    <a:pt x="51" y="202"/>
                  </a:cubicBezTo>
                  <a:lnTo>
                    <a:pt x="27" y="169"/>
                  </a:lnTo>
                  <a:cubicBezTo>
                    <a:pt x="23" y="165"/>
                    <a:pt x="24" y="159"/>
                    <a:pt x="29" y="155"/>
                  </a:cubicBezTo>
                  <a:lnTo>
                    <a:pt x="44" y="144"/>
                  </a:lnTo>
                  <a:lnTo>
                    <a:pt x="1" y="83"/>
                  </a:lnTo>
                  <a:cubicBezTo>
                    <a:pt x="0" y="81"/>
                    <a:pt x="0" y="79"/>
                    <a:pt x="0" y="7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9" name="Freeform 289"/>
            <p:cNvSpPr>
              <a:spLocks noEditPoints="1"/>
            </p:cNvSpPr>
            <p:nvPr/>
          </p:nvSpPr>
          <p:spPr bwMode="auto">
            <a:xfrm>
              <a:off x="14670411" y="3954105"/>
              <a:ext cx="141288" cy="228600"/>
            </a:xfrm>
            <a:custGeom>
              <a:avLst/>
              <a:gdLst>
                <a:gd name="T0" fmla="*/ 63 w 334"/>
                <a:gd name="T1" fmla="*/ 100 h 543"/>
                <a:gd name="T2" fmla="*/ 63 w 334"/>
                <a:gd name="T3" fmla="*/ 101 h 543"/>
                <a:gd name="T4" fmla="*/ 21 w 334"/>
                <a:gd name="T5" fmla="*/ 494 h 543"/>
                <a:gd name="T6" fmla="*/ 246 w 334"/>
                <a:gd name="T7" fmla="*/ 522 h 543"/>
                <a:gd name="T8" fmla="*/ 297 w 334"/>
                <a:gd name="T9" fmla="*/ 109 h 543"/>
                <a:gd name="T10" fmla="*/ 306 w 334"/>
                <a:gd name="T11" fmla="*/ 101 h 543"/>
                <a:gd name="T12" fmla="*/ 313 w 334"/>
                <a:gd name="T13" fmla="*/ 100 h 543"/>
                <a:gd name="T14" fmla="*/ 314 w 334"/>
                <a:gd name="T15" fmla="*/ 87 h 543"/>
                <a:gd name="T16" fmla="*/ 254 w 334"/>
                <a:gd name="T17" fmla="*/ 76 h 543"/>
                <a:gd name="T18" fmla="*/ 249 w 334"/>
                <a:gd name="T19" fmla="*/ 89 h 543"/>
                <a:gd name="T20" fmla="*/ 239 w 334"/>
                <a:gd name="T21" fmla="*/ 95 h 543"/>
                <a:gd name="T22" fmla="*/ 183 w 334"/>
                <a:gd name="T23" fmla="*/ 91 h 543"/>
                <a:gd name="T24" fmla="*/ 176 w 334"/>
                <a:gd name="T25" fmla="*/ 87 h 543"/>
                <a:gd name="T26" fmla="*/ 174 w 334"/>
                <a:gd name="T27" fmla="*/ 80 h 543"/>
                <a:gd name="T28" fmla="*/ 180 w 334"/>
                <a:gd name="T29" fmla="*/ 29 h 543"/>
                <a:gd name="T30" fmla="*/ 111 w 334"/>
                <a:gd name="T31" fmla="*/ 21 h 543"/>
                <a:gd name="T32" fmla="*/ 104 w 334"/>
                <a:gd name="T33" fmla="*/ 45 h 543"/>
                <a:gd name="T34" fmla="*/ 94 w 334"/>
                <a:gd name="T35" fmla="*/ 53 h 543"/>
                <a:gd name="T36" fmla="*/ 52 w 334"/>
                <a:gd name="T37" fmla="*/ 48 h 543"/>
                <a:gd name="T38" fmla="*/ 48 w 334"/>
                <a:gd name="T39" fmla="*/ 84 h 543"/>
                <a:gd name="T40" fmla="*/ 59 w 334"/>
                <a:gd name="T41" fmla="*/ 92 h 543"/>
                <a:gd name="T42" fmla="*/ 63 w 334"/>
                <a:gd name="T43" fmla="*/ 100 h 543"/>
                <a:gd name="T44" fmla="*/ 0 w 334"/>
                <a:gd name="T45" fmla="*/ 502 h 543"/>
                <a:gd name="T46" fmla="*/ 0 w 334"/>
                <a:gd name="T47" fmla="*/ 501 h 543"/>
                <a:gd name="T48" fmla="*/ 43 w 334"/>
                <a:gd name="T49" fmla="*/ 105 h 543"/>
                <a:gd name="T50" fmla="*/ 32 w 334"/>
                <a:gd name="T51" fmla="*/ 97 h 543"/>
                <a:gd name="T52" fmla="*/ 27 w 334"/>
                <a:gd name="T53" fmla="*/ 88 h 543"/>
                <a:gd name="T54" fmla="*/ 33 w 334"/>
                <a:gd name="T55" fmla="*/ 36 h 543"/>
                <a:gd name="T56" fmla="*/ 44 w 334"/>
                <a:gd name="T57" fmla="*/ 27 h 543"/>
                <a:gd name="T58" fmla="*/ 88 w 334"/>
                <a:gd name="T59" fmla="*/ 32 h 543"/>
                <a:gd name="T60" fmla="*/ 94 w 334"/>
                <a:gd name="T61" fmla="*/ 8 h 543"/>
                <a:gd name="T62" fmla="*/ 105 w 334"/>
                <a:gd name="T63" fmla="*/ 1 h 543"/>
                <a:gd name="T64" fmla="*/ 192 w 334"/>
                <a:gd name="T65" fmla="*/ 10 h 543"/>
                <a:gd name="T66" fmla="*/ 198 w 334"/>
                <a:gd name="T67" fmla="*/ 14 h 543"/>
                <a:gd name="T68" fmla="*/ 200 w 334"/>
                <a:gd name="T69" fmla="*/ 21 h 543"/>
                <a:gd name="T70" fmla="*/ 195 w 334"/>
                <a:gd name="T71" fmla="*/ 72 h 543"/>
                <a:gd name="T72" fmla="*/ 233 w 334"/>
                <a:gd name="T73" fmla="*/ 75 h 543"/>
                <a:gd name="T74" fmla="*/ 240 w 334"/>
                <a:gd name="T75" fmla="*/ 61 h 543"/>
                <a:gd name="T76" fmla="*/ 250 w 334"/>
                <a:gd name="T77" fmla="*/ 56 h 543"/>
                <a:gd name="T78" fmla="*/ 326 w 334"/>
                <a:gd name="T79" fmla="*/ 69 h 543"/>
                <a:gd name="T80" fmla="*/ 334 w 334"/>
                <a:gd name="T81" fmla="*/ 80 h 543"/>
                <a:gd name="T82" fmla="*/ 333 w 334"/>
                <a:gd name="T83" fmla="*/ 109 h 543"/>
                <a:gd name="T84" fmla="*/ 324 w 334"/>
                <a:gd name="T85" fmla="*/ 119 h 543"/>
                <a:gd name="T86" fmla="*/ 316 w 334"/>
                <a:gd name="T87" fmla="*/ 119 h 543"/>
                <a:gd name="T88" fmla="*/ 264 w 334"/>
                <a:gd name="T89" fmla="*/ 534 h 543"/>
                <a:gd name="T90" fmla="*/ 260 w 334"/>
                <a:gd name="T91" fmla="*/ 541 h 543"/>
                <a:gd name="T92" fmla="*/ 253 w 334"/>
                <a:gd name="T93" fmla="*/ 543 h 543"/>
                <a:gd name="T94" fmla="*/ 9 w 334"/>
                <a:gd name="T95" fmla="*/ 512 h 543"/>
                <a:gd name="T96" fmla="*/ 0 w 334"/>
                <a:gd name="T97" fmla="*/ 50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4" h="543">
                  <a:moveTo>
                    <a:pt x="63" y="100"/>
                  </a:moveTo>
                  <a:cubicBezTo>
                    <a:pt x="63" y="100"/>
                    <a:pt x="63" y="101"/>
                    <a:pt x="63" y="101"/>
                  </a:cubicBezTo>
                  <a:lnTo>
                    <a:pt x="21" y="494"/>
                  </a:lnTo>
                  <a:lnTo>
                    <a:pt x="246" y="522"/>
                  </a:lnTo>
                  <a:lnTo>
                    <a:pt x="297" y="109"/>
                  </a:lnTo>
                  <a:cubicBezTo>
                    <a:pt x="298" y="105"/>
                    <a:pt x="301" y="101"/>
                    <a:pt x="306" y="101"/>
                  </a:cubicBezTo>
                  <a:lnTo>
                    <a:pt x="313" y="100"/>
                  </a:lnTo>
                  <a:lnTo>
                    <a:pt x="314" y="87"/>
                  </a:lnTo>
                  <a:lnTo>
                    <a:pt x="254" y="76"/>
                  </a:lnTo>
                  <a:lnTo>
                    <a:pt x="249" y="89"/>
                  </a:lnTo>
                  <a:cubicBezTo>
                    <a:pt x="247" y="93"/>
                    <a:pt x="243" y="95"/>
                    <a:pt x="239" y="95"/>
                  </a:cubicBezTo>
                  <a:lnTo>
                    <a:pt x="183" y="91"/>
                  </a:lnTo>
                  <a:cubicBezTo>
                    <a:pt x="180" y="91"/>
                    <a:pt x="178" y="89"/>
                    <a:pt x="176" y="87"/>
                  </a:cubicBezTo>
                  <a:cubicBezTo>
                    <a:pt x="174" y="85"/>
                    <a:pt x="174" y="83"/>
                    <a:pt x="174" y="80"/>
                  </a:cubicBezTo>
                  <a:lnTo>
                    <a:pt x="180" y="29"/>
                  </a:lnTo>
                  <a:lnTo>
                    <a:pt x="111" y="21"/>
                  </a:lnTo>
                  <a:lnTo>
                    <a:pt x="104" y="45"/>
                  </a:lnTo>
                  <a:cubicBezTo>
                    <a:pt x="103" y="50"/>
                    <a:pt x="99" y="53"/>
                    <a:pt x="94" y="53"/>
                  </a:cubicBezTo>
                  <a:lnTo>
                    <a:pt x="52" y="48"/>
                  </a:lnTo>
                  <a:lnTo>
                    <a:pt x="48" y="84"/>
                  </a:lnTo>
                  <a:lnTo>
                    <a:pt x="59" y="92"/>
                  </a:lnTo>
                  <a:cubicBezTo>
                    <a:pt x="62" y="93"/>
                    <a:pt x="63" y="97"/>
                    <a:pt x="63" y="100"/>
                  </a:cubicBezTo>
                  <a:close/>
                  <a:moveTo>
                    <a:pt x="0" y="502"/>
                  </a:moveTo>
                  <a:cubicBezTo>
                    <a:pt x="0" y="502"/>
                    <a:pt x="0" y="502"/>
                    <a:pt x="0" y="501"/>
                  </a:cubicBezTo>
                  <a:lnTo>
                    <a:pt x="43" y="105"/>
                  </a:lnTo>
                  <a:lnTo>
                    <a:pt x="32" y="97"/>
                  </a:lnTo>
                  <a:cubicBezTo>
                    <a:pt x="29" y="95"/>
                    <a:pt x="27" y="92"/>
                    <a:pt x="27" y="88"/>
                  </a:cubicBezTo>
                  <a:lnTo>
                    <a:pt x="33" y="36"/>
                  </a:lnTo>
                  <a:cubicBezTo>
                    <a:pt x="34" y="31"/>
                    <a:pt x="39" y="27"/>
                    <a:pt x="44" y="27"/>
                  </a:cubicBezTo>
                  <a:lnTo>
                    <a:pt x="88" y="32"/>
                  </a:lnTo>
                  <a:lnTo>
                    <a:pt x="94" y="8"/>
                  </a:lnTo>
                  <a:cubicBezTo>
                    <a:pt x="96" y="3"/>
                    <a:pt x="100" y="0"/>
                    <a:pt x="105" y="1"/>
                  </a:cubicBezTo>
                  <a:lnTo>
                    <a:pt x="192" y="10"/>
                  </a:lnTo>
                  <a:cubicBezTo>
                    <a:pt x="194" y="11"/>
                    <a:pt x="197" y="12"/>
                    <a:pt x="198" y="14"/>
                  </a:cubicBezTo>
                  <a:cubicBezTo>
                    <a:pt x="200" y="16"/>
                    <a:pt x="201" y="19"/>
                    <a:pt x="200" y="21"/>
                  </a:cubicBezTo>
                  <a:lnTo>
                    <a:pt x="195" y="72"/>
                  </a:lnTo>
                  <a:lnTo>
                    <a:pt x="233" y="75"/>
                  </a:lnTo>
                  <a:lnTo>
                    <a:pt x="240" y="61"/>
                  </a:lnTo>
                  <a:cubicBezTo>
                    <a:pt x="241" y="57"/>
                    <a:pt x="246" y="55"/>
                    <a:pt x="250" y="56"/>
                  </a:cubicBezTo>
                  <a:lnTo>
                    <a:pt x="326" y="69"/>
                  </a:lnTo>
                  <a:cubicBezTo>
                    <a:pt x="331" y="70"/>
                    <a:pt x="334" y="75"/>
                    <a:pt x="334" y="80"/>
                  </a:cubicBezTo>
                  <a:lnTo>
                    <a:pt x="333" y="109"/>
                  </a:lnTo>
                  <a:cubicBezTo>
                    <a:pt x="332" y="114"/>
                    <a:pt x="329" y="118"/>
                    <a:pt x="324" y="119"/>
                  </a:cubicBezTo>
                  <a:lnTo>
                    <a:pt x="316" y="119"/>
                  </a:lnTo>
                  <a:lnTo>
                    <a:pt x="264" y="534"/>
                  </a:lnTo>
                  <a:cubicBezTo>
                    <a:pt x="264" y="537"/>
                    <a:pt x="262" y="539"/>
                    <a:pt x="260" y="541"/>
                  </a:cubicBezTo>
                  <a:cubicBezTo>
                    <a:pt x="258" y="542"/>
                    <a:pt x="256" y="543"/>
                    <a:pt x="253" y="543"/>
                  </a:cubicBezTo>
                  <a:lnTo>
                    <a:pt x="9" y="512"/>
                  </a:lnTo>
                  <a:cubicBezTo>
                    <a:pt x="4" y="512"/>
                    <a:pt x="0" y="507"/>
                    <a:pt x="0" y="50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0" name="Freeform 290"/>
            <p:cNvSpPr>
              <a:spLocks noEditPoints="1"/>
            </p:cNvSpPr>
            <p:nvPr/>
          </p:nvSpPr>
          <p:spPr bwMode="auto">
            <a:xfrm>
              <a:off x="13829036" y="4552592"/>
              <a:ext cx="177800" cy="184150"/>
            </a:xfrm>
            <a:custGeom>
              <a:avLst/>
              <a:gdLst>
                <a:gd name="T0" fmla="*/ 209 w 421"/>
                <a:gd name="T1" fmla="*/ 23 h 437"/>
                <a:gd name="T2" fmla="*/ 23 w 421"/>
                <a:gd name="T3" fmla="*/ 271 h 437"/>
                <a:gd name="T4" fmla="*/ 211 w 421"/>
                <a:gd name="T5" fmla="*/ 412 h 437"/>
                <a:gd name="T6" fmla="*/ 397 w 421"/>
                <a:gd name="T7" fmla="*/ 164 h 437"/>
                <a:gd name="T8" fmla="*/ 209 w 421"/>
                <a:gd name="T9" fmla="*/ 23 h 437"/>
                <a:gd name="T10" fmla="*/ 0 w 421"/>
                <a:gd name="T11" fmla="*/ 273 h 437"/>
                <a:gd name="T12" fmla="*/ 2 w 421"/>
                <a:gd name="T13" fmla="*/ 268 h 437"/>
                <a:gd name="T14" fmla="*/ 199 w 421"/>
                <a:gd name="T15" fmla="*/ 4 h 437"/>
                <a:gd name="T16" fmla="*/ 206 w 421"/>
                <a:gd name="T17" fmla="*/ 0 h 437"/>
                <a:gd name="T18" fmla="*/ 213 w 421"/>
                <a:gd name="T19" fmla="*/ 2 h 437"/>
                <a:gd name="T20" fmla="*/ 417 w 421"/>
                <a:gd name="T21" fmla="*/ 154 h 437"/>
                <a:gd name="T22" fmla="*/ 421 w 421"/>
                <a:gd name="T23" fmla="*/ 161 h 437"/>
                <a:gd name="T24" fmla="*/ 419 w 421"/>
                <a:gd name="T25" fmla="*/ 168 h 437"/>
                <a:gd name="T26" fmla="*/ 221 w 421"/>
                <a:gd name="T27" fmla="*/ 432 h 437"/>
                <a:gd name="T28" fmla="*/ 207 w 421"/>
                <a:gd name="T29" fmla="*/ 434 h 437"/>
                <a:gd name="T30" fmla="*/ 4 w 421"/>
                <a:gd name="T31" fmla="*/ 281 h 437"/>
                <a:gd name="T32" fmla="*/ 0 w 421"/>
                <a:gd name="T33" fmla="*/ 27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1" h="437">
                  <a:moveTo>
                    <a:pt x="209" y="23"/>
                  </a:moveTo>
                  <a:lnTo>
                    <a:pt x="23" y="271"/>
                  </a:lnTo>
                  <a:lnTo>
                    <a:pt x="211" y="412"/>
                  </a:lnTo>
                  <a:lnTo>
                    <a:pt x="397" y="164"/>
                  </a:lnTo>
                  <a:lnTo>
                    <a:pt x="209" y="23"/>
                  </a:lnTo>
                  <a:close/>
                  <a:moveTo>
                    <a:pt x="0" y="273"/>
                  </a:moveTo>
                  <a:cubicBezTo>
                    <a:pt x="0" y="271"/>
                    <a:pt x="0" y="269"/>
                    <a:pt x="2" y="268"/>
                  </a:cubicBezTo>
                  <a:lnTo>
                    <a:pt x="199" y="4"/>
                  </a:lnTo>
                  <a:cubicBezTo>
                    <a:pt x="201" y="2"/>
                    <a:pt x="203" y="0"/>
                    <a:pt x="206" y="0"/>
                  </a:cubicBezTo>
                  <a:cubicBezTo>
                    <a:pt x="208" y="0"/>
                    <a:pt x="211" y="0"/>
                    <a:pt x="213" y="2"/>
                  </a:cubicBezTo>
                  <a:lnTo>
                    <a:pt x="417" y="154"/>
                  </a:lnTo>
                  <a:cubicBezTo>
                    <a:pt x="419" y="156"/>
                    <a:pt x="420" y="158"/>
                    <a:pt x="421" y="161"/>
                  </a:cubicBezTo>
                  <a:cubicBezTo>
                    <a:pt x="421" y="164"/>
                    <a:pt x="420" y="166"/>
                    <a:pt x="419" y="168"/>
                  </a:cubicBezTo>
                  <a:lnTo>
                    <a:pt x="221" y="432"/>
                  </a:lnTo>
                  <a:cubicBezTo>
                    <a:pt x="218" y="436"/>
                    <a:pt x="212" y="437"/>
                    <a:pt x="207" y="434"/>
                  </a:cubicBezTo>
                  <a:lnTo>
                    <a:pt x="4" y="281"/>
                  </a:lnTo>
                  <a:cubicBezTo>
                    <a:pt x="1" y="279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1" name="Freeform 291"/>
            <p:cNvSpPr>
              <a:spLocks noEditPoints="1"/>
            </p:cNvSpPr>
            <p:nvPr/>
          </p:nvSpPr>
          <p:spPr bwMode="auto">
            <a:xfrm>
              <a:off x="13721086" y="4468455"/>
              <a:ext cx="92075" cy="95250"/>
            </a:xfrm>
            <a:custGeom>
              <a:avLst/>
              <a:gdLst>
                <a:gd name="T0" fmla="*/ 110 w 218"/>
                <a:gd name="T1" fmla="*/ 24 h 227"/>
                <a:gd name="T2" fmla="*/ 24 w 218"/>
                <a:gd name="T3" fmla="*/ 139 h 227"/>
                <a:gd name="T4" fmla="*/ 109 w 218"/>
                <a:gd name="T5" fmla="*/ 202 h 227"/>
                <a:gd name="T6" fmla="*/ 194 w 218"/>
                <a:gd name="T7" fmla="*/ 88 h 227"/>
                <a:gd name="T8" fmla="*/ 110 w 218"/>
                <a:gd name="T9" fmla="*/ 24 h 227"/>
                <a:gd name="T10" fmla="*/ 0 w 218"/>
                <a:gd name="T11" fmla="*/ 141 h 227"/>
                <a:gd name="T12" fmla="*/ 2 w 218"/>
                <a:gd name="T13" fmla="*/ 135 h 227"/>
                <a:gd name="T14" fmla="*/ 100 w 218"/>
                <a:gd name="T15" fmla="*/ 5 h 227"/>
                <a:gd name="T16" fmla="*/ 106 w 218"/>
                <a:gd name="T17" fmla="*/ 1 h 227"/>
                <a:gd name="T18" fmla="*/ 114 w 218"/>
                <a:gd name="T19" fmla="*/ 3 h 227"/>
                <a:gd name="T20" fmla="*/ 214 w 218"/>
                <a:gd name="T21" fmla="*/ 78 h 227"/>
                <a:gd name="T22" fmla="*/ 218 w 218"/>
                <a:gd name="T23" fmla="*/ 85 h 227"/>
                <a:gd name="T24" fmla="*/ 216 w 218"/>
                <a:gd name="T25" fmla="*/ 92 h 227"/>
                <a:gd name="T26" fmla="*/ 118 w 218"/>
                <a:gd name="T27" fmla="*/ 222 h 227"/>
                <a:gd name="T28" fmla="*/ 105 w 218"/>
                <a:gd name="T29" fmla="*/ 224 h 227"/>
                <a:gd name="T30" fmla="*/ 4 w 218"/>
                <a:gd name="T31" fmla="*/ 149 h 227"/>
                <a:gd name="T32" fmla="*/ 0 w 218"/>
                <a:gd name="T33" fmla="*/ 142 h 227"/>
                <a:gd name="T34" fmla="*/ 0 w 218"/>
                <a:gd name="T35" fmla="*/ 14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8" h="227">
                  <a:moveTo>
                    <a:pt x="110" y="24"/>
                  </a:moveTo>
                  <a:lnTo>
                    <a:pt x="24" y="139"/>
                  </a:lnTo>
                  <a:lnTo>
                    <a:pt x="109" y="202"/>
                  </a:lnTo>
                  <a:lnTo>
                    <a:pt x="194" y="88"/>
                  </a:lnTo>
                  <a:lnTo>
                    <a:pt x="110" y="24"/>
                  </a:lnTo>
                  <a:close/>
                  <a:moveTo>
                    <a:pt x="0" y="141"/>
                  </a:moveTo>
                  <a:cubicBezTo>
                    <a:pt x="0" y="139"/>
                    <a:pt x="1" y="137"/>
                    <a:pt x="2" y="135"/>
                  </a:cubicBezTo>
                  <a:lnTo>
                    <a:pt x="100" y="5"/>
                  </a:lnTo>
                  <a:cubicBezTo>
                    <a:pt x="101" y="3"/>
                    <a:pt x="104" y="1"/>
                    <a:pt x="106" y="1"/>
                  </a:cubicBezTo>
                  <a:cubicBezTo>
                    <a:pt x="109" y="0"/>
                    <a:pt x="111" y="1"/>
                    <a:pt x="114" y="3"/>
                  </a:cubicBezTo>
                  <a:lnTo>
                    <a:pt x="214" y="78"/>
                  </a:lnTo>
                  <a:cubicBezTo>
                    <a:pt x="216" y="80"/>
                    <a:pt x="217" y="82"/>
                    <a:pt x="218" y="85"/>
                  </a:cubicBezTo>
                  <a:cubicBezTo>
                    <a:pt x="218" y="87"/>
                    <a:pt x="218" y="90"/>
                    <a:pt x="216" y="92"/>
                  </a:cubicBezTo>
                  <a:lnTo>
                    <a:pt x="118" y="222"/>
                  </a:lnTo>
                  <a:cubicBezTo>
                    <a:pt x="115" y="226"/>
                    <a:pt x="109" y="227"/>
                    <a:pt x="105" y="224"/>
                  </a:cubicBezTo>
                  <a:lnTo>
                    <a:pt x="4" y="149"/>
                  </a:lnTo>
                  <a:cubicBezTo>
                    <a:pt x="2" y="147"/>
                    <a:pt x="1" y="145"/>
                    <a:pt x="0" y="142"/>
                  </a:cubicBezTo>
                  <a:cubicBezTo>
                    <a:pt x="0" y="142"/>
                    <a:pt x="0" y="141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2" name="Freeform 292"/>
            <p:cNvSpPr>
              <a:spLocks noEditPoints="1"/>
            </p:cNvSpPr>
            <p:nvPr/>
          </p:nvSpPr>
          <p:spPr bwMode="auto">
            <a:xfrm>
              <a:off x="13652824" y="4420830"/>
              <a:ext cx="92075" cy="96838"/>
            </a:xfrm>
            <a:custGeom>
              <a:avLst/>
              <a:gdLst>
                <a:gd name="T0" fmla="*/ 110 w 218"/>
                <a:gd name="T1" fmla="*/ 24 h 227"/>
                <a:gd name="T2" fmla="*/ 24 w 218"/>
                <a:gd name="T3" fmla="*/ 139 h 227"/>
                <a:gd name="T4" fmla="*/ 109 w 218"/>
                <a:gd name="T5" fmla="*/ 202 h 227"/>
                <a:gd name="T6" fmla="*/ 194 w 218"/>
                <a:gd name="T7" fmla="*/ 88 h 227"/>
                <a:gd name="T8" fmla="*/ 110 w 218"/>
                <a:gd name="T9" fmla="*/ 24 h 227"/>
                <a:gd name="T10" fmla="*/ 0 w 218"/>
                <a:gd name="T11" fmla="*/ 141 h 227"/>
                <a:gd name="T12" fmla="*/ 2 w 218"/>
                <a:gd name="T13" fmla="*/ 135 h 227"/>
                <a:gd name="T14" fmla="*/ 100 w 218"/>
                <a:gd name="T15" fmla="*/ 5 h 227"/>
                <a:gd name="T16" fmla="*/ 106 w 218"/>
                <a:gd name="T17" fmla="*/ 1 h 227"/>
                <a:gd name="T18" fmla="*/ 114 w 218"/>
                <a:gd name="T19" fmla="*/ 3 h 227"/>
                <a:gd name="T20" fmla="*/ 214 w 218"/>
                <a:gd name="T21" fmla="*/ 78 h 227"/>
                <a:gd name="T22" fmla="*/ 218 w 218"/>
                <a:gd name="T23" fmla="*/ 85 h 227"/>
                <a:gd name="T24" fmla="*/ 216 w 218"/>
                <a:gd name="T25" fmla="*/ 92 h 227"/>
                <a:gd name="T26" fmla="*/ 119 w 218"/>
                <a:gd name="T27" fmla="*/ 222 h 227"/>
                <a:gd name="T28" fmla="*/ 105 w 218"/>
                <a:gd name="T29" fmla="*/ 224 h 227"/>
                <a:gd name="T30" fmla="*/ 4 w 218"/>
                <a:gd name="T31" fmla="*/ 149 h 227"/>
                <a:gd name="T32" fmla="*/ 0 w 218"/>
                <a:gd name="T33" fmla="*/ 14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8" h="227">
                  <a:moveTo>
                    <a:pt x="110" y="24"/>
                  </a:moveTo>
                  <a:lnTo>
                    <a:pt x="24" y="139"/>
                  </a:lnTo>
                  <a:lnTo>
                    <a:pt x="109" y="202"/>
                  </a:lnTo>
                  <a:lnTo>
                    <a:pt x="194" y="88"/>
                  </a:lnTo>
                  <a:lnTo>
                    <a:pt x="110" y="24"/>
                  </a:lnTo>
                  <a:close/>
                  <a:moveTo>
                    <a:pt x="0" y="141"/>
                  </a:moveTo>
                  <a:cubicBezTo>
                    <a:pt x="0" y="139"/>
                    <a:pt x="1" y="137"/>
                    <a:pt x="2" y="135"/>
                  </a:cubicBezTo>
                  <a:lnTo>
                    <a:pt x="100" y="5"/>
                  </a:lnTo>
                  <a:cubicBezTo>
                    <a:pt x="101" y="3"/>
                    <a:pt x="104" y="1"/>
                    <a:pt x="106" y="1"/>
                  </a:cubicBezTo>
                  <a:cubicBezTo>
                    <a:pt x="109" y="0"/>
                    <a:pt x="112" y="1"/>
                    <a:pt x="114" y="3"/>
                  </a:cubicBezTo>
                  <a:lnTo>
                    <a:pt x="214" y="78"/>
                  </a:lnTo>
                  <a:cubicBezTo>
                    <a:pt x="216" y="80"/>
                    <a:pt x="218" y="82"/>
                    <a:pt x="218" y="85"/>
                  </a:cubicBezTo>
                  <a:cubicBezTo>
                    <a:pt x="218" y="87"/>
                    <a:pt x="218" y="90"/>
                    <a:pt x="216" y="92"/>
                  </a:cubicBezTo>
                  <a:lnTo>
                    <a:pt x="119" y="222"/>
                  </a:lnTo>
                  <a:cubicBezTo>
                    <a:pt x="115" y="226"/>
                    <a:pt x="109" y="227"/>
                    <a:pt x="105" y="224"/>
                  </a:cubicBezTo>
                  <a:lnTo>
                    <a:pt x="4" y="149"/>
                  </a:lnTo>
                  <a:cubicBezTo>
                    <a:pt x="2" y="147"/>
                    <a:pt x="0" y="144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3" name="Freeform 293"/>
            <p:cNvSpPr>
              <a:spLocks noEditPoints="1"/>
            </p:cNvSpPr>
            <p:nvPr/>
          </p:nvSpPr>
          <p:spPr bwMode="auto">
            <a:xfrm>
              <a:off x="13594086" y="4376380"/>
              <a:ext cx="92075" cy="95250"/>
            </a:xfrm>
            <a:custGeom>
              <a:avLst/>
              <a:gdLst>
                <a:gd name="T0" fmla="*/ 109 w 218"/>
                <a:gd name="T1" fmla="*/ 24 h 226"/>
                <a:gd name="T2" fmla="*/ 24 w 218"/>
                <a:gd name="T3" fmla="*/ 138 h 226"/>
                <a:gd name="T4" fmla="*/ 108 w 218"/>
                <a:gd name="T5" fmla="*/ 202 h 226"/>
                <a:gd name="T6" fmla="*/ 194 w 218"/>
                <a:gd name="T7" fmla="*/ 87 h 226"/>
                <a:gd name="T8" fmla="*/ 109 w 218"/>
                <a:gd name="T9" fmla="*/ 24 h 226"/>
                <a:gd name="T10" fmla="*/ 0 w 218"/>
                <a:gd name="T11" fmla="*/ 140 h 226"/>
                <a:gd name="T12" fmla="*/ 2 w 218"/>
                <a:gd name="T13" fmla="*/ 134 h 226"/>
                <a:gd name="T14" fmla="*/ 99 w 218"/>
                <a:gd name="T15" fmla="*/ 4 h 226"/>
                <a:gd name="T16" fmla="*/ 106 w 218"/>
                <a:gd name="T17" fmla="*/ 0 h 226"/>
                <a:gd name="T18" fmla="*/ 113 w 218"/>
                <a:gd name="T19" fmla="*/ 2 h 226"/>
                <a:gd name="T20" fmla="*/ 214 w 218"/>
                <a:gd name="T21" fmla="*/ 77 h 226"/>
                <a:gd name="T22" fmla="*/ 218 w 218"/>
                <a:gd name="T23" fmla="*/ 84 h 226"/>
                <a:gd name="T24" fmla="*/ 216 w 218"/>
                <a:gd name="T25" fmla="*/ 91 h 226"/>
                <a:gd name="T26" fmla="*/ 118 w 218"/>
                <a:gd name="T27" fmla="*/ 221 h 226"/>
                <a:gd name="T28" fmla="*/ 104 w 218"/>
                <a:gd name="T29" fmla="*/ 223 h 226"/>
                <a:gd name="T30" fmla="*/ 4 w 218"/>
                <a:gd name="T31" fmla="*/ 148 h 226"/>
                <a:gd name="T32" fmla="*/ 0 w 218"/>
                <a:gd name="T33" fmla="*/ 14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8" h="226">
                  <a:moveTo>
                    <a:pt x="109" y="24"/>
                  </a:moveTo>
                  <a:lnTo>
                    <a:pt x="24" y="138"/>
                  </a:lnTo>
                  <a:lnTo>
                    <a:pt x="108" y="202"/>
                  </a:lnTo>
                  <a:lnTo>
                    <a:pt x="194" y="87"/>
                  </a:lnTo>
                  <a:lnTo>
                    <a:pt x="109" y="24"/>
                  </a:lnTo>
                  <a:close/>
                  <a:moveTo>
                    <a:pt x="0" y="140"/>
                  </a:moveTo>
                  <a:cubicBezTo>
                    <a:pt x="0" y="138"/>
                    <a:pt x="1" y="136"/>
                    <a:pt x="2" y="134"/>
                  </a:cubicBezTo>
                  <a:lnTo>
                    <a:pt x="99" y="4"/>
                  </a:lnTo>
                  <a:cubicBezTo>
                    <a:pt x="101" y="2"/>
                    <a:pt x="103" y="1"/>
                    <a:pt x="106" y="0"/>
                  </a:cubicBezTo>
                  <a:cubicBezTo>
                    <a:pt x="108" y="0"/>
                    <a:pt x="111" y="0"/>
                    <a:pt x="113" y="2"/>
                  </a:cubicBezTo>
                  <a:lnTo>
                    <a:pt x="214" y="77"/>
                  </a:lnTo>
                  <a:cubicBezTo>
                    <a:pt x="216" y="79"/>
                    <a:pt x="217" y="81"/>
                    <a:pt x="218" y="84"/>
                  </a:cubicBezTo>
                  <a:cubicBezTo>
                    <a:pt x="218" y="86"/>
                    <a:pt x="217" y="89"/>
                    <a:pt x="216" y="91"/>
                  </a:cubicBezTo>
                  <a:lnTo>
                    <a:pt x="118" y="221"/>
                  </a:lnTo>
                  <a:cubicBezTo>
                    <a:pt x="115" y="226"/>
                    <a:pt x="109" y="226"/>
                    <a:pt x="104" y="223"/>
                  </a:cubicBezTo>
                  <a:lnTo>
                    <a:pt x="4" y="148"/>
                  </a:lnTo>
                  <a:cubicBezTo>
                    <a:pt x="1" y="146"/>
                    <a:pt x="0" y="143"/>
                    <a:pt x="0" y="1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4" name="Freeform 294"/>
            <p:cNvSpPr>
              <a:spLocks noEditPoints="1"/>
            </p:cNvSpPr>
            <p:nvPr/>
          </p:nvSpPr>
          <p:spPr bwMode="auto">
            <a:xfrm>
              <a:off x="16005499" y="3787417"/>
              <a:ext cx="250825" cy="252413"/>
            </a:xfrm>
            <a:custGeom>
              <a:avLst/>
              <a:gdLst>
                <a:gd name="T0" fmla="*/ 321 w 597"/>
                <a:gd name="T1" fmla="*/ 24 h 598"/>
                <a:gd name="T2" fmla="*/ 24 w 597"/>
                <a:gd name="T3" fmla="*/ 321 h 598"/>
                <a:gd name="T4" fmla="*/ 277 w 597"/>
                <a:gd name="T5" fmla="*/ 573 h 598"/>
                <a:gd name="T6" fmla="*/ 573 w 597"/>
                <a:gd name="T7" fmla="*/ 276 h 598"/>
                <a:gd name="T8" fmla="*/ 321 w 597"/>
                <a:gd name="T9" fmla="*/ 24 h 598"/>
                <a:gd name="T10" fmla="*/ 0 w 597"/>
                <a:gd name="T11" fmla="*/ 321 h 598"/>
                <a:gd name="T12" fmla="*/ 3 w 597"/>
                <a:gd name="T13" fmla="*/ 314 h 598"/>
                <a:gd name="T14" fmla="*/ 314 w 597"/>
                <a:gd name="T15" fmla="*/ 3 h 598"/>
                <a:gd name="T16" fmla="*/ 328 w 597"/>
                <a:gd name="T17" fmla="*/ 3 h 598"/>
                <a:gd name="T18" fmla="*/ 594 w 597"/>
                <a:gd name="T19" fmla="*/ 269 h 598"/>
                <a:gd name="T20" fmla="*/ 597 w 597"/>
                <a:gd name="T21" fmla="*/ 276 h 598"/>
                <a:gd name="T22" fmla="*/ 594 w 597"/>
                <a:gd name="T23" fmla="*/ 283 h 598"/>
                <a:gd name="T24" fmla="*/ 284 w 597"/>
                <a:gd name="T25" fmla="*/ 594 h 598"/>
                <a:gd name="T26" fmla="*/ 270 w 597"/>
                <a:gd name="T27" fmla="*/ 594 h 598"/>
                <a:gd name="T28" fmla="*/ 3 w 597"/>
                <a:gd name="T29" fmla="*/ 328 h 598"/>
                <a:gd name="T30" fmla="*/ 0 w 597"/>
                <a:gd name="T31" fmla="*/ 321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598">
                  <a:moveTo>
                    <a:pt x="321" y="24"/>
                  </a:moveTo>
                  <a:lnTo>
                    <a:pt x="24" y="321"/>
                  </a:lnTo>
                  <a:lnTo>
                    <a:pt x="277" y="573"/>
                  </a:lnTo>
                  <a:lnTo>
                    <a:pt x="573" y="276"/>
                  </a:lnTo>
                  <a:lnTo>
                    <a:pt x="321" y="24"/>
                  </a:lnTo>
                  <a:close/>
                  <a:moveTo>
                    <a:pt x="0" y="321"/>
                  </a:moveTo>
                  <a:cubicBezTo>
                    <a:pt x="0" y="319"/>
                    <a:pt x="1" y="316"/>
                    <a:pt x="3" y="314"/>
                  </a:cubicBezTo>
                  <a:lnTo>
                    <a:pt x="314" y="3"/>
                  </a:lnTo>
                  <a:cubicBezTo>
                    <a:pt x="317" y="0"/>
                    <a:pt x="324" y="0"/>
                    <a:pt x="328" y="3"/>
                  </a:cubicBezTo>
                  <a:lnTo>
                    <a:pt x="594" y="269"/>
                  </a:lnTo>
                  <a:cubicBezTo>
                    <a:pt x="596" y="271"/>
                    <a:pt x="597" y="274"/>
                    <a:pt x="597" y="276"/>
                  </a:cubicBezTo>
                  <a:cubicBezTo>
                    <a:pt x="597" y="279"/>
                    <a:pt x="596" y="282"/>
                    <a:pt x="594" y="283"/>
                  </a:cubicBezTo>
                  <a:lnTo>
                    <a:pt x="284" y="594"/>
                  </a:lnTo>
                  <a:cubicBezTo>
                    <a:pt x="280" y="598"/>
                    <a:pt x="274" y="598"/>
                    <a:pt x="270" y="594"/>
                  </a:cubicBezTo>
                  <a:lnTo>
                    <a:pt x="3" y="328"/>
                  </a:lnTo>
                  <a:cubicBezTo>
                    <a:pt x="1" y="326"/>
                    <a:pt x="0" y="324"/>
                    <a:pt x="0" y="32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5" name="Freeform 295"/>
            <p:cNvSpPr>
              <a:spLocks noEditPoints="1"/>
            </p:cNvSpPr>
            <p:nvPr/>
          </p:nvSpPr>
          <p:spPr bwMode="auto">
            <a:xfrm>
              <a:off x="16686536" y="3857267"/>
              <a:ext cx="161925" cy="161925"/>
            </a:xfrm>
            <a:custGeom>
              <a:avLst/>
              <a:gdLst>
                <a:gd name="T0" fmla="*/ 181 w 381"/>
                <a:gd name="T1" fmla="*/ 25 h 383"/>
                <a:gd name="T2" fmla="*/ 24 w 381"/>
                <a:gd name="T3" fmla="*/ 182 h 383"/>
                <a:gd name="T4" fmla="*/ 199 w 381"/>
                <a:gd name="T5" fmla="*/ 358 h 383"/>
                <a:gd name="T6" fmla="*/ 357 w 381"/>
                <a:gd name="T7" fmla="*/ 200 h 383"/>
                <a:gd name="T8" fmla="*/ 181 w 381"/>
                <a:gd name="T9" fmla="*/ 25 h 383"/>
                <a:gd name="T10" fmla="*/ 0 w 381"/>
                <a:gd name="T11" fmla="*/ 182 h 383"/>
                <a:gd name="T12" fmla="*/ 3 w 381"/>
                <a:gd name="T13" fmla="*/ 175 h 383"/>
                <a:gd name="T14" fmla="*/ 174 w 381"/>
                <a:gd name="T15" fmla="*/ 4 h 383"/>
                <a:gd name="T16" fmla="*/ 188 w 381"/>
                <a:gd name="T17" fmla="*/ 4 h 383"/>
                <a:gd name="T18" fmla="*/ 378 w 381"/>
                <a:gd name="T19" fmla="*/ 193 h 383"/>
                <a:gd name="T20" fmla="*/ 378 w 381"/>
                <a:gd name="T21" fmla="*/ 207 h 383"/>
                <a:gd name="T22" fmla="*/ 206 w 381"/>
                <a:gd name="T23" fmla="*/ 379 h 383"/>
                <a:gd name="T24" fmla="*/ 192 w 381"/>
                <a:gd name="T25" fmla="*/ 379 h 383"/>
                <a:gd name="T26" fmla="*/ 3 w 381"/>
                <a:gd name="T27" fmla="*/ 189 h 383"/>
                <a:gd name="T28" fmla="*/ 0 w 381"/>
                <a:gd name="T29" fmla="*/ 18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1" h="383">
                  <a:moveTo>
                    <a:pt x="181" y="25"/>
                  </a:moveTo>
                  <a:lnTo>
                    <a:pt x="24" y="182"/>
                  </a:lnTo>
                  <a:lnTo>
                    <a:pt x="199" y="358"/>
                  </a:lnTo>
                  <a:lnTo>
                    <a:pt x="357" y="200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78" y="193"/>
                  </a:lnTo>
                  <a:cubicBezTo>
                    <a:pt x="381" y="197"/>
                    <a:pt x="381" y="204"/>
                    <a:pt x="378" y="207"/>
                  </a:cubicBezTo>
                  <a:lnTo>
                    <a:pt x="206" y="379"/>
                  </a:lnTo>
                  <a:cubicBezTo>
                    <a:pt x="202" y="383"/>
                    <a:pt x="196" y="383"/>
                    <a:pt x="192" y="379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6" name="Freeform 296"/>
            <p:cNvSpPr>
              <a:spLocks noEditPoints="1"/>
            </p:cNvSpPr>
            <p:nvPr/>
          </p:nvSpPr>
          <p:spPr bwMode="auto">
            <a:xfrm>
              <a:off x="15992799" y="4335105"/>
              <a:ext cx="169863" cy="168275"/>
            </a:xfrm>
            <a:custGeom>
              <a:avLst/>
              <a:gdLst>
                <a:gd name="T0" fmla="*/ 181 w 399"/>
                <a:gd name="T1" fmla="*/ 24 h 399"/>
                <a:gd name="T2" fmla="*/ 24 w 399"/>
                <a:gd name="T3" fmla="*/ 182 h 399"/>
                <a:gd name="T4" fmla="*/ 217 w 399"/>
                <a:gd name="T5" fmla="*/ 375 h 399"/>
                <a:gd name="T6" fmla="*/ 374 w 399"/>
                <a:gd name="T7" fmla="*/ 217 h 399"/>
                <a:gd name="T8" fmla="*/ 181 w 399"/>
                <a:gd name="T9" fmla="*/ 24 h 399"/>
                <a:gd name="T10" fmla="*/ 0 w 399"/>
                <a:gd name="T11" fmla="*/ 182 h 399"/>
                <a:gd name="T12" fmla="*/ 3 w 399"/>
                <a:gd name="T13" fmla="*/ 175 h 399"/>
                <a:gd name="T14" fmla="*/ 174 w 399"/>
                <a:gd name="T15" fmla="*/ 3 h 399"/>
                <a:gd name="T16" fmla="*/ 188 w 399"/>
                <a:gd name="T17" fmla="*/ 3 h 399"/>
                <a:gd name="T18" fmla="*/ 395 w 399"/>
                <a:gd name="T19" fmla="*/ 210 h 399"/>
                <a:gd name="T20" fmla="*/ 395 w 399"/>
                <a:gd name="T21" fmla="*/ 224 h 399"/>
                <a:gd name="T22" fmla="*/ 224 w 399"/>
                <a:gd name="T23" fmla="*/ 396 h 399"/>
                <a:gd name="T24" fmla="*/ 210 w 399"/>
                <a:gd name="T25" fmla="*/ 396 h 399"/>
                <a:gd name="T26" fmla="*/ 3 w 399"/>
                <a:gd name="T27" fmla="*/ 189 h 399"/>
                <a:gd name="T28" fmla="*/ 0 w 399"/>
                <a:gd name="T29" fmla="*/ 182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9" h="399">
                  <a:moveTo>
                    <a:pt x="181" y="24"/>
                  </a:moveTo>
                  <a:lnTo>
                    <a:pt x="24" y="182"/>
                  </a:lnTo>
                  <a:lnTo>
                    <a:pt x="217" y="375"/>
                  </a:lnTo>
                  <a:lnTo>
                    <a:pt x="374" y="217"/>
                  </a:lnTo>
                  <a:lnTo>
                    <a:pt x="181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3"/>
                  </a:lnTo>
                  <a:cubicBezTo>
                    <a:pt x="178" y="0"/>
                    <a:pt x="184" y="0"/>
                    <a:pt x="188" y="3"/>
                  </a:cubicBezTo>
                  <a:lnTo>
                    <a:pt x="395" y="210"/>
                  </a:lnTo>
                  <a:cubicBezTo>
                    <a:pt x="399" y="214"/>
                    <a:pt x="399" y="220"/>
                    <a:pt x="395" y="224"/>
                  </a:cubicBezTo>
                  <a:lnTo>
                    <a:pt x="224" y="396"/>
                  </a:lnTo>
                  <a:cubicBezTo>
                    <a:pt x="220" y="399"/>
                    <a:pt x="213" y="399"/>
                    <a:pt x="210" y="396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7" name="Freeform 297"/>
            <p:cNvSpPr>
              <a:spLocks/>
            </p:cNvSpPr>
            <p:nvPr/>
          </p:nvSpPr>
          <p:spPr bwMode="auto">
            <a:xfrm>
              <a:off x="19367824" y="1436330"/>
              <a:ext cx="71438" cy="71438"/>
            </a:xfrm>
            <a:custGeom>
              <a:avLst/>
              <a:gdLst>
                <a:gd name="T0" fmla="*/ 0 w 169"/>
                <a:gd name="T1" fmla="*/ 11 h 171"/>
                <a:gd name="T2" fmla="*/ 2 w 169"/>
                <a:gd name="T3" fmla="*/ 4 h 171"/>
                <a:gd name="T4" fmla="*/ 16 w 169"/>
                <a:gd name="T5" fmla="*/ 4 h 171"/>
                <a:gd name="T6" fmla="*/ 165 w 169"/>
                <a:gd name="T7" fmla="*/ 153 h 171"/>
                <a:gd name="T8" fmla="*/ 165 w 169"/>
                <a:gd name="T9" fmla="*/ 167 h 171"/>
                <a:gd name="T10" fmla="*/ 152 w 169"/>
                <a:gd name="T11" fmla="*/ 167 h 171"/>
                <a:gd name="T12" fmla="*/ 2 w 169"/>
                <a:gd name="T13" fmla="*/ 18 h 171"/>
                <a:gd name="T14" fmla="*/ 0 w 169"/>
                <a:gd name="T15" fmla="*/ 1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71">
                  <a:moveTo>
                    <a:pt x="0" y="11"/>
                  </a:moveTo>
                  <a:cubicBezTo>
                    <a:pt x="0" y="9"/>
                    <a:pt x="1" y="6"/>
                    <a:pt x="2" y="4"/>
                  </a:cubicBezTo>
                  <a:cubicBezTo>
                    <a:pt x="6" y="0"/>
                    <a:pt x="13" y="0"/>
                    <a:pt x="16" y="4"/>
                  </a:cubicBezTo>
                  <a:lnTo>
                    <a:pt x="165" y="153"/>
                  </a:lnTo>
                  <a:cubicBezTo>
                    <a:pt x="169" y="157"/>
                    <a:pt x="169" y="163"/>
                    <a:pt x="165" y="167"/>
                  </a:cubicBezTo>
                  <a:cubicBezTo>
                    <a:pt x="162" y="171"/>
                    <a:pt x="155" y="171"/>
                    <a:pt x="152" y="167"/>
                  </a:cubicBezTo>
                  <a:lnTo>
                    <a:pt x="2" y="18"/>
                  </a:lnTo>
                  <a:cubicBezTo>
                    <a:pt x="1" y="16"/>
                    <a:pt x="0" y="14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8" name="Freeform 298"/>
            <p:cNvSpPr>
              <a:spLocks noEditPoints="1"/>
            </p:cNvSpPr>
            <p:nvPr/>
          </p:nvSpPr>
          <p:spPr bwMode="auto">
            <a:xfrm>
              <a:off x="19204311" y="1436330"/>
              <a:ext cx="234950" cy="234950"/>
            </a:xfrm>
            <a:custGeom>
              <a:avLst/>
              <a:gdLst>
                <a:gd name="T0" fmla="*/ 176 w 556"/>
                <a:gd name="T1" fmla="*/ 244 h 556"/>
                <a:gd name="T2" fmla="*/ 24 w 556"/>
                <a:gd name="T3" fmla="*/ 396 h 556"/>
                <a:gd name="T4" fmla="*/ 160 w 556"/>
                <a:gd name="T5" fmla="*/ 532 h 556"/>
                <a:gd name="T6" fmla="*/ 312 w 556"/>
                <a:gd name="T7" fmla="*/ 380 h 556"/>
                <a:gd name="T8" fmla="*/ 303 w 556"/>
                <a:gd name="T9" fmla="*/ 371 h 556"/>
                <a:gd name="T10" fmla="*/ 300 w 556"/>
                <a:gd name="T11" fmla="*/ 364 h 556"/>
                <a:gd name="T12" fmla="*/ 303 w 556"/>
                <a:gd name="T13" fmla="*/ 357 h 556"/>
                <a:gd name="T14" fmla="*/ 356 w 556"/>
                <a:gd name="T15" fmla="*/ 303 h 556"/>
                <a:gd name="T16" fmla="*/ 370 w 556"/>
                <a:gd name="T17" fmla="*/ 303 h 556"/>
                <a:gd name="T18" fmla="*/ 379 w 556"/>
                <a:gd name="T19" fmla="*/ 312 h 556"/>
                <a:gd name="T20" fmla="*/ 531 w 556"/>
                <a:gd name="T21" fmla="*/ 160 h 556"/>
                <a:gd name="T22" fmla="*/ 395 w 556"/>
                <a:gd name="T23" fmla="*/ 24 h 556"/>
                <a:gd name="T24" fmla="*/ 243 w 556"/>
                <a:gd name="T25" fmla="*/ 177 h 556"/>
                <a:gd name="T26" fmla="*/ 252 w 556"/>
                <a:gd name="T27" fmla="*/ 186 h 556"/>
                <a:gd name="T28" fmla="*/ 252 w 556"/>
                <a:gd name="T29" fmla="*/ 200 h 556"/>
                <a:gd name="T30" fmla="*/ 199 w 556"/>
                <a:gd name="T31" fmla="*/ 253 h 556"/>
                <a:gd name="T32" fmla="*/ 185 w 556"/>
                <a:gd name="T33" fmla="*/ 253 h 556"/>
                <a:gd name="T34" fmla="*/ 176 w 556"/>
                <a:gd name="T35" fmla="*/ 244 h 556"/>
                <a:gd name="T36" fmla="*/ 0 w 556"/>
                <a:gd name="T37" fmla="*/ 396 h 556"/>
                <a:gd name="T38" fmla="*/ 3 w 556"/>
                <a:gd name="T39" fmla="*/ 389 h 556"/>
                <a:gd name="T40" fmla="*/ 169 w 556"/>
                <a:gd name="T41" fmla="*/ 223 h 556"/>
                <a:gd name="T42" fmla="*/ 176 w 556"/>
                <a:gd name="T43" fmla="*/ 220 h 556"/>
                <a:gd name="T44" fmla="*/ 183 w 556"/>
                <a:gd name="T45" fmla="*/ 223 h 556"/>
                <a:gd name="T46" fmla="*/ 192 w 556"/>
                <a:gd name="T47" fmla="*/ 232 h 556"/>
                <a:gd name="T48" fmla="*/ 231 w 556"/>
                <a:gd name="T49" fmla="*/ 193 h 556"/>
                <a:gd name="T50" fmla="*/ 222 w 556"/>
                <a:gd name="T51" fmla="*/ 184 h 556"/>
                <a:gd name="T52" fmla="*/ 222 w 556"/>
                <a:gd name="T53" fmla="*/ 170 h 556"/>
                <a:gd name="T54" fmla="*/ 388 w 556"/>
                <a:gd name="T55" fmla="*/ 3 h 556"/>
                <a:gd name="T56" fmla="*/ 395 w 556"/>
                <a:gd name="T57" fmla="*/ 0 h 556"/>
                <a:gd name="T58" fmla="*/ 402 w 556"/>
                <a:gd name="T59" fmla="*/ 3 h 556"/>
                <a:gd name="T60" fmla="*/ 552 w 556"/>
                <a:gd name="T61" fmla="*/ 153 h 556"/>
                <a:gd name="T62" fmla="*/ 552 w 556"/>
                <a:gd name="T63" fmla="*/ 167 h 556"/>
                <a:gd name="T64" fmla="*/ 386 w 556"/>
                <a:gd name="T65" fmla="*/ 333 h 556"/>
                <a:gd name="T66" fmla="*/ 372 w 556"/>
                <a:gd name="T67" fmla="*/ 333 h 556"/>
                <a:gd name="T68" fmla="*/ 363 w 556"/>
                <a:gd name="T69" fmla="*/ 324 h 556"/>
                <a:gd name="T70" fmla="*/ 324 w 556"/>
                <a:gd name="T71" fmla="*/ 364 h 556"/>
                <a:gd name="T72" fmla="*/ 333 w 556"/>
                <a:gd name="T73" fmla="*/ 373 h 556"/>
                <a:gd name="T74" fmla="*/ 333 w 556"/>
                <a:gd name="T75" fmla="*/ 387 h 556"/>
                <a:gd name="T76" fmla="*/ 167 w 556"/>
                <a:gd name="T77" fmla="*/ 553 h 556"/>
                <a:gd name="T78" fmla="*/ 160 w 556"/>
                <a:gd name="T79" fmla="*/ 556 h 556"/>
                <a:gd name="T80" fmla="*/ 153 w 556"/>
                <a:gd name="T81" fmla="*/ 553 h 556"/>
                <a:gd name="T82" fmla="*/ 3 w 556"/>
                <a:gd name="T83" fmla="*/ 403 h 556"/>
                <a:gd name="T84" fmla="*/ 0 w 556"/>
                <a:gd name="T85" fmla="*/ 39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56" h="556">
                  <a:moveTo>
                    <a:pt x="176" y="244"/>
                  </a:moveTo>
                  <a:lnTo>
                    <a:pt x="24" y="396"/>
                  </a:lnTo>
                  <a:lnTo>
                    <a:pt x="160" y="532"/>
                  </a:lnTo>
                  <a:lnTo>
                    <a:pt x="312" y="380"/>
                  </a:lnTo>
                  <a:lnTo>
                    <a:pt x="303" y="371"/>
                  </a:lnTo>
                  <a:cubicBezTo>
                    <a:pt x="301" y="369"/>
                    <a:pt x="300" y="366"/>
                    <a:pt x="300" y="364"/>
                  </a:cubicBezTo>
                  <a:cubicBezTo>
                    <a:pt x="300" y="361"/>
                    <a:pt x="301" y="359"/>
                    <a:pt x="303" y="357"/>
                  </a:cubicBezTo>
                  <a:lnTo>
                    <a:pt x="356" y="303"/>
                  </a:lnTo>
                  <a:cubicBezTo>
                    <a:pt x="360" y="299"/>
                    <a:pt x="366" y="299"/>
                    <a:pt x="370" y="303"/>
                  </a:cubicBezTo>
                  <a:lnTo>
                    <a:pt x="379" y="312"/>
                  </a:lnTo>
                  <a:lnTo>
                    <a:pt x="531" y="160"/>
                  </a:lnTo>
                  <a:lnTo>
                    <a:pt x="395" y="24"/>
                  </a:lnTo>
                  <a:lnTo>
                    <a:pt x="243" y="177"/>
                  </a:lnTo>
                  <a:lnTo>
                    <a:pt x="252" y="186"/>
                  </a:lnTo>
                  <a:cubicBezTo>
                    <a:pt x="256" y="190"/>
                    <a:pt x="256" y="196"/>
                    <a:pt x="252" y="200"/>
                  </a:cubicBezTo>
                  <a:lnTo>
                    <a:pt x="199" y="253"/>
                  </a:lnTo>
                  <a:cubicBezTo>
                    <a:pt x="195" y="257"/>
                    <a:pt x="189" y="257"/>
                    <a:pt x="185" y="253"/>
                  </a:cubicBezTo>
                  <a:lnTo>
                    <a:pt x="176" y="244"/>
                  </a:lnTo>
                  <a:close/>
                  <a:moveTo>
                    <a:pt x="0" y="396"/>
                  </a:moveTo>
                  <a:cubicBezTo>
                    <a:pt x="0" y="394"/>
                    <a:pt x="1" y="391"/>
                    <a:pt x="3" y="389"/>
                  </a:cubicBezTo>
                  <a:lnTo>
                    <a:pt x="169" y="223"/>
                  </a:lnTo>
                  <a:cubicBezTo>
                    <a:pt x="170" y="221"/>
                    <a:pt x="173" y="220"/>
                    <a:pt x="176" y="220"/>
                  </a:cubicBezTo>
                  <a:cubicBezTo>
                    <a:pt x="178" y="220"/>
                    <a:pt x="181" y="221"/>
                    <a:pt x="183" y="223"/>
                  </a:cubicBezTo>
                  <a:lnTo>
                    <a:pt x="192" y="232"/>
                  </a:lnTo>
                  <a:lnTo>
                    <a:pt x="231" y="193"/>
                  </a:lnTo>
                  <a:lnTo>
                    <a:pt x="222" y="184"/>
                  </a:lnTo>
                  <a:cubicBezTo>
                    <a:pt x="218" y="180"/>
                    <a:pt x="218" y="174"/>
                    <a:pt x="222" y="170"/>
                  </a:cubicBezTo>
                  <a:lnTo>
                    <a:pt x="388" y="3"/>
                  </a:lnTo>
                  <a:cubicBezTo>
                    <a:pt x="390" y="2"/>
                    <a:pt x="392" y="0"/>
                    <a:pt x="395" y="0"/>
                  </a:cubicBezTo>
                  <a:cubicBezTo>
                    <a:pt x="398" y="0"/>
                    <a:pt x="400" y="2"/>
                    <a:pt x="402" y="3"/>
                  </a:cubicBezTo>
                  <a:lnTo>
                    <a:pt x="552" y="153"/>
                  </a:lnTo>
                  <a:cubicBezTo>
                    <a:pt x="556" y="157"/>
                    <a:pt x="556" y="163"/>
                    <a:pt x="552" y="167"/>
                  </a:cubicBezTo>
                  <a:lnTo>
                    <a:pt x="386" y="333"/>
                  </a:lnTo>
                  <a:cubicBezTo>
                    <a:pt x="382" y="337"/>
                    <a:pt x="376" y="337"/>
                    <a:pt x="372" y="333"/>
                  </a:cubicBezTo>
                  <a:lnTo>
                    <a:pt x="363" y="324"/>
                  </a:lnTo>
                  <a:lnTo>
                    <a:pt x="324" y="364"/>
                  </a:lnTo>
                  <a:lnTo>
                    <a:pt x="333" y="373"/>
                  </a:lnTo>
                  <a:cubicBezTo>
                    <a:pt x="337" y="377"/>
                    <a:pt x="337" y="383"/>
                    <a:pt x="333" y="387"/>
                  </a:cubicBezTo>
                  <a:lnTo>
                    <a:pt x="167" y="553"/>
                  </a:lnTo>
                  <a:cubicBezTo>
                    <a:pt x="165" y="555"/>
                    <a:pt x="162" y="556"/>
                    <a:pt x="160" y="556"/>
                  </a:cubicBezTo>
                  <a:cubicBezTo>
                    <a:pt x="157" y="556"/>
                    <a:pt x="155" y="555"/>
                    <a:pt x="153" y="553"/>
                  </a:cubicBezTo>
                  <a:lnTo>
                    <a:pt x="3" y="403"/>
                  </a:lnTo>
                  <a:cubicBezTo>
                    <a:pt x="1" y="401"/>
                    <a:pt x="0" y="399"/>
                    <a:pt x="0" y="39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151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762000" y="18872"/>
            <a:ext cx="10808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endParaRPr lang="it-IT"/>
          </a:p>
        </p:txBody>
      </p:sp>
      <p:sp>
        <p:nvSpPr>
          <p:cNvPr id="8" name="Rectangle 2"/>
          <p:cNvSpPr/>
          <p:nvPr/>
        </p:nvSpPr>
        <p:spPr>
          <a:xfrm>
            <a:off x="-197576" y="1546649"/>
            <a:ext cx="8898404" cy="2004145"/>
          </a:xfrm>
          <a:prstGeom prst="rect">
            <a:avLst/>
          </a:prstGeom>
          <a:solidFill>
            <a:schemeClr val="tx2">
              <a:lumMod val="60000"/>
              <a:lumOff val="40000"/>
              <a:alpha val="8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171" y="1567450"/>
            <a:ext cx="8326006" cy="15665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 cap="all" normalizeH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1" y="3158387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10"/>
          </p:nvPr>
        </p:nvSpPr>
        <p:spPr>
          <a:xfrm>
            <a:off x="174171" y="3467193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09" name="Gruppo 408">
            <a:extLst>
              <a:ext uri="{FF2B5EF4-FFF2-40B4-BE49-F238E27FC236}">
                <a16:creationId xmlns:a16="http://schemas.microsoft.com/office/drawing/2014/main" id="{8CE5C542-4516-4870-A011-3ABD13AE5499}"/>
              </a:ext>
            </a:extLst>
          </p:cNvPr>
          <p:cNvGrpSpPr/>
          <p:nvPr/>
        </p:nvGrpSpPr>
        <p:grpSpPr>
          <a:xfrm>
            <a:off x="9287063" y="5165960"/>
            <a:ext cx="680385" cy="442749"/>
            <a:chOff x="355600" y="4737100"/>
            <a:chExt cx="367261" cy="238989"/>
          </a:xfrm>
        </p:grpSpPr>
        <p:sp>
          <p:nvSpPr>
            <p:cNvPr id="410" name="Rectangle 78">
              <a:extLst>
                <a:ext uri="{FF2B5EF4-FFF2-40B4-BE49-F238E27FC236}">
                  <a16:creationId xmlns:a16="http://schemas.microsoft.com/office/drawing/2014/main" id="{B34F9B41-7D72-425D-B793-E3BB7AE34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1" name="Rectangle 79">
              <a:extLst>
                <a:ext uri="{FF2B5EF4-FFF2-40B4-BE49-F238E27FC236}">
                  <a16:creationId xmlns:a16="http://schemas.microsoft.com/office/drawing/2014/main" id="{12EDDB89-AABA-4D15-B7D9-0D492C263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2" name="Rectangle 80">
              <a:extLst>
                <a:ext uri="{FF2B5EF4-FFF2-40B4-BE49-F238E27FC236}">
                  <a16:creationId xmlns:a16="http://schemas.microsoft.com/office/drawing/2014/main" id="{30DEFA8D-D3F3-4A56-83E3-2E6C6525E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3" name="Rectangle 81">
              <a:extLst>
                <a:ext uri="{FF2B5EF4-FFF2-40B4-BE49-F238E27FC236}">
                  <a16:creationId xmlns:a16="http://schemas.microsoft.com/office/drawing/2014/main" id="{71E60F6B-D032-4194-9964-F742259AB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4" name="Rectangle 82">
              <a:extLst>
                <a:ext uri="{FF2B5EF4-FFF2-40B4-BE49-F238E27FC236}">
                  <a16:creationId xmlns:a16="http://schemas.microsoft.com/office/drawing/2014/main" id="{3C49D264-D8FC-459F-A788-B3059E881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5" name="Freeform 83">
              <a:extLst>
                <a:ext uri="{FF2B5EF4-FFF2-40B4-BE49-F238E27FC236}">
                  <a16:creationId xmlns:a16="http://schemas.microsoft.com/office/drawing/2014/main" id="{4C83668B-3E52-400C-9813-E3D8E6E6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6" name="Rectangle 84">
              <a:extLst>
                <a:ext uri="{FF2B5EF4-FFF2-40B4-BE49-F238E27FC236}">
                  <a16:creationId xmlns:a16="http://schemas.microsoft.com/office/drawing/2014/main" id="{8C91E903-381C-4AC7-A640-45C1927A8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7" name="Rectangle 85">
              <a:extLst>
                <a:ext uri="{FF2B5EF4-FFF2-40B4-BE49-F238E27FC236}">
                  <a16:creationId xmlns:a16="http://schemas.microsoft.com/office/drawing/2014/main" id="{B958789C-9F69-44E0-ACBD-4F24AD80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418" name="Freeform 86">
            <a:extLst>
              <a:ext uri="{FF2B5EF4-FFF2-40B4-BE49-F238E27FC236}">
                <a16:creationId xmlns:a16="http://schemas.microsoft.com/office/drawing/2014/main" id="{D0918A3A-072F-451C-9187-EAF9DCB88567}"/>
              </a:ext>
            </a:extLst>
          </p:cNvPr>
          <p:cNvSpPr>
            <a:spLocks/>
          </p:cNvSpPr>
          <p:nvPr/>
        </p:nvSpPr>
        <p:spPr bwMode="auto">
          <a:xfrm>
            <a:off x="10104078" y="5229951"/>
            <a:ext cx="153925" cy="178137"/>
          </a:xfrm>
          <a:custGeom>
            <a:avLst/>
            <a:gdLst>
              <a:gd name="T0" fmla="*/ 130 w 270"/>
              <a:gd name="T1" fmla="*/ 310 h 310"/>
              <a:gd name="T2" fmla="*/ 76 w 270"/>
              <a:gd name="T3" fmla="*/ 300 h 310"/>
              <a:gd name="T4" fmla="*/ 38 w 270"/>
              <a:gd name="T5" fmla="*/ 273 h 310"/>
              <a:gd name="T6" fmla="*/ 23 w 270"/>
              <a:gd name="T7" fmla="*/ 242 h 310"/>
              <a:gd name="T8" fmla="*/ 19 w 270"/>
              <a:gd name="T9" fmla="*/ 186 h 310"/>
              <a:gd name="T10" fmla="*/ 19 w 270"/>
              <a:gd name="T11" fmla="*/ 49 h 310"/>
              <a:gd name="T12" fmla="*/ 15 w 270"/>
              <a:gd name="T13" fmla="*/ 23 h 310"/>
              <a:gd name="T14" fmla="*/ 4 w 270"/>
              <a:gd name="T15" fmla="*/ 16 h 310"/>
              <a:gd name="T16" fmla="*/ 0 w 270"/>
              <a:gd name="T17" fmla="*/ 16 h 310"/>
              <a:gd name="T18" fmla="*/ 0 w 270"/>
              <a:gd name="T19" fmla="*/ 0 h 310"/>
              <a:gd name="T20" fmla="*/ 88 w 270"/>
              <a:gd name="T21" fmla="*/ 0 h 310"/>
              <a:gd name="T22" fmla="*/ 88 w 270"/>
              <a:gd name="T23" fmla="*/ 16 h 310"/>
              <a:gd name="T24" fmla="*/ 84 w 270"/>
              <a:gd name="T25" fmla="*/ 16 h 310"/>
              <a:gd name="T26" fmla="*/ 73 w 270"/>
              <a:gd name="T27" fmla="*/ 23 h 310"/>
              <a:gd name="T28" fmla="*/ 69 w 270"/>
              <a:gd name="T29" fmla="*/ 49 h 310"/>
              <a:gd name="T30" fmla="*/ 69 w 270"/>
              <a:gd name="T31" fmla="*/ 195 h 310"/>
              <a:gd name="T32" fmla="*/ 86 w 270"/>
              <a:gd name="T33" fmla="*/ 264 h 310"/>
              <a:gd name="T34" fmla="*/ 142 w 270"/>
              <a:gd name="T35" fmla="*/ 284 h 310"/>
              <a:gd name="T36" fmla="*/ 174 w 270"/>
              <a:gd name="T37" fmla="*/ 280 h 310"/>
              <a:gd name="T38" fmla="*/ 197 w 270"/>
              <a:gd name="T39" fmla="*/ 268 h 310"/>
              <a:gd name="T40" fmla="*/ 215 w 270"/>
              <a:gd name="T41" fmla="*/ 239 h 310"/>
              <a:gd name="T42" fmla="*/ 221 w 270"/>
              <a:gd name="T43" fmla="*/ 173 h 310"/>
              <a:gd name="T44" fmla="*/ 221 w 270"/>
              <a:gd name="T45" fmla="*/ 76 h 310"/>
              <a:gd name="T46" fmla="*/ 214 w 270"/>
              <a:gd name="T47" fmla="*/ 32 h 310"/>
              <a:gd name="T48" fmla="*/ 196 w 270"/>
              <a:gd name="T49" fmla="*/ 16 h 310"/>
              <a:gd name="T50" fmla="*/ 192 w 270"/>
              <a:gd name="T51" fmla="*/ 16 h 310"/>
              <a:gd name="T52" fmla="*/ 192 w 270"/>
              <a:gd name="T53" fmla="*/ 0 h 310"/>
              <a:gd name="T54" fmla="*/ 270 w 270"/>
              <a:gd name="T55" fmla="*/ 0 h 310"/>
              <a:gd name="T56" fmla="*/ 270 w 270"/>
              <a:gd name="T57" fmla="*/ 15 h 310"/>
              <a:gd name="T58" fmla="*/ 267 w 270"/>
              <a:gd name="T59" fmla="*/ 16 h 310"/>
              <a:gd name="T60" fmla="*/ 249 w 270"/>
              <a:gd name="T61" fmla="*/ 32 h 310"/>
              <a:gd name="T62" fmla="*/ 244 w 270"/>
              <a:gd name="T63" fmla="*/ 78 h 310"/>
              <a:gd name="T64" fmla="*/ 244 w 270"/>
              <a:gd name="T65" fmla="*/ 173 h 310"/>
              <a:gd name="T66" fmla="*/ 239 w 270"/>
              <a:gd name="T67" fmla="*/ 236 h 310"/>
              <a:gd name="T68" fmla="*/ 224 w 270"/>
              <a:gd name="T69" fmla="*/ 272 h 310"/>
              <a:gd name="T70" fmla="*/ 186 w 270"/>
              <a:gd name="T71" fmla="*/ 300 h 310"/>
              <a:gd name="T72" fmla="*/ 130 w 270"/>
              <a:gd name="T73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0" h="310">
                <a:moveTo>
                  <a:pt x="130" y="310"/>
                </a:moveTo>
                <a:cubicBezTo>
                  <a:pt x="110" y="310"/>
                  <a:pt x="91" y="306"/>
                  <a:pt x="76" y="300"/>
                </a:cubicBezTo>
                <a:cubicBezTo>
                  <a:pt x="60" y="294"/>
                  <a:pt x="47" y="285"/>
                  <a:pt x="38" y="273"/>
                </a:cubicBezTo>
                <a:cubicBezTo>
                  <a:pt x="31" y="264"/>
                  <a:pt x="26" y="254"/>
                  <a:pt x="23" y="242"/>
                </a:cubicBezTo>
                <a:cubicBezTo>
                  <a:pt x="20" y="230"/>
                  <a:pt x="19" y="211"/>
                  <a:pt x="19" y="186"/>
                </a:cubicBezTo>
                <a:lnTo>
                  <a:pt x="19" y="49"/>
                </a:lnTo>
                <a:cubicBezTo>
                  <a:pt x="19" y="37"/>
                  <a:pt x="17" y="28"/>
                  <a:pt x="15" y="23"/>
                </a:cubicBezTo>
                <a:cubicBezTo>
                  <a:pt x="12" y="19"/>
                  <a:pt x="9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7"/>
                  <a:pt x="76" y="19"/>
                  <a:pt x="73" y="23"/>
                </a:cubicBezTo>
                <a:cubicBezTo>
                  <a:pt x="71" y="28"/>
                  <a:pt x="69" y="36"/>
                  <a:pt x="69" y="49"/>
                </a:cubicBezTo>
                <a:lnTo>
                  <a:pt x="69" y="195"/>
                </a:lnTo>
                <a:cubicBezTo>
                  <a:pt x="69" y="228"/>
                  <a:pt x="75" y="251"/>
                  <a:pt x="86" y="264"/>
                </a:cubicBezTo>
                <a:cubicBezTo>
                  <a:pt x="97" y="277"/>
                  <a:pt x="115" y="284"/>
                  <a:pt x="142" y="284"/>
                </a:cubicBezTo>
                <a:cubicBezTo>
                  <a:pt x="154" y="284"/>
                  <a:pt x="165" y="282"/>
                  <a:pt x="174" y="280"/>
                </a:cubicBezTo>
                <a:cubicBezTo>
                  <a:pt x="183" y="277"/>
                  <a:pt x="190" y="273"/>
                  <a:pt x="197" y="268"/>
                </a:cubicBezTo>
                <a:cubicBezTo>
                  <a:pt x="206" y="261"/>
                  <a:pt x="212" y="251"/>
                  <a:pt x="215" y="239"/>
                </a:cubicBezTo>
                <a:cubicBezTo>
                  <a:pt x="219" y="226"/>
                  <a:pt x="221" y="204"/>
                  <a:pt x="221" y="173"/>
                </a:cubicBezTo>
                <a:lnTo>
                  <a:pt x="221" y="76"/>
                </a:lnTo>
                <a:cubicBezTo>
                  <a:pt x="221" y="56"/>
                  <a:pt x="219" y="41"/>
                  <a:pt x="214" y="32"/>
                </a:cubicBezTo>
                <a:cubicBezTo>
                  <a:pt x="210" y="23"/>
                  <a:pt x="204" y="18"/>
                  <a:pt x="196" y="16"/>
                </a:cubicBezTo>
                <a:lnTo>
                  <a:pt x="192" y="16"/>
                </a:lnTo>
                <a:lnTo>
                  <a:pt x="192" y="0"/>
                </a:lnTo>
                <a:lnTo>
                  <a:pt x="270" y="0"/>
                </a:lnTo>
                <a:lnTo>
                  <a:pt x="270" y="15"/>
                </a:lnTo>
                <a:lnTo>
                  <a:pt x="267" y="16"/>
                </a:lnTo>
                <a:cubicBezTo>
                  <a:pt x="258" y="19"/>
                  <a:pt x="253" y="24"/>
                  <a:pt x="249" y="32"/>
                </a:cubicBezTo>
                <a:cubicBezTo>
                  <a:pt x="246" y="41"/>
                  <a:pt x="244" y="57"/>
                  <a:pt x="244" y="78"/>
                </a:cubicBezTo>
                <a:lnTo>
                  <a:pt x="244" y="173"/>
                </a:lnTo>
                <a:cubicBezTo>
                  <a:pt x="244" y="201"/>
                  <a:pt x="242" y="222"/>
                  <a:pt x="239" y="236"/>
                </a:cubicBezTo>
                <a:cubicBezTo>
                  <a:pt x="236" y="251"/>
                  <a:pt x="231" y="263"/>
                  <a:pt x="224" y="272"/>
                </a:cubicBezTo>
                <a:cubicBezTo>
                  <a:pt x="215" y="285"/>
                  <a:pt x="202" y="294"/>
                  <a:pt x="186" y="300"/>
                </a:cubicBezTo>
                <a:cubicBezTo>
                  <a:pt x="171" y="306"/>
                  <a:pt x="152" y="310"/>
                  <a:pt x="130" y="31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19" name="Freeform 87">
            <a:extLst>
              <a:ext uri="{FF2B5EF4-FFF2-40B4-BE49-F238E27FC236}">
                <a16:creationId xmlns:a16="http://schemas.microsoft.com/office/drawing/2014/main" id="{21749B74-7487-40EC-BFC1-66C779F2FF6D}"/>
              </a:ext>
            </a:extLst>
          </p:cNvPr>
          <p:cNvSpPr>
            <a:spLocks/>
          </p:cNvSpPr>
          <p:nvPr/>
        </p:nvSpPr>
        <p:spPr bwMode="auto">
          <a:xfrm>
            <a:off x="10263192" y="5229951"/>
            <a:ext cx="155655" cy="176409"/>
          </a:xfrm>
          <a:custGeom>
            <a:avLst/>
            <a:gdLst>
              <a:gd name="T0" fmla="*/ 252 w 274"/>
              <a:gd name="T1" fmla="*/ 306 h 306"/>
              <a:gd name="T2" fmla="*/ 229 w 274"/>
              <a:gd name="T3" fmla="*/ 306 h 306"/>
              <a:gd name="T4" fmla="*/ 228 w 274"/>
              <a:gd name="T5" fmla="*/ 304 h 306"/>
              <a:gd name="T6" fmla="*/ 50 w 274"/>
              <a:gd name="T7" fmla="*/ 55 h 306"/>
              <a:gd name="T8" fmla="*/ 50 w 274"/>
              <a:gd name="T9" fmla="*/ 236 h 306"/>
              <a:gd name="T10" fmla="*/ 57 w 274"/>
              <a:gd name="T11" fmla="*/ 272 h 306"/>
              <a:gd name="T12" fmla="*/ 75 w 274"/>
              <a:gd name="T13" fmla="*/ 287 h 306"/>
              <a:gd name="T14" fmla="*/ 79 w 274"/>
              <a:gd name="T15" fmla="*/ 288 h 306"/>
              <a:gd name="T16" fmla="*/ 79 w 274"/>
              <a:gd name="T17" fmla="*/ 303 h 306"/>
              <a:gd name="T18" fmla="*/ 0 w 274"/>
              <a:gd name="T19" fmla="*/ 303 h 306"/>
              <a:gd name="T20" fmla="*/ 0 w 274"/>
              <a:gd name="T21" fmla="*/ 288 h 306"/>
              <a:gd name="T22" fmla="*/ 2 w 274"/>
              <a:gd name="T23" fmla="*/ 287 h 306"/>
              <a:gd name="T24" fmla="*/ 21 w 274"/>
              <a:gd name="T25" fmla="*/ 271 h 306"/>
              <a:gd name="T26" fmla="*/ 28 w 274"/>
              <a:gd name="T27" fmla="*/ 239 h 306"/>
              <a:gd name="T28" fmla="*/ 28 w 274"/>
              <a:gd name="T29" fmla="*/ 51 h 306"/>
              <a:gd name="T30" fmla="*/ 22 w 274"/>
              <a:gd name="T31" fmla="*/ 25 h 306"/>
              <a:gd name="T32" fmla="*/ 7 w 274"/>
              <a:gd name="T33" fmla="*/ 16 h 306"/>
              <a:gd name="T34" fmla="*/ 3 w 274"/>
              <a:gd name="T35" fmla="*/ 16 h 306"/>
              <a:gd name="T36" fmla="*/ 3 w 274"/>
              <a:gd name="T37" fmla="*/ 0 h 306"/>
              <a:gd name="T38" fmla="*/ 71 w 274"/>
              <a:gd name="T39" fmla="*/ 0 h 306"/>
              <a:gd name="T40" fmla="*/ 73 w 274"/>
              <a:gd name="T41" fmla="*/ 2 h 306"/>
              <a:gd name="T42" fmla="*/ 230 w 274"/>
              <a:gd name="T43" fmla="*/ 223 h 306"/>
              <a:gd name="T44" fmla="*/ 230 w 274"/>
              <a:gd name="T45" fmla="*/ 90 h 306"/>
              <a:gd name="T46" fmla="*/ 223 w 274"/>
              <a:gd name="T47" fmla="*/ 34 h 306"/>
              <a:gd name="T48" fmla="*/ 203 w 274"/>
              <a:gd name="T49" fmla="*/ 16 h 306"/>
              <a:gd name="T50" fmla="*/ 200 w 274"/>
              <a:gd name="T51" fmla="*/ 16 h 306"/>
              <a:gd name="T52" fmla="*/ 200 w 274"/>
              <a:gd name="T53" fmla="*/ 0 h 306"/>
              <a:gd name="T54" fmla="*/ 274 w 274"/>
              <a:gd name="T55" fmla="*/ 0 h 306"/>
              <a:gd name="T56" fmla="*/ 274 w 274"/>
              <a:gd name="T57" fmla="*/ 15 h 306"/>
              <a:gd name="T58" fmla="*/ 272 w 274"/>
              <a:gd name="T59" fmla="*/ 16 h 306"/>
              <a:gd name="T60" fmla="*/ 257 w 274"/>
              <a:gd name="T61" fmla="*/ 35 h 306"/>
              <a:gd name="T62" fmla="*/ 252 w 274"/>
              <a:gd name="T63" fmla="*/ 87 h 306"/>
              <a:gd name="T64" fmla="*/ 252 w 274"/>
              <a:gd name="T65" fmla="*/ 306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74" h="306">
                <a:moveTo>
                  <a:pt x="252" y="306"/>
                </a:moveTo>
                <a:lnTo>
                  <a:pt x="229" y="306"/>
                </a:lnTo>
                <a:lnTo>
                  <a:pt x="228" y="304"/>
                </a:lnTo>
                <a:lnTo>
                  <a:pt x="50" y="55"/>
                </a:lnTo>
                <a:lnTo>
                  <a:pt x="50" y="236"/>
                </a:lnTo>
                <a:cubicBezTo>
                  <a:pt x="50" y="251"/>
                  <a:pt x="52" y="264"/>
                  <a:pt x="57" y="272"/>
                </a:cubicBezTo>
                <a:cubicBezTo>
                  <a:pt x="61" y="280"/>
                  <a:pt x="67" y="285"/>
                  <a:pt x="75" y="287"/>
                </a:cubicBezTo>
                <a:lnTo>
                  <a:pt x="79" y="288"/>
                </a:lnTo>
                <a:lnTo>
                  <a:pt x="79" y="303"/>
                </a:lnTo>
                <a:lnTo>
                  <a:pt x="0" y="303"/>
                </a:lnTo>
                <a:lnTo>
                  <a:pt x="0" y="288"/>
                </a:lnTo>
                <a:lnTo>
                  <a:pt x="2" y="287"/>
                </a:lnTo>
                <a:cubicBezTo>
                  <a:pt x="11" y="284"/>
                  <a:pt x="17" y="279"/>
                  <a:pt x="21" y="271"/>
                </a:cubicBezTo>
                <a:cubicBezTo>
                  <a:pt x="25" y="264"/>
                  <a:pt x="28" y="253"/>
                  <a:pt x="28" y="239"/>
                </a:cubicBezTo>
                <a:lnTo>
                  <a:pt x="28" y="51"/>
                </a:lnTo>
                <a:cubicBezTo>
                  <a:pt x="28" y="39"/>
                  <a:pt x="26" y="30"/>
                  <a:pt x="22" y="25"/>
                </a:cubicBezTo>
                <a:cubicBezTo>
                  <a:pt x="19" y="20"/>
                  <a:pt x="14" y="17"/>
                  <a:pt x="7" y="16"/>
                </a:cubicBezTo>
                <a:lnTo>
                  <a:pt x="3" y="16"/>
                </a:lnTo>
                <a:lnTo>
                  <a:pt x="3" y="0"/>
                </a:lnTo>
                <a:lnTo>
                  <a:pt x="71" y="0"/>
                </a:lnTo>
                <a:lnTo>
                  <a:pt x="73" y="2"/>
                </a:lnTo>
                <a:lnTo>
                  <a:pt x="230" y="223"/>
                </a:lnTo>
                <a:lnTo>
                  <a:pt x="230" y="90"/>
                </a:lnTo>
                <a:cubicBezTo>
                  <a:pt x="230" y="64"/>
                  <a:pt x="227" y="45"/>
                  <a:pt x="223" y="34"/>
                </a:cubicBezTo>
                <a:cubicBezTo>
                  <a:pt x="219" y="24"/>
                  <a:pt x="213" y="18"/>
                  <a:pt x="203" y="16"/>
                </a:cubicBezTo>
                <a:lnTo>
                  <a:pt x="200" y="16"/>
                </a:lnTo>
                <a:lnTo>
                  <a:pt x="200" y="0"/>
                </a:lnTo>
                <a:lnTo>
                  <a:pt x="274" y="0"/>
                </a:lnTo>
                <a:lnTo>
                  <a:pt x="274" y="15"/>
                </a:lnTo>
                <a:lnTo>
                  <a:pt x="272" y="16"/>
                </a:lnTo>
                <a:cubicBezTo>
                  <a:pt x="264" y="20"/>
                  <a:pt x="260" y="26"/>
                  <a:pt x="257" y="35"/>
                </a:cubicBezTo>
                <a:cubicBezTo>
                  <a:pt x="254" y="44"/>
                  <a:pt x="252" y="61"/>
                  <a:pt x="252" y="87"/>
                </a:cubicBezTo>
                <a:lnTo>
                  <a:pt x="252" y="306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0" name="Freeform 88">
            <a:extLst>
              <a:ext uri="{FF2B5EF4-FFF2-40B4-BE49-F238E27FC236}">
                <a16:creationId xmlns:a16="http://schemas.microsoft.com/office/drawing/2014/main" id="{566C81A6-79F6-41E1-ADF3-A693E233BCD5}"/>
              </a:ext>
            </a:extLst>
          </p:cNvPr>
          <p:cNvSpPr>
            <a:spLocks/>
          </p:cNvSpPr>
          <p:nvPr/>
        </p:nvSpPr>
        <p:spPr bwMode="auto">
          <a:xfrm>
            <a:off x="10434411" y="5229951"/>
            <a:ext cx="50156" cy="174678"/>
          </a:xfrm>
          <a:custGeom>
            <a:avLst/>
            <a:gdLst>
              <a:gd name="T0" fmla="*/ 89 w 89"/>
              <a:gd name="T1" fmla="*/ 303 h 303"/>
              <a:gd name="T2" fmla="*/ 0 w 89"/>
              <a:gd name="T3" fmla="*/ 303 h 303"/>
              <a:gd name="T4" fmla="*/ 0 w 89"/>
              <a:gd name="T5" fmla="*/ 287 h 303"/>
              <a:gd name="T6" fmla="*/ 4 w 89"/>
              <a:gd name="T7" fmla="*/ 287 h 303"/>
              <a:gd name="T8" fmla="*/ 15 w 89"/>
              <a:gd name="T9" fmla="*/ 280 h 303"/>
              <a:gd name="T10" fmla="*/ 19 w 89"/>
              <a:gd name="T11" fmla="*/ 255 h 303"/>
              <a:gd name="T12" fmla="*/ 19 w 89"/>
              <a:gd name="T13" fmla="*/ 49 h 303"/>
              <a:gd name="T14" fmla="*/ 15 w 89"/>
              <a:gd name="T15" fmla="*/ 23 h 303"/>
              <a:gd name="T16" fmla="*/ 4 w 89"/>
              <a:gd name="T17" fmla="*/ 16 h 303"/>
              <a:gd name="T18" fmla="*/ 0 w 89"/>
              <a:gd name="T19" fmla="*/ 16 h 303"/>
              <a:gd name="T20" fmla="*/ 0 w 89"/>
              <a:gd name="T21" fmla="*/ 0 h 303"/>
              <a:gd name="T22" fmla="*/ 89 w 89"/>
              <a:gd name="T23" fmla="*/ 0 h 303"/>
              <a:gd name="T24" fmla="*/ 89 w 89"/>
              <a:gd name="T25" fmla="*/ 16 h 303"/>
              <a:gd name="T26" fmla="*/ 85 w 89"/>
              <a:gd name="T27" fmla="*/ 16 h 303"/>
              <a:gd name="T28" fmla="*/ 74 w 89"/>
              <a:gd name="T29" fmla="*/ 23 h 303"/>
              <a:gd name="T30" fmla="*/ 70 w 89"/>
              <a:gd name="T31" fmla="*/ 49 h 303"/>
              <a:gd name="T32" fmla="*/ 70 w 89"/>
              <a:gd name="T33" fmla="*/ 255 h 303"/>
              <a:gd name="T34" fmla="*/ 74 w 89"/>
              <a:gd name="T35" fmla="*/ 281 h 303"/>
              <a:gd name="T36" fmla="*/ 85 w 89"/>
              <a:gd name="T37" fmla="*/ 287 h 303"/>
              <a:gd name="T38" fmla="*/ 89 w 89"/>
              <a:gd name="T39" fmla="*/ 287 h 303"/>
              <a:gd name="T40" fmla="*/ 89 w 89"/>
              <a:gd name="T41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9" h="303">
                <a:moveTo>
                  <a:pt x="89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10" y="287"/>
                  <a:pt x="13" y="285"/>
                  <a:pt x="15" y="280"/>
                </a:cubicBezTo>
                <a:cubicBezTo>
                  <a:pt x="18" y="276"/>
                  <a:pt x="19" y="267"/>
                  <a:pt x="19" y="255"/>
                </a:cubicBezTo>
                <a:lnTo>
                  <a:pt x="19" y="49"/>
                </a:lnTo>
                <a:cubicBezTo>
                  <a:pt x="19" y="37"/>
                  <a:pt x="18" y="28"/>
                  <a:pt x="15" y="23"/>
                </a:cubicBezTo>
                <a:cubicBezTo>
                  <a:pt x="13" y="19"/>
                  <a:pt x="10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9" y="0"/>
                </a:lnTo>
                <a:lnTo>
                  <a:pt x="89" y="16"/>
                </a:lnTo>
                <a:lnTo>
                  <a:pt x="85" y="16"/>
                </a:lnTo>
                <a:cubicBezTo>
                  <a:pt x="80" y="17"/>
                  <a:pt x="76" y="19"/>
                  <a:pt x="74" y="23"/>
                </a:cubicBezTo>
                <a:cubicBezTo>
                  <a:pt x="71" y="28"/>
                  <a:pt x="70" y="36"/>
                  <a:pt x="70" y="49"/>
                </a:cubicBezTo>
                <a:lnTo>
                  <a:pt x="70" y="255"/>
                </a:lnTo>
                <a:cubicBezTo>
                  <a:pt x="70" y="267"/>
                  <a:pt x="71" y="276"/>
                  <a:pt x="74" y="281"/>
                </a:cubicBezTo>
                <a:cubicBezTo>
                  <a:pt x="76" y="285"/>
                  <a:pt x="80" y="287"/>
                  <a:pt x="85" y="287"/>
                </a:cubicBezTo>
                <a:lnTo>
                  <a:pt x="89" y="287"/>
                </a:lnTo>
                <a:lnTo>
                  <a:pt x="89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1" name="Freeform 89">
            <a:extLst>
              <a:ext uri="{FF2B5EF4-FFF2-40B4-BE49-F238E27FC236}">
                <a16:creationId xmlns:a16="http://schemas.microsoft.com/office/drawing/2014/main" id="{7D1937E7-3A55-4573-99D3-B92A6EB35AD1}"/>
              </a:ext>
            </a:extLst>
          </p:cNvPr>
          <p:cNvSpPr>
            <a:spLocks/>
          </p:cNvSpPr>
          <p:nvPr/>
        </p:nvSpPr>
        <p:spPr bwMode="auto">
          <a:xfrm>
            <a:off x="10493214" y="5229951"/>
            <a:ext cx="148736" cy="178137"/>
          </a:xfrm>
          <a:custGeom>
            <a:avLst/>
            <a:gdLst>
              <a:gd name="T0" fmla="*/ 146 w 261"/>
              <a:gd name="T1" fmla="*/ 310 h 310"/>
              <a:gd name="T2" fmla="*/ 115 w 261"/>
              <a:gd name="T3" fmla="*/ 310 h 310"/>
              <a:gd name="T4" fmla="*/ 27 w 261"/>
              <a:gd name="T5" fmla="*/ 53 h 310"/>
              <a:gd name="T6" fmla="*/ 15 w 261"/>
              <a:gd name="T7" fmla="*/ 27 h 310"/>
              <a:gd name="T8" fmla="*/ 3 w 261"/>
              <a:gd name="T9" fmla="*/ 16 h 310"/>
              <a:gd name="T10" fmla="*/ 0 w 261"/>
              <a:gd name="T11" fmla="*/ 15 h 310"/>
              <a:gd name="T12" fmla="*/ 0 w 261"/>
              <a:gd name="T13" fmla="*/ 0 h 310"/>
              <a:gd name="T14" fmla="*/ 87 w 261"/>
              <a:gd name="T15" fmla="*/ 0 h 310"/>
              <a:gd name="T16" fmla="*/ 87 w 261"/>
              <a:gd name="T17" fmla="*/ 16 h 310"/>
              <a:gd name="T18" fmla="*/ 84 w 261"/>
              <a:gd name="T19" fmla="*/ 16 h 310"/>
              <a:gd name="T20" fmla="*/ 76 w 261"/>
              <a:gd name="T21" fmla="*/ 20 h 310"/>
              <a:gd name="T22" fmla="*/ 73 w 261"/>
              <a:gd name="T23" fmla="*/ 28 h 310"/>
              <a:gd name="T24" fmla="*/ 74 w 261"/>
              <a:gd name="T25" fmla="*/ 33 h 310"/>
              <a:gd name="T26" fmla="*/ 76 w 261"/>
              <a:gd name="T27" fmla="*/ 42 h 310"/>
              <a:gd name="T28" fmla="*/ 143 w 261"/>
              <a:gd name="T29" fmla="*/ 242 h 310"/>
              <a:gd name="T30" fmla="*/ 201 w 261"/>
              <a:gd name="T31" fmla="*/ 58 h 310"/>
              <a:gd name="T32" fmla="*/ 202 w 261"/>
              <a:gd name="T33" fmla="*/ 50 h 310"/>
              <a:gd name="T34" fmla="*/ 203 w 261"/>
              <a:gd name="T35" fmla="*/ 41 h 310"/>
              <a:gd name="T36" fmla="*/ 198 w 261"/>
              <a:gd name="T37" fmla="*/ 24 h 310"/>
              <a:gd name="T38" fmla="*/ 187 w 261"/>
              <a:gd name="T39" fmla="*/ 16 h 310"/>
              <a:gd name="T40" fmla="*/ 183 w 261"/>
              <a:gd name="T41" fmla="*/ 16 h 310"/>
              <a:gd name="T42" fmla="*/ 183 w 261"/>
              <a:gd name="T43" fmla="*/ 0 h 310"/>
              <a:gd name="T44" fmla="*/ 261 w 261"/>
              <a:gd name="T45" fmla="*/ 0 h 310"/>
              <a:gd name="T46" fmla="*/ 261 w 261"/>
              <a:gd name="T47" fmla="*/ 15 h 310"/>
              <a:gd name="T48" fmla="*/ 258 w 261"/>
              <a:gd name="T49" fmla="*/ 16 h 310"/>
              <a:gd name="T50" fmla="*/ 236 w 261"/>
              <a:gd name="T51" fmla="*/ 34 h 310"/>
              <a:gd name="T52" fmla="*/ 220 w 261"/>
              <a:gd name="T53" fmla="*/ 70 h 310"/>
              <a:gd name="T54" fmla="*/ 146 w 261"/>
              <a:gd name="T55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61" h="310">
                <a:moveTo>
                  <a:pt x="146" y="310"/>
                </a:moveTo>
                <a:lnTo>
                  <a:pt x="115" y="310"/>
                </a:lnTo>
                <a:lnTo>
                  <a:pt x="27" y="53"/>
                </a:lnTo>
                <a:cubicBezTo>
                  <a:pt x="23" y="41"/>
                  <a:pt x="19" y="33"/>
                  <a:pt x="15" y="27"/>
                </a:cubicBezTo>
                <a:cubicBezTo>
                  <a:pt x="11" y="21"/>
                  <a:pt x="7" y="18"/>
                  <a:pt x="3" y="16"/>
                </a:cubicBezTo>
                <a:lnTo>
                  <a:pt x="0" y="15"/>
                </a:lnTo>
                <a:lnTo>
                  <a:pt x="0" y="0"/>
                </a:lnTo>
                <a:lnTo>
                  <a:pt x="87" y="0"/>
                </a:lnTo>
                <a:lnTo>
                  <a:pt x="87" y="16"/>
                </a:lnTo>
                <a:lnTo>
                  <a:pt x="84" y="16"/>
                </a:lnTo>
                <a:cubicBezTo>
                  <a:pt x="80" y="17"/>
                  <a:pt x="77" y="18"/>
                  <a:pt x="76" y="20"/>
                </a:cubicBezTo>
                <a:cubicBezTo>
                  <a:pt x="74" y="22"/>
                  <a:pt x="73" y="25"/>
                  <a:pt x="73" y="28"/>
                </a:cubicBezTo>
                <a:cubicBezTo>
                  <a:pt x="73" y="29"/>
                  <a:pt x="73" y="30"/>
                  <a:pt x="74" y="33"/>
                </a:cubicBezTo>
                <a:cubicBezTo>
                  <a:pt x="74" y="35"/>
                  <a:pt x="75" y="38"/>
                  <a:pt x="76" y="42"/>
                </a:cubicBezTo>
                <a:lnTo>
                  <a:pt x="143" y="242"/>
                </a:lnTo>
                <a:lnTo>
                  <a:pt x="201" y="58"/>
                </a:lnTo>
                <a:cubicBezTo>
                  <a:pt x="201" y="55"/>
                  <a:pt x="202" y="53"/>
                  <a:pt x="202" y="50"/>
                </a:cubicBezTo>
                <a:cubicBezTo>
                  <a:pt x="203" y="47"/>
                  <a:pt x="203" y="44"/>
                  <a:pt x="203" y="41"/>
                </a:cubicBezTo>
                <a:cubicBezTo>
                  <a:pt x="203" y="35"/>
                  <a:pt x="201" y="29"/>
                  <a:pt x="198" y="24"/>
                </a:cubicBezTo>
                <a:cubicBezTo>
                  <a:pt x="194" y="20"/>
                  <a:pt x="191" y="17"/>
                  <a:pt x="187" y="16"/>
                </a:cubicBezTo>
                <a:lnTo>
                  <a:pt x="183" y="16"/>
                </a:lnTo>
                <a:lnTo>
                  <a:pt x="183" y="0"/>
                </a:lnTo>
                <a:lnTo>
                  <a:pt x="261" y="0"/>
                </a:lnTo>
                <a:lnTo>
                  <a:pt x="261" y="15"/>
                </a:lnTo>
                <a:lnTo>
                  <a:pt x="258" y="16"/>
                </a:lnTo>
                <a:cubicBezTo>
                  <a:pt x="250" y="20"/>
                  <a:pt x="242" y="26"/>
                  <a:pt x="236" y="34"/>
                </a:cubicBezTo>
                <a:cubicBezTo>
                  <a:pt x="231" y="42"/>
                  <a:pt x="225" y="54"/>
                  <a:pt x="220" y="70"/>
                </a:cubicBezTo>
                <a:lnTo>
                  <a:pt x="146" y="31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2" name="Freeform 90">
            <a:extLst>
              <a:ext uri="{FF2B5EF4-FFF2-40B4-BE49-F238E27FC236}">
                <a16:creationId xmlns:a16="http://schemas.microsoft.com/office/drawing/2014/main" id="{EF691F17-7AE3-4DE2-AA5A-1AFB47492753}"/>
              </a:ext>
            </a:extLst>
          </p:cNvPr>
          <p:cNvSpPr>
            <a:spLocks/>
          </p:cNvSpPr>
          <p:nvPr/>
        </p:nvSpPr>
        <p:spPr bwMode="auto">
          <a:xfrm>
            <a:off x="10647139" y="5229951"/>
            <a:ext cx="136631" cy="174678"/>
          </a:xfrm>
          <a:custGeom>
            <a:avLst/>
            <a:gdLst>
              <a:gd name="T0" fmla="*/ 220 w 239"/>
              <a:gd name="T1" fmla="*/ 303 h 303"/>
              <a:gd name="T2" fmla="*/ 0 w 239"/>
              <a:gd name="T3" fmla="*/ 303 h 303"/>
              <a:gd name="T4" fmla="*/ 0 w 239"/>
              <a:gd name="T5" fmla="*/ 287 h 303"/>
              <a:gd name="T6" fmla="*/ 4 w 239"/>
              <a:gd name="T7" fmla="*/ 287 h 303"/>
              <a:gd name="T8" fmla="*/ 14 w 239"/>
              <a:gd name="T9" fmla="*/ 281 h 303"/>
              <a:gd name="T10" fmla="*/ 18 w 239"/>
              <a:gd name="T11" fmla="*/ 255 h 303"/>
              <a:gd name="T12" fmla="*/ 18 w 239"/>
              <a:gd name="T13" fmla="*/ 49 h 303"/>
              <a:gd name="T14" fmla="*/ 14 w 239"/>
              <a:gd name="T15" fmla="*/ 23 h 303"/>
              <a:gd name="T16" fmla="*/ 4 w 239"/>
              <a:gd name="T17" fmla="*/ 16 h 303"/>
              <a:gd name="T18" fmla="*/ 0 w 239"/>
              <a:gd name="T19" fmla="*/ 16 h 303"/>
              <a:gd name="T20" fmla="*/ 0 w 239"/>
              <a:gd name="T21" fmla="*/ 0 h 303"/>
              <a:gd name="T22" fmla="*/ 213 w 239"/>
              <a:gd name="T23" fmla="*/ 0 h 303"/>
              <a:gd name="T24" fmla="*/ 219 w 239"/>
              <a:gd name="T25" fmla="*/ 65 h 303"/>
              <a:gd name="T26" fmla="*/ 203 w 239"/>
              <a:gd name="T27" fmla="*/ 68 h 303"/>
              <a:gd name="T28" fmla="*/ 202 w 239"/>
              <a:gd name="T29" fmla="*/ 64 h 303"/>
              <a:gd name="T30" fmla="*/ 176 w 239"/>
              <a:gd name="T31" fmla="*/ 32 h 303"/>
              <a:gd name="T32" fmla="*/ 108 w 239"/>
              <a:gd name="T33" fmla="*/ 23 h 303"/>
              <a:gd name="T34" fmla="*/ 95 w 239"/>
              <a:gd name="T35" fmla="*/ 23 h 303"/>
              <a:gd name="T36" fmla="*/ 71 w 239"/>
              <a:gd name="T37" fmla="*/ 26 h 303"/>
              <a:gd name="T38" fmla="*/ 68 w 239"/>
              <a:gd name="T39" fmla="*/ 42 h 303"/>
              <a:gd name="T40" fmla="*/ 68 w 239"/>
              <a:gd name="T41" fmla="*/ 121 h 303"/>
              <a:gd name="T42" fmla="*/ 107 w 239"/>
              <a:gd name="T43" fmla="*/ 121 h 303"/>
              <a:gd name="T44" fmla="*/ 152 w 239"/>
              <a:gd name="T45" fmla="*/ 116 h 303"/>
              <a:gd name="T46" fmla="*/ 169 w 239"/>
              <a:gd name="T47" fmla="*/ 96 h 303"/>
              <a:gd name="T48" fmla="*/ 170 w 239"/>
              <a:gd name="T49" fmla="*/ 93 h 303"/>
              <a:gd name="T50" fmla="*/ 184 w 239"/>
              <a:gd name="T51" fmla="*/ 93 h 303"/>
              <a:gd name="T52" fmla="*/ 184 w 239"/>
              <a:gd name="T53" fmla="*/ 171 h 303"/>
              <a:gd name="T54" fmla="*/ 170 w 239"/>
              <a:gd name="T55" fmla="*/ 171 h 303"/>
              <a:gd name="T56" fmla="*/ 169 w 239"/>
              <a:gd name="T57" fmla="*/ 169 h 303"/>
              <a:gd name="T58" fmla="*/ 154 w 239"/>
              <a:gd name="T59" fmla="*/ 149 h 303"/>
              <a:gd name="T60" fmla="*/ 113 w 239"/>
              <a:gd name="T61" fmla="*/ 144 h 303"/>
              <a:gd name="T62" fmla="*/ 68 w 239"/>
              <a:gd name="T63" fmla="*/ 144 h 303"/>
              <a:gd name="T64" fmla="*/ 68 w 239"/>
              <a:gd name="T65" fmla="*/ 256 h 303"/>
              <a:gd name="T66" fmla="*/ 73 w 239"/>
              <a:gd name="T67" fmla="*/ 277 h 303"/>
              <a:gd name="T68" fmla="*/ 104 w 239"/>
              <a:gd name="T69" fmla="*/ 281 h 303"/>
              <a:gd name="T70" fmla="*/ 150 w 239"/>
              <a:gd name="T71" fmla="*/ 279 h 303"/>
              <a:gd name="T72" fmla="*/ 173 w 239"/>
              <a:gd name="T73" fmla="*/ 275 h 303"/>
              <a:gd name="T74" fmla="*/ 197 w 239"/>
              <a:gd name="T75" fmla="*/ 261 h 303"/>
              <a:gd name="T76" fmla="*/ 222 w 239"/>
              <a:gd name="T77" fmla="*/ 232 h 303"/>
              <a:gd name="T78" fmla="*/ 224 w 239"/>
              <a:gd name="T79" fmla="*/ 229 h 303"/>
              <a:gd name="T80" fmla="*/ 239 w 239"/>
              <a:gd name="T81" fmla="*/ 237 h 303"/>
              <a:gd name="T82" fmla="*/ 220 w 239"/>
              <a:gd name="T8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9" h="303">
                <a:moveTo>
                  <a:pt x="220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9" y="287"/>
                  <a:pt x="12" y="285"/>
                  <a:pt x="14" y="281"/>
                </a:cubicBezTo>
                <a:cubicBezTo>
                  <a:pt x="17" y="276"/>
                  <a:pt x="18" y="267"/>
                  <a:pt x="18" y="255"/>
                </a:cubicBezTo>
                <a:lnTo>
                  <a:pt x="18" y="49"/>
                </a:lnTo>
                <a:cubicBezTo>
                  <a:pt x="18" y="36"/>
                  <a:pt x="17" y="28"/>
                  <a:pt x="14" y="23"/>
                </a:cubicBezTo>
                <a:cubicBezTo>
                  <a:pt x="12" y="19"/>
                  <a:pt x="9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213" y="0"/>
                </a:lnTo>
                <a:lnTo>
                  <a:pt x="219" y="65"/>
                </a:lnTo>
                <a:lnTo>
                  <a:pt x="203" y="68"/>
                </a:lnTo>
                <a:lnTo>
                  <a:pt x="202" y="64"/>
                </a:lnTo>
                <a:cubicBezTo>
                  <a:pt x="196" y="49"/>
                  <a:pt x="187" y="38"/>
                  <a:pt x="176" y="32"/>
                </a:cubicBezTo>
                <a:cubicBezTo>
                  <a:pt x="165" y="26"/>
                  <a:pt x="142" y="23"/>
                  <a:pt x="108" y="23"/>
                </a:cubicBezTo>
                <a:lnTo>
                  <a:pt x="95" y="23"/>
                </a:lnTo>
                <a:cubicBezTo>
                  <a:pt x="76" y="23"/>
                  <a:pt x="72" y="25"/>
                  <a:pt x="71" y="26"/>
                </a:cubicBezTo>
                <a:cubicBezTo>
                  <a:pt x="71" y="26"/>
                  <a:pt x="68" y="29"/>
                  <a:pt x="68" y="42"/>
                </a:cubicBezTo>
                <a:lnTo>
                  <a:pt x="68" y="121"/>
                </a:lnTo>
                <a:lnTo>
                  <a:pt x="107" y="121"/>
                </a:lnTo>
                <a:cubicBezTo>
                  <a:pt x="128" y="121"/>
                  <a:pt x="144" y="119"/>
                  <a:pt x="152" y="116"/>
                </a:cubicBezTo>
                <a:cubicBezTo>
                  <a:pt x="160" y="112"/>
                  <a:pt x="166" y="105"/>
                  <a:pt x="169" y="96"/>
                </a:cubicBezTo>
                <a:lnTo>
                  <a:pt x="170" y="93"/>
                </a:lnTo>
                <a:lnTo>
                  <a:pt x="184" y="93"/>
                </a:lnTo>
                <a:lnTo>
                  <a:pt x="184" y="171"/>
                </a:lnTo>
                <a:lnTo>
                  <a:pt x="170" y="171"/>
                </a:lnTo>
                <a:lnTo>
                  <a:pt x="169" y="169"/>
                </a:lnTo>
                <a:cubicBezTo>
                  <a:pt x="165" y="159"/>
                  <a:pt x="161" y="153"/>
                  <a:pt x="154" y="149"/>
                </a:cubicBezTo>
                <a:cubicBezTo>
                  <a:pt x="150" y="147"/>
                  <a:pt x="139" y="144"/>
                  <a:pt x="113" y="144"/>
                </a:cubicBezTo>
                <a:lnTo>
                  <a:pt x="68" y="144"/>
                </a:lnTo>
                <a:lnTo>
                  <a:pt x="68" y="256"/>
                </a:lnTo>
                <a:cubicBezTo>
                  <a:pt x="68" y="272"/>
                  <a:pt x="72" y="276"/>
                  <a:pt x="73" y="277"/>
                </a:cubicBezTo>
                <a:cubicBezTo>
                  <a:pt x="75" y="278"/>
                  <a:pt x="82" y="281"/>
                  <a:pt x="104" y="281"/>
                </a:cubicBezTo>
                <a:cubicBezTo>
                  <a:pt x="125" y="281"/>
                  <a:pt x="141" y="280"/>
                  <a:pt x="150" y="279"/>
                </a:cubicBezTo>
                <a:cubicBezTo>
                  <a:pt x="158" y="278"/>
                  <a:pt x="166" y="277"/>
                  <a:pt x="173" y="275"/>
                </a:cubicBezTo>
                <a:cubicBezTo>
                  <a:pt x="181" y="272"/>
                  <a:pt x="189" y="267"/>
                  <a:pt x="197" y="261"/>
                </a:cubicBezTo>
                <a:cubicBezTo>
                  <a:pt x="205" y="254"/>
                  <a:pt x="213" y="244"/>
                  <a:pt x="222" y="232"/>
                </a:cubicBezTo>
                <a:lnTo>
                  <a:pt x="224" y="229"/>
                </a:lnTo>
                <a:lnTo>
                  <a:pt x="239" y="237"/>
                </a:lnTo>
                <a:lnTo>
                  <a:pt x="220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3" name="Freeform 91">
            <a:extLst>
              <a:ext uri="{FF2B5EF4-FFF2-40B4-BE49-F238E27FC236}">
                <a16:creationId xmlns:a16="http://schemas.microsoft.com/office/drawing/2014/main" id="{CDCCFE65-9A4A-4FC9-B363-9A87CBC4AC45}"/>
              </a:ext>
            </a:extLst>
          </p:cNvPr>
          <p:cNvSpPr>
            <a:spLocks noEditPoints="1"/>
          </p:cNvSpPr>
          <p:nvPr/>
        </p:nvSpPr>
        <p:spPr bwMode="auto">
          <a:xfrm>
            <a:off x="10794147" y="5228222"/>
            <a:ext cx="143549" cy="195433"/>
          </a:xfrm>
          <a:custGeom>
            <a:avLst/>
            <a:gdLst>
              <a:gd name="T0" fmla="*/ 69 w 250"/>
              <a:gd name="T1" fmla="*/ 151 h 343"/>
              <a:gd name="T2" fmla="*/ 78 w 250"/>
              <a:gd name="T3" fmla="*/ 152 h 343"/>
              <a:gd name="T4" fmla="*/ 95 w 250"/>
              <a:gd name="T5" fmla="*/ 152 h 343"/>
              <a:gd name="T6" fmla="*/ 167 w 250"/>
              <a:gd name="T7" fmla="*/ 136 h 343"/>
              <a:gd name="T8" fmla="*/ 189 w 250"/>
              <a:gd name="T9" fmla="*/ 88 h 343"/>
              <a:gd name="T10" fmla="*/ 169 w 250"/>
              <a:gd name="T11" fmla="*/ 37 h 343"/>
              <a:gd name="T12" fmla="*/ 111 w 250"/>
              <a:gd name="T13" fmla="*/ 19 h 343"/>
              <a:gd name="T14" fmla="*/ 77 w 250"/>
              <a:gd name="T15" fmla="*/ 26 h 343"/>
              <a:gd name="T16" fmla="*/ 69 w 250"/>
              <a:gd name="T17" fmla="*/ 49 h 343"/>
              <a:gd name="T18" fmla="*/ 69 w 250"/>
              <a:gd name="T19" fmla="*/ 151 h 343"/>
              <a:gd name="T20" fmla="*/ 250 w 250"/>
              <a:gd name="T21" fmla="*/ 343 h 343"/>
              <a:gd name="T22" fmla="*/ 244 w 250"/>
              <a:gd name="T23" fmla="*/ 340 h 343"/>
              <a:gd name="T24" fmla="*/ 165 w 250"/>
              <a:gd name="T25" fmla="*/ 278 h 343"/>
              <a:gd name="T26" fmla="*/ 108 w 250"/>
              <a:gd name="T27" fmla="*/ 172 h 343"/>
              <a:gd name="T28" fmla="*/ 101 w 250"/>
              <a:gd name="T29" fmla="*/ 172 h 343"/>
              <a:gd name="T30" fmla="*/ 92 w 250"/>
              <a:gd name="T31" fmla="*/ 172 h 343"/>
              <a:gd name="T32" fmla="*/ 69 w 250"/>
              <a:gd name="T33" fmla="*/ 171 h 343"/>
              <a:gd name="T34" fmla="*/ 69 w 250"/>
              <a:gd name="T35" fmla="*/ 259 h 343"/>
              <a:gd name="T36" fmla="*/ 72 w 250"/>
              <a:gd name="T37" fmla="*/ 285 h 343"/>
              <a:gd name="T38" fmla="*/ 83 w 250"/>
              <a:gd name="T39" fmla="*/ 291 h 343"/>
              <a:gd name="T40" fmla="*/ 87 w 250"/>
              <a:gd name="T41" fmla="*/ 291 h 343"/>
              <a:gd name="T42" fmla="*/ 87 w 250"/>
              <a:gd name="T43" fmla="*/ 307 h 343"/>
              <a:gd name="T44" fmla="*/ 0 w 250"/>
              <a:gd name="T45" fmla="*/ 307 h 343"/>
              <a:gd name="T46" fmla="*/ 0 w 250"/>
              <a:gd name="T47" fmla="*/ 291 h 343"/>
              <a:gd name="T48" fmla="*/ 4 w 250"/>
              <a:gd name="T49" fmla="*/ 291 h 343"/>
              <a:gd name="T50" fmla="*/ 15 w 250"/>
              <a:gd name="T51" fmla="*/ 285 h 343"/>
              <a:gd name="T52" fmla="*/ 19 w 250"/>
              <a:gd name="T53" fmla="*/ 259 h 343"/>
              <a:gd name="T54" fmla="*/ 19 w 250"/>
              <a:gd name="T55" fmla="*/ 53 h 343"/>
              <a:gd name="T56" fmla="*/ 15 w 250"/>
              <a:gd name="T57" fmla="*/ 27 h 343"/>
              <a:gd name="T58" fmla="*/ 4 w 250"/>
              <a:gd name="T59" fmla="*/ 20 h 343"/>
              <a:gd name="T60" fmla="*/ 0 w 250"/>
              <a:gd name="T61" fmla="*/ 20 h 343"/>
              <a:gd name="T62" fmla="*/ 0 w 250"/>
              <a:gd name="T63" fmla="*/ 5 h 343"/>
              <a:gd name="T64" fmla="*/ 70 w 250"/>
              <a:gd name="T65" fmla="*/ 1 h 343"/>
              <a:gd name="T66" fmla="*/ 95 w 250"/>
              <a:gd name="T67" fmla="*/ 0 h 343"/>
              <a:gd name="T68" fmla="*/ 109 w 250"/>
              <a:gd name="T69" fmla="*/ 0 h 343"/>
              <a:gd name="T70" fmla="*/ 206 w 250"/>
              <a:gd name="T71" fmla="*/ 24 h 343"/>
              <a:gd name="T72" fmla="*/ 243 w 250"/>
              <a:gd name="T73" fmla="*/ 89 h 343"/>
              <a:gd name="T74" fmla="*/ 219 w 250"/>
              <a:gd name="T75" fmla="*/ 140 h 343"/>
              <a:gd name="T76" fmla="*/ 162 w 250"/>
              <a:gd name="T77" fmla="*/ 167 h 343"/>
              <a:gd name="T78" fmla="*/ 204 w 250"/>
              <a:gd name="T79" fmla="*/ 265 h 343"/>
              <a:gd name="T80" fmla="*/ 248 w 250"/>
              <a:gd name="T81" fmla="*/ 325 h 343"/>
              <a:gd name="T82" fmla="*/ 250 w 250"/>
              <a:gd name="T83" fmla="*/ 326 h 343"/>
              <a:gd name="T84" fmla="*/ 250 w 250"/>
              <a:gd name="T8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0" h="343">
                <a:moveTo>
                  <a:pt x="69" y="151"/>
                </a:moveTo>
                <a:cubicBezTo>
                  <a:pt x="71" y="151"/>
                  <a:pt x="74" y="152"/>
                  <a:pt x="78" y="152"/>
                </a:cubicBezTo>
                <a:cubicBezTo>
                  <a:pt x="82" y="152"/>
                  <a:pt x="88" y="152"/>
                  <a:pt x="95" y="152"/>
                </a:cubicBezTo>
                <a:cubicBezTo>
                  <a:pt x="127" y="152"/>
                  <a:pt x="151" y="147"/>
                  <a:pt x="167" y="136"/>
                </a:cubicBezTo>
                <a:cubicBezTo>
                  <a:pt x="182" y="126"/>
                  <a:pt x="189" y="110"/>
                  <a:pt x="189" y="88"/>
                </a:cubicBezTo>
                <a:cubicBezTo>
                  <a:pt x="189" y="66"/>
                  <a:pt x="182" y="49"/>
                  <a:pt x="169" y="37"/>
                </a:cubicBezTo>
                <a:cubicBezTo>
                  <a:pt x="156" y="25"/>
                  <a:pt x="136" y="19"/>
                  <a:pt x="111" y="19"/>
                </a:cubicBezTo>
                <a:cubicBezTo>
                  <a:pt x="95" y="19"/>
                  <a:pt x="83" y="21"/>
                  <a:pt x="77" y="26"/>
                </a:cubicBezTo>
                <a:cubicBezTo>
                  <a:pt x="71" y="30"/>
                  <a:pt x="69" y="37"/>
                  <a:pt x="69" y="49"/>
                </a:cubicBezTo>
                <a:lnTo>
                  <a:pt x="69" y="151"/>
                </a:lnTo>
                <a:close/>
                <a:moveTo>
                  <a:pt x="250" y="343"/>
                </a:moveTo>
                <a:lnTo>
                  <a:pt x="244" y="340"/>
                </a:lnTo>
                <a:cubicBezTo>
                  <a:pt x="215" y="328"/>
                  <a:pt x="188" y="307"/>
                  <a:pt x="165" y="278"/>
                </a:cubicBezTo>
                <a:cubicBezTo>
                  <a:pt x="142" y="249"/>
                  <a:pt x="123" y="214"/>
                  <a:pt x="108" y="172"/>
                </a:cubicBezTo>
                <a:cubicBezTo>
                  <a:pt x="106" y="172"/>
                  <a:pt x="104" y="172"/>
                  <a:pt x="101" y="172"/>
                </a:cubicBezTo>
                <a:cubicBezTo>
                  <a:pt x="97" y="172"/>
                  <a:pt x="94" y="172"/>
                  <a:pt x="92" y="172"/>
                </a:cubicBezTo>
                <a:cubicBezTo>
                  <a:pt x="87" y="172"/>
                  <a:pt x="79" y="172"/>
                  <a:pt x="69" y="171"/>
                </a:cubicBezTo>
                <a:lnTo>
                  <a:pt x="69" y="259"/>
                </a:lnTo>
                <a:cubicBezTo>
                  <a:pt x="69" y="271"/>
                  <a:pt x="70" y="280"/>
                  <a:pt x="72" y="285"/>
                </a:cubicBezTo>
                <a:cubicBezTo>
                  <a:pt x="75" y="289"/>
                  <a:pt x="78" y="291"/>
                  <a:pt x="83" y="291"/>
                </a:cubicBezTo>
                <a:lnTo>
                  <a:pt x="87" y="291"/>
                </a:lnTo>
                <a:lnTo>
                  <a:pt x="87" y="307"/>
                </a:lnTo>
                <a:lnTo>
                  <a:pt x="0" y="307"/>
                </a:lnTo>
                <a:lnTo>
                  <a:pt x="0" y="291"/>
                </a:lnTo>
                <a:lnTo>
                  <a:pt x="4" y="291"/>
                </a:lnTo>
                <a:cubicBezTo>
                  <a:pt x="9" y="291"/>
                  <a:pt x="12" y="289"/>
                  <a:pt x="15" y="285"/>
                </a:cubicBezTo>
                <a:cubicBezTo>
                  <a:pt x="17" y="280"/>
                  <a:pt x="19" y="271"/>
                  <a:pt x="19" y="259"/>
                </a:cubicBezTo>
                <a:lnTo>
                  <a:pt x="19" y="53"/>
                </a:lnTo>
                <a:cubicBezTo>
                  <a:pt x="19" y="40"/>
                  <a:pt x="17" y="32"/>
                  <a:pt x="15" y="27"/>
                </a:cubicBezTo>
                <a:cubicBezTo>
                  <a:pt x="12" y="23"/>
                  <a:pt x="9" y="21"/>
                  <a:pt x="4" y="20"/>
                </a:cubicBezTo>
                <a:lnTo>
                  <a:pt x="0" y="20"/>
                </a:lnTo>
                <a:lnTo>
                  <a:pt x="0" y="5"/>
                </a:lnTo>
                <a:lnTo>
                  <a:pt x="70" y="1"/>
                </a:lnTo>
                <a:cubicBezTo>
                  <a:pt x="80" y="1"/>
                  <a:pt x="88" y="0"/>
                  <a:pt x="95" y="0"/>
                </a:cubicBezTo>
                <a:cubicBezTo>
                  <a:pt x="101" y="0"/>
                  <a:pt x="106" y="0"/>
                  <a:pt x="109" y="0"/>
                </a:cubicBezTo>
                <a:cubicBezTo>
                  <a:pt x="149" y="0"/>
                  <a:pt x="182" y="8"/>
                  <a:pt x="206" y="24"/>
                </a:cubicBezTo>
                <a:cubicBezTo>
                  <a:pt x="230" y="40"/>
                  <a:pt x="243" y="62"/>
                  <a:pt x="243" y="89"/>
                </a:cubicBezTo>
                <a:cubicBezTo>
                  <a:pt x="243" y="109"/>
                  <a:pt x="235" y="126"/>
                  <a:pt x="219" y="140"/>
                </a:cubicBezTo>
                <a:cubicBezTo>
                  <a:pt x="205" y="153"/>
                  <a:pt x="186" y="162"/>
                  <a:pt x="162" y="167"/>
                </a:cubicBezTo>
                <a:cubicBezTo>
                  <a:pt x="176" y="206"/>
                  <a:pt x="190" y="239"/>
                  <a:pt x="204" y="265"/>
                </a:cubicBezTo>
                <a:cubicBezTo>
                  <a:pt x="219" y="292"/>
                  <a:pt x="234" y="312"/>
                  <a:pt x="248" y="325"/>
                </a:cubicBezTo>
                <a:lnTo>
                  <a:pt x="250" y="326"/>
                </a:lnTo>
                <a:lnTo>
                  <a:pt x="250" y="34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4" name="Freeform 92">
            <a:extLst>
              <a:ext uri="{FF2B5EF4-FFF2-40B4-BE49-F238E27FC236}">
                <a16:creationId xmlns:a16="http://schemas.microsoft.com/office/drawing/2014/main" id="{F904FB87-DDA8-41F3-8E8D-1A1BEE87AFF3}"/>
              </a:ext>
            </a:extLst>
          </p:cNvPr>
          <p:cNvSpPr>
            <a:spLocks/>
          </p:cNvSpPr>
          <p:nvPr/>
        </p:nvSpPr>
        <p:spPr bwMode="auto">
          <a:xfrm>
            <a:off x="10946341" y="5226491"/>
            <a:ext cx="121065" cy="181597"/>
          </a:xfrm>
          <a:custGeom>
            <a:avLst/>
            <a:gdLst>
              <a:gd name="T0" fmla="*/ 109 w 212"/>
              <a:gd name="T1" fmla="*/ 316 h 316"/>
              <a:gd name="T2" fmla="*/ 51 w 212"/>
              <a:gd name="T3" fmla="*/ 306 h 316"/>
              <a:gd name="T4" fmla="*/ 2 w 212"/>
              <a:gd name="T5" fmla="*/ 276 h 316"/>
              <a:gd name="T6" fmla="*/ 0 w 212"/>
              <a:gd name="T7" fmla="*/ 275 h 316"/>
              <a:gd name="T8" fmla="*/ 17 w 212"/>
              <a:gd name="T9" fmla="*/ 212 h 316"/>
              <a:gd name="T10" fmla="*/ 33 w 212"/>
              <a:gd name="T11" fmla="*/ 215 h 316"/>
              <a:gd name="T12" fmla="*/ 33 w 212"/>
              <a:gd name="T13" fmla="*/ 217 h 316"/>
              <a:gd name="T14" fmla="*/ 63 w 212"/>
              <a:gd name="T15" fmla="*/ 275 h 316"/>
              <a:gd name="T16" fmla="*/ 113 w 212"/>
              <a:gd name="T17" fmla="*/ 295 h 316"/>
              <a:gd name="T18" fmla="*/ 156 w 212"/>
              <a:gd name="T19" fmla="*/ 280 h 316"/>
              <a:gd name="T20" fmla="*/ 172 w 212"/>
              <a:gd name="T21" fmla="*/ 242 h 316"/>
              <a:gd name="T22" fmla="*/ 159 w 212"/>
              <a:gd name="T23" fmla="*/ 206 h 316"/>
              <a:gd name="T24" fmla="*/ 103 w 212"/>
              <a:gd name="T25" fmla="*/ 175 h 316"/>
              <a:gd name="T26" fmla="*/ 92 w 212"/>
              <a:gd name="T27" fmla="*/ 171 h 316"/>
              <a:gd name="T28" fmla="*/ 34 w 212"/>
              <a:gd name="T29" fmla="*/ 138 h 316"/>
              <a:gd name="T30" fmla="*/ 18 w 212"/>
              <a:gd name="T31" fmla="*/ 113 h 316"/>
              <a:gd name="T32" fmla="*/ 12 w 212"/>
              <a:gd name="T33" fmla="*/ 84 h 316"/>
              <a:gd name="T34" fmla="*/ 39 w 212"/>
              <a:gd name="T35" fmla="*/ 24 h 316"/>
              <a:gd name="T36" fmla="*/ 105 w 212"/>
              <a:gd name="T37" fmla="*/ 0 h 316"/>
              <a:gd name="T38" fmla="*/ 149 w 212"/>
              <a:gd name="T39" fmla="*/ 7 h 316"/>
              <a:gd name="T40" fmla="*/ 195 w 212"/>
              <a:gd name="T41" fmla="*/ 29 h 316"/>
              <a:gd name="T42" fmla="*/ 198 w 212"/>
              <a:gd name="T43" fmla="*/ 31 h 316"/>
              <a:gd name="T44" fmla="*/ 183 w 212"/>
              <a:gd name="T45" fmla="*/ 89 h 316"/>
              <a:gd name="T46" fmla="*/ 168 w 212"/>
              <a:gd name="T47" fmla="*/ 86 h 316"/>
              <a:gd name="T48" fmla="*/ 168 w 212"/>
              <a:gd name="T49" fmla="*/ 83 h 316"/>
              <a:gd name="T50" fmla="*/ 142 w 212"/>
              <a:gd name="T51" fmla="*/ 37 h 316"/>
              <a:gd name="T52" fmla="*/ 101 w 212"/>
              <a:gd name="T53" fmla="*/ 21 h 316"/>
              <a:gd name="T54" fmla="*/ 63 w 212"/>
              <a:gd name="T55" fmla="*/ 33 h 316"/>
              <a:gd name="T56" fmla="*/ 49 w 212"/>
              <a:gd name="T57" fmla="*/ 65 h 316"/>
              <a:gd name="T58" fmla="*/ 61 w 212"/>
              <a:gd name="T59" fmla="*/ 95 h 316"/>
              <a:gd name="T60" fmla="*/ 110 w 212"/>
              <a:gd name="T61" fmla="*/ 122 h 316"/>
              <a:gd name="T62" fmla="*/ 121 w 212"/>
              <a:gd name="T63" fmla="*/ 127 h 316"/>
              <a:gd name="T64" fmla="*/ 189 w 212"/>
              <a:gd name="T65" fmla="*/ 163 h 316"/>
              <a:gd name="T66" fmla="*/ 207 w 212"/>
              <a:gd name="T67" fmla="*/ 190 h 316"/>
              <a:gd name="T68" fmla="*/ 212 w 212"/>
              <a:gd name="T69" fmla="*/ 223 h 316"/>
              <a:gd name="T70" fmla="*/ 183 w 212"/>
              <a:gd name="T71" fmla="*/ 289 h 316"/>
              <a:gd name="T72" fmla="*/ 109 w 212"/>
              <a:gd name="T73" fmla="*/ 316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2" h="316">
                <a:moveTo>
                  <a:pt x="109" y="316"/>
                </a:moveTo>
                <a:cubicBezTo>
                  <a:pt x="89" y="316"/>
                  <a:pt x="70" y="312"/>
                  <a:pt x="51" y="306"/>
                </a:cubicBezTo>
                <a:cubicBezTo>
                  <a:pt x="33" y="299"/>
                  <a:pt x="16" y="289"/>
                  <a:pt x="2" y="276"/>
                </a:cubicBezTo>
                <a:lnTo>
                  <a:pt x="0" y="275"/>
                </a:lnTo>
                <a:lnTo>
                  <a:pt x="17" y="212"/>
                </a:lnTo>
                <a:lnTo>
                  <a:pt x="33" y="215"/>
                </a:lnTo>
                <a:lnTo>
                  <a:pt x="33" y="217"/>
                </a:lnTo>
                <a:cubicBezTo>
                  <a:pt x="39" y="242"/>
                  <a:pt x="49" y="262"/>
                  <a:pt x="63" y="275"/>
                </a:cubicBezTo>
                <a:cubicBezTo>
                  <a:pt x="77" y="289"/>
                  <a:pt x="94" y="295"/>
                  <a:pt x="113" y="295"/>
                </a:cubicBezTo>
                <a:cubicBezTo>
                  <a:pt x="131" y="295"/>
                  <a:pt x="145" y="290"/>
                  <a:pt x="156" y="280"/>
                </a:cubicBezTo>
                <a:cubicBezTo>
                  <a:pt x="167" y="271"/>
                  <a:pt x="172" y="258"/>
                  <a:pt x="172" y="242"/>
                </a:cubicBezTo>
                <a:cubicBezTo>
                  <a:pt x="172" y="228"/>
                  <a:pt x="168" y="215"/>
                  <a:pt x="159" y="206"/>
                </a:cubicBezTo>
                <a:cubicBezTo>
                  <a:pt x="151" y="197"/>
                  <a:pt x="132" y="186"/>
                  <a:pt x="103" y="175"/>
                </a:cubicBezTo>
                <a:lnTo>
                  <a:pt x="92" y="171"/>
                </a:lnTo>
                <a:cubicBezTo>
                  <a:pt x="63" y="160"/>
                  <a:pt x="45" y="149"/>
                  <a:pt x="34" y="138"/>
                </a:cubicBezTo>
                <a:cubicBezTo>
                  <a:pt x="27" y="131"/>
                  <a:pt x="21" y="122"/>
                  <a:pt x="18" y="113"/>
                </a:cubicBezTo>
                <a:cubicBezTo>
                  <a:pt x="14" y="104"/>
                  <a:pt x="12" y="94"/>
                  <a:pt x="12" y="84"/>
                </a:cubicBezTo>
                <a:cubicBezTo>
                  <a:pt x="12" y="60"/>
                  <a:pt x="21" y="40"/>
                  <a:pt x="39" y="24"/>
                </a:cubicBezTo>
                <a:cubicBezTo>
                  <a:pt x="56" y="8"/>
                  <a:pt x="78" y="0"/>
                  <a:pt x="105" y="0"/>
                </a:cubicBezTo>
                <a:cubicBezTo>
                  <a:pt x="119" y="0"/>
                  <a:pt x="134" y="2"/>
                  <a:pt x="149" y="7"/>
                </a:cubicBezTo>
                <a:cubicBezTo>
                  <a:pt x="164" y="12"/>
                  <a:pt x="180" y="20"/>
                  <a:pt x="195" y="29"/>
                </a:cubicBezTo>
                <a:lnTo>
                  <a:pt x="198" y="31"/>
                </a:lnTo>
                <a:lnTo>
                  <a:pt x="183" y="89"/>
                </a:lnTo>
                <a:lnTo>
                  <a:pt x="168" y="86"/>
                </a:lnTo>
                <a:lnTo>
                  <a:pt x="168" y="83"/>
                </a:lnTo>
                <a:cubicBezTo>
                  <a:pt x="163" y="63"/>
                  <a:pt x="154" y="48"/>
                  <a:pt x="142" y="37"/>
                </a:cubicBezTo>
                <a:cubicBezTo>
                  <a:pt x="130" y="26"/>
                  <a:pt x="116" y="21"/>
                  <a:pt x="101" y="21"/>
                </a:cubicBezTo>
                <a:cubicBezTo>
                  <a:pt x="85" y="21"/>
                  <a:pt x="72" y="25"/>
                  <a:pt x="63" y="33"/>
                </a:cubicBezTo>
                <a:cubicBezTo>
                  <a:pt x="54" y="41"/>
                  <a:pt x="49" y="52"/>
                  <a:pt x="49" y="65"/>
                </a:cubicBezTo>
                <a:cubicBezTo>
                  <a:pt x="49" y="77"/>
                  <a:pt x="53" y="87"/>
                  <a:pt x="61" y="95"/>
                </a:cubicBezTo>
                <a:cubicBezTo>
                  <a:pt x="69" y="103"/>
                  <a:pt x="85" y="112"/>
                  <a:pt x="110" y="122"/>
                </a:cubicBezTo>
                <a:cubicBezTo>
                  <a:pt x="112" y="123"/>
                  <a:pt x="116" y="125"/>
                  <a:pt x="121" y="127"/>
                </a:cubicBezTo>
                <a:cubicBezTo>
                  <a:pt x="157" y="141"/>
                  <a:pt x="179" y="153"/>
                  <a:pt x="189" y="163"/>
                </a:cubicBezTo>
                <a:cubicBezTo>
                  <a:pt x="197" y="171"/>
                  <a:pt x="203" y="180"/>
                  <a:pt x="207" y="190"/>
                </a:cubicBezTo>
                <a:cubicBezTo>
                  <a:pt x="210" y="199"/>
                  <a:pt x="212" y="210"/>
                  <a:pt x="212" y="223"/>
                </a:cubicBezTo>
                <a:cubicBezTo>
                  <a:pt x="212" y="249"/>
                  <a:pt x="203" y="272"/>
                  <a:pt x="183" y="289"/>
                </a:cubicBezTo>
                <a:cubicBezTo>
                  <a:pt x="164" y="307"/>
                  <a:pt x="139" y="316"/>
                  <a:pt x="109" y="3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5" name="Freeform 93">
            <a:extLst>
              <a:ext uri="{FF2B5EF4-FFF2-40B4-BE49-F238E27FC236}">
                <a16:creationId xmlns:a16="http://schemas.microsoft.com/office/drawing/2014/main" id="{887CE66E-64E9-4FB9-A188-D7B92D045D1B}"/>
              </a:ext>
            </a:extLst>
          </p:cNvPr>
          <p:cNvSpPr>
            <a:spLocks/>
          </p:cNvSpPr>
          <p:nvPr/>
        </p:nvSpPr>
        <p:spPr bwMode="auto">
          <a:xfrm>
            <a:off x="11084701" y="5229951"/>
            <a:ext cx="51885" cy="174678"/>
          </a:xfrm>
          <a:custGeom>
            <a:avLst/>
            <a:gdLst>
              <a:gd name="T0" fmla="*/ 89 w 89"/>
              <a:gd name="T1" fmla="*/ 303 h 303"/>
              <a:gd name="T2" fmla="*/ 0 w 89"/>
              <a:gd name="T3" fmla="*/ 303 h 303"/>
              <a:gd name="T4" fmla="*/ 0 w 89"/>
              <a:gd name="T5" fmla="*/ 287 h 303"/>
              <a:gd name="T6" fmla="*/ 4 w 89"/>
              <a:gd name="T7" fmla="*/ 287 h 303"/>
              <a:gd name="T8" fmla="*/ 15 w 89"/>
              <a:gd name="T9" fmla="*/ 280 h 303"/>
              <a:gd name="T10" fmla="*/ 19 w 89"/>
              <a:gd name="T11" fmla="*/ 255 h 303"/>
              <a:gd name="T12" fmla="*/ 19 w 89"/>
              <a:gd name="T13" fmla="*/ 49 h 303"/>
              <a:gd name="T14" fmla="*/ 15 w 89"/>
              <a:gd name="T15" fmla="*/ 23 h 303"/>
              <a:gd name="T16" fmla="*/ 4 w 89"/>
              <a:gd name="T17" fmla="*/ 16 h 303"/>
              <a:gd name="T18" fmla="*/ 0 w 89"/>
              <a:gd name="T19" fmla="*/ 16 h 303"/>
              <a:gd name="T20" fmla="*/ 0 w 89"/>
              <a:gd name="T21" fmla="*/ 0 h 303"/>
              <a:gd name="T22" fmla="*/ 89 w 89"/>
              <a:gd name="T23" fmla="*/ 0 h 303"/>
              <a:gd name="T24" fmla="*/ 89 w 89"/>
              <a:gd name="T25" fmla="*/ 16 h 303"/>
              <a:gd name="T26" fmla="*/ 85 w 89"/>
              <a:gd name="T27" fmla="*/ 16 h 303"/>
              <a:gd name="T28" fmla="*/ 74 w 89"/>
              <a:gd name="T29" fmla="*/ 23 h 303"/>
              <a:gd name="T30" fmla="*/ 70 w 89"/>
              <a:gd name="T31" fmla="*/ 49 h 303"/>
              <a:gd name="T32" fmla="*/ 70 w 89"/>
              <a:gd name="T33" fmla="*/ 255 h 303"/>
              <a:gd name="T34" fmla="*/ 74 w 89"/>
              <a:gd name="T35" fmla="*/ 281 h 303"/>
              <a:gd name="T36" fmla="*/ 85 w 89"/>
              <a:gd name="T37" fmla="*/ 287 h 303"/>
              <a:gd name="T38" fmla="*/ 89 w 89"/>
              <a:gd name="T39" fmla="*/ 287 h 303"/>
              <a:gd name="T40" fmla="*/ 89 w 89"/>
              <a:gd name="T41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9" h="303">
                <a:moveTo>
                  <a:pt x="89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10" y="287"/>
                  <a:pt x="13" y="285"/>
                  <a:pt x="15" y="280"/>
                </a:cubicBezTo>
                <a:cubicBezTo>
                  <a:pt x="18" y="276"/>
                  <a:pt x="19" y="267"/>
                  <a:pt x="19" y="255"/>
                </a:cubicBezTo>
                <a:lnTo>
                  <a:pt x="19" y="49"/>
                </a:lnTo>
                <a:cubicBezTo>
                  <a:pt x="19" y="37"/>
                  <a:pt x="18" y="28"/>
                  <a:pt x="15" y="23"/>
                </a:cubicBezTo>
                <a:cubicBezTo>
                  <a:pt x="13" y="19"/>
                  <a:pt x="10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9" y="0"/>
                </a:lnTo>
                <a:lnTo>
                  <a:pt x="89" y="16"/>
                </a:lnTo>
                <a:lnTo>
                  <a:pt x="85" y="16"/>
                </a:lnTo>
                <a:cubicBezTo>
                  <a:pt x="80" y="17"/>
                  <a:pt x="76" y="19"/>
                  <a:pt x="74" y="23"/>
                </a:cubicBezTo>
                <a:cubicBezTo>
                  <a:pt x="71" y="28"/>
                  <a:pt x="70" y="36"/>
                  <a:pt x="70" y="49"/>
                </a:cubicBezTo>
                <a:lnTo>
                  <a:pt x="70" y="255"/>
                </a:lnTo>
                <a:cubicBezTo>
                  <a:pt x="70" y="267"/>
                  <a:pt x="71" y="276"/>
                  <a:pt x="74" y="281"/>
                </a:cubicBezTo>
                <a:cubicBezTo>
                  <a:pt x="76" y="285"/>
                  <a:pt x="79" y="287"/>
                  <a:pt x="85" y="287"/>
                </a:cubicBezTo>
                <a:lnTo>
                  <a:pt x="89" y="287"/>
                </a:lnTo>
                <a:lnTo>
                  <a:pt x="89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6" name="Freeform 94">
            <a:extLst>
              <a:ext uri="{FF2B5EF4-FFF2-40B4-BE49-F238E27FC236}">
                <a16:creationId xmlns:a16="http://schemas.microsoft.com/office/drawing/2014/main" id="{1814B56B-DCD4-4693-86E9-12E0FE9412DB}"/>
              </a:ext>
            </a:extLst>
          </p:cNvPr>
          <p:cNvSpPr>
            <a:spLocks/>
          </p:cNvSpPr>
          <p:nvPr/>
        </p:nvSpPr>
        <p:spPr bwMode="auto">
          <a:xfrm>
            <a:off x="11145234" y="5229951"/>
            <a:ext cx="150467" cy="174678"/>
          </a:xfrm>
          <a:custGeom>
            <a:avLst/>
            <a:gdLst>
              <a:gd name="T0" fmla="*/ 176 w 263"/>
              <a:gd name="T1" fmla="*/ 303 h 303"/>
              <a:gd name="T2" fmla="*/ 87 w 263"/>
              <a:gd name="T3" fmla="*/ 303 h 303"/>
              <a:gd name="T4" fmla="*/ 87 w 263"/>
              <a:gd name="T5" fmla="*/ 287 h 303"/>
              <a:gd name="T6" fmla="*/ 91 w 263"/>
              <a:gd name="T7" fmla="*/ 287 h 303"/>
              <a:gd name="T8" fmla="*/ 102 w 263"/>
              <a:gd name="T9" fmla="*/ 280 h 303"/>
              <a:gd name="T10" fmla="*/ 106 w 263"/>
              <a:gd name="T11" fmla="*/ 255 h 303"/>
              <a:gd name="T12" fmla="*/ 106 w 263"/>
              <a:gd name="T13" fmla="*/ 31 h 303"/>
              <a:gd name="T14" fmla="*/ 105 w 263"/>
              <a:gd name="T15" fmla="*/ 24 h 303"/>
              <a:gd name="T16" fmla="*/ 99 w 263"/>
              <a:gd name="T17" fmla="*/ 23 h 303"/>
              <a:gd name="T18" fmla="*/ 49 w 263"/>
              <a:gd name="T19" fmla="*/ 33 h 303"/>
              <a:gd name="T20" fmla="*/ 17 w 263"/>
              <a:gd name="T21" fmla="*/ 70 h 303"/>
              <a:gd name="T22" fmla="*/ 15 w 263"/>
              <a:gd name="T23" fmla="*/ 73 h 303"/>
              <a:gd name="T24" fmla="*/ 0 w 263"/>
              <a:gd name="T25" fmla="*/ 66 h 303"/>
              <a:gd name="T26" fmla="*/ 17 w 263"/>
              <a:gd name="T27" fmla="*/ 0 h 303"/>
              <a:gd name="T28" fmla="*/ 246 w 263"/>
              <a:gd name="T29" fmla="*/ 0 h 303"/>
              <a:gd name="T30" fmla="*/ 263 w 263"/>
              <a:gd name="T31" fmla="*/ 66 h 303"/>
              <a:gd name="T32" fmla="*/ 247 w 263"/>
              <a:gd name="T33" fmla="*/ 73 h 303"/>
              <a:gd name="T34" fmla="*/ 245 w 263"/>
              <a:gd name="T35" fmla="*/ 70 h 303"/>
              <a:gd name="T36" fmla="*/ 214 w 263"/>
              <a:gd name="T37" fmla="*/ 33 h 303"/>
              <a:gd name="T38" fmla="*/ 164 w 263"/>
              <a:gd name="T39" fmla="*/ 23 h 303"/>
              <a:gd name="T40" fmla="*/ 158 w 263"/>
              <a:gd name="T41" fmla="*/ 24 h 303"/>
              <a:gd name="T42" fmla="*/ 156 w 263"/>
              <a:gd name="T43" fmla="*/ 31 h 303"/>
              <a:gd name="T44" fmla="*/ 156 w 263"/>
              <a:gd name="T45" fmla="*/ 255 h 303"/>
              <a:gd name="T46" fmla="*/ 161 w 263"/>
              <a:gd name="T47" fmla="*/ 281 h 303"/>
              <a:gd name="T48" fmla="*/ 172 w 263"/>
              <a:gd name="T49" fmla="*/ 287 h 303"/>
              <a:gd name="T50" fmla="*/ 176 w 263"/>
              <a:gd name="T51" fmla="*/ 287 h 303"/>
              <a:gd name="T52" fmla="*/ 176 w 263"/>
              <a:gd name="T5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3" h="303">
                <a:moveTo>
                  <a:pt x="176" y="303"/>
                </a:moveTo>
                <a:lnTo>
                  <a:pt x="87" y="303"/>
                </a:lnTo>
                <a:lnTo>
                  <a:pt x="87" y="287"/>
                </a:lnTo>
                <a:lnTo>
                  <a:pt x="91" y="287"/>
                </a:lnTo>
                <a:cubicBezTo>
                  <a:pt x="96" y="287"/>
                  <a:pt x="100" y="285"/>
                  <a:pt x="102" y="280"/>
                </a:cubicBezTo>
                <a:cubicBezTo>
                  <a:pt x="104" y="276"/>
                  <a:pt x="106" y="267"/>
                  <a:pt x="106" y="255"/>
                </a:cubicBezTo>
                <a:lnTo>
                  <a:pt x="106" y="31"/>
                </a:lnTo>
                <a:cubicBezTo>
                  <a:pt x="106" y="25"/>
                  <a:pt x="105" y="24"/>
                  <a:pt x="105" y="24"/>
                </a:cubicBezTo>
                <a:cubicBezTo>
                  <a:pt x="105" y="24"/>
                  <a:pt x="104" y="23"/>
                  <a:pt x="99" y="23"/>
                </a:cubicBezTo>
                <a:cubicBezTo>
                  <a:pt x="77" y="23"/>
                  <a:pt x="60" y="26"/>
                  <a:pt x="49" y="33"/>
                </a:cubicBezTo>
                <a:cubicBezTo>
                  <a:pt x="37" y="40"/>
                  <a:pt x="27" y="52"/>
                  <a:pt x="17" y="70"/>
                </a:cubicBezTo>
                <a:lnTo>
                  <a:pt x="15" y="73"/>
                </a:lnTo>
                <a:lnTo>
                  <a:pt x="0" y="66"/>
                </a:lnTo>
                <a:lnTo>
                  <a:pt x="17" y="0"/>
                </a:lnTo>
                <a:lnTo>
                  <a:pt x="246" y="0"/>
                </a:lnTo>
                <a:lnTo>
                  <a:pt x="263" y="66"/>
                </a:lnTo>
                <a:lnTo>
                  <a:pt x="247" y="73"/>
                </a:lnTo>
                <a:lnTo>
                  <a:pt x="245" y="70"/>
                </a:lnTo>
                <a:cubicBezTo>
                  <a:pt x="236" y="52"/>
                  <a:pt x="225" y="40"/>
                  <a:pt x="214" y="33"/>
                </a:cubicBezTo>
                <a:cubicBezTo>
                  <a:pt x="202" y="26"/>
                  <a:pt x="186" y="23"/>
                  <a:pt x="164" y="23"/>
                </a:cubicBezTo>
                <a:cubicBezTo>
                  <a:pt x="159" y="23"/>
                  <a:pt x="158" y="24"/>
                  <a:pt x="158" y="24"/>
                </a:cubicBezTo>
                <a:cubicBezTo>
                  <a:pt x="158" y="24"/>
                  <a:pt x="156" y="25"/>
                  <a:pt x="156" y="31"/>
                </a:cubicBezTo>
                <a:lnTo>
                  <a:pt x="156" y="255"/>
                </a:lnTo>
                <a:cubicBezTo>
                  <a:pt x="156" y="267"/>
                  <a:pt x="158" y="276"/>
                  <a:pt x="161" y="281"/>
                </a:cubicBezTo>
                <a:cubicBezTo>
                  <a:pt x="163" y="285"/>
                  <a:pt x="166" y="287"/>
                  <a:pt x="172" y="287"/>
                </a:cubicBezTo>
                <a:lnTo>
                  <a:pt x="176" y="287"/>
                </a:lnTo>
                <a:lnTo>
                  <a:pt x="176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7" name="Freeform 95">
            <a:extLst>
              <a:ext uri="{FF2B5EF4-FFF2-40B4-BE49-F238E27FC236}">
                <a16:creationId xmlns:a16="http://schemas.microsoft.com/office/drawing/2014/main" id="{98F5F224-52F0-402E-891C-4596944E75CB}"/>
              </a:ext>
            </a:extLst>
          </p:cNvPr>
          <p:cNvSpPr>
            <a:spLocks noEditPoints="1"/>
          </p:cNvSpPr>
          <p:nvPr/>
        </p:nvSpPr>
        <p:spPr bwMode="auto">
          <a:xfrm>
            <a:off x="11278405" y="5226491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3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80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3 h 309"/>
              <a:gd name="T24" fmla="*/ 76 w 264"/>
              <a:gd name="T25" fmla="*/ 213 h 309"/>
              <a:gd name="T26" fmla="*/ 64 w 264"/>
              <a:gd name="T27" fmla="*/ 250 h 309"/>
              <a:gd name="T28" fmla="*/ 61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8 h 309"/>
              <a:gd name="T50" fmla="*/ 122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4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3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80" y="293"/>
                </a:lnTo>
                <a:cubicBezTo>
                  <a:pt x="183" y="292"/>
                  <a:pt x="186" y="291"/>
                  <a:pt x="188" y="289"/>
                </a:cubicBezTo>
                <a:cubicBezTo>
                  <a:pt x="190" y="287"/>
                  <a:pt x="190" y="284"/>
                  <a:pt x="190" y="282"/>
                </a:cubicBezTo>
                <a:cubicBezTo>
                  <a:pt x="190" y="280"/>
                  <a:pt x="190" y="277"/>
                  <a:pt x="187" y="268"/>
                </a:cubicBezTo>
                <a:lnTo>
                  <a:pt x="170" y="213"/>
                </a:lnTo>
                <a:lnTo>
                  <a:pt x="76" y="213"/>
                </a:lnTo>
                <a:lnTo>
                  <a:pt x="64" y="250"/>
                </a:lnTo>
                <a:cubicBezTo>
                  <a:pt x="63" y="253"/>
                  <a:pt x="62" y="257"/>
                  <a:pt x="61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6"/>
                  <a:pt x="62" y="282"/>
                  <a:pt x="65" y="286"/>
                </a:cubicBezTo>
                <a:cubicBezTo>
                  <a:pt x="68" y="289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3" y="290"/>
                  <a:pt x="20" y="284"/>
                  <a:pt x="27" y="275"/>
                </a:cubicBezTo>
                <a:cubicBezTo>
                  <a:pt x="33" y="266"/>
                  <a:pt x="40" y="250"/>
                  <a:pt x="47" y="228"/>
                </a:cubicBezTo>
                <a:lnTo>
                  <a:pt x="122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4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8" name="Freeform 96">
            <a:extLst>
              <a:ext uri="{FF2B5EF4-FFF2-40B4-BE49-F238E27FC236}">
                <a16:creationId xmlns:a16="http://schemas.microsoft.com/office/drawing/2014/main" id="{2DB89548-6CB6-4654-A92F-E69917603014}"/>
              </a:ext>
            </a:extLst>
          </p:cNvPr>
          <p:cNvSpPr>
            <a:spLocks/>
          </p:cNvSpPr>
          <p:nvPr/>
        </p:nvSpPr>
        <p:spPr bwMode="auto">
          <a:xfrm>
            <a:off x="11323371" y="5172878"/>
            <a:ext cx="60533" cy="46696"/>
          </a:xfrm>
          <a:custGeom>
            <a:avLst/>
            <a:gdLst>
              <a:gd name="T0" fmla="*/ 106 w 106"/>
              <a:gd name="T1" fmla="*/ 82 h 82"/>
              <a:gd name="T2" fmla="*/ 81 w 106"/>
              <a:gd name="T3" fmla="*/ 82 h 82"/>
              <a:gd name="T4" fmla="*/ 15 w 106"/>
              <a:gd name="T5" fmla="*/ 41 h 82"/>
              <a:gd name="T6" fmla="*/ 4 w 106"/>
              <a:gd name="T7" fmla="*/ 31 h 82"/>
              <a:gd name="T8" fmla="*/ 0 w 106"/>
              <a:gd name="T9" fmla="*/ 20 h 82"/>
              <a:gd name="T10" fmla="*/ 6 w 106"/>
              <a:gd name="T11" fmla="*/ 7 h 82"/>
              <a:gd name="T12" fmla="*/ 29 w 106"/>
              <a:gd name="T13" fmla="*/ 5 h 82"/>
              <a:gd name="T14" fmla="*/ 41 w 106"/>
              <a:gd name="T15" fmla="*/ 15 h 82"/>
              <a:gd name="T16" fmla="*/ 106 w 106"/>
              <a:gd name="T17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" h="82">
                <a:moveTo>
                  <a:pt x="106" y="82"/>
                </a:moveTo>
                <a:lnTo>
                  <a:pt x="81" y="82"/>
                </a:lnTo>
                <a:lnTo>
                  <a:pt x="15" y="41"/>
                </a:lnTo>
                <a:cubicBezTo>
                  <a:pt x="10" y="38"/>
                  <a:pt x="7" y="35"/>
                  <a:pt x="4" y="31"/>
                </a:cubicBezTo>
                <a:cubicBezTo>
                  <a:pt x="2" y="28"/>
                  <a:pt x="0" y="24"/>
                  <a:pt x="0" y="20"/>
                </a:cubicBezTo>
                <a:cubicBezTo>
                  <a:pt x="0" y="15"/>
                  <a:pt x="2" y="11"/>
                  <a:pt x="6" y="7"/>
                </a:cubicBezTo>
                <a:cubicBezTo>
                  <a:pt x="12" y="2"/>
                  <a:pt x="21" y="0"/>
                  <a:pt x="29" y="5"/>
                </a:cubicBezTo>
                <a:cubicBezTo>
                  <a:pt x="32" y="7"/>
                  <a:pt x="36" y="10"/>
                  <a:pt x="41" y="15"/>
                </a:cubicBezTo>
                <a:lnTo>
                  <a:pt x="106" y="8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9" name="Freeform 97">
            <a:extLst>
              <a:ext uri="{FF2B5EF4-FFF2-40B4-BE49-F238E27FC236}">
                <a16:creationId xmlns:a16="http://schemas.microsoft.com/office/drawing/2014/main" id="{67EB8ACA-FE8E-42D3-A00A-6E5EFF97BAEB}"/>
              </a:ext>
            </a:extLst>
          </p:cNvPr>
          <p:cNvSpPr>
            <a:spLocks noEditPoints="1"/>
          </p:cNvSpPr>
          <p:nvPr/>
        </p:nvSpPr>
        <p:spPr bwMode="auto">
          <a:xfrm>
            <a:off x="10104078" y="5434031"/>
            <a:ext cx="155655" cy="174678"/>
          </a:xfrm>
          <a:custGeom>
            <a:avLst/>
            <a:gdLst>
              <a:gd name="T0" fmla="*/ 119 w 273"/>
              <a:gd name="T1" fmla="*/ 21 h 305"/>
              <a:gd name="T2" fmla="*/ 77 w 273"/>
              <a:gd name="T3" fmla="*/ 27 h 305"/>
              <a:gd name="T4" fmla="*/ 69 w 273"/>
              <a:gd name="T5" fmla="*/ 51 h 305"/>
              <a:gd name="T6" fmla="*/ 69 w 273"/>
              <a:gd name="T7" fmla="*/ 262 h 305"/>
              <a:gd name="T8" fmla="*/ 74 w 273"/>
              <a:gd name="T9" fmla="*/ 280 h 305"/>
              <a:gd name="T10" fmla="*/ 102 w 273"/>
              <a:gd name="T11" fmla="*/ 285 h 305"/>
              <a:gd name="T12" fmla="*/ 193 w 273"/>
              <a:gd name="T13" fmla="*/ 256 h 305"/>
              <a:gd name="T14" fmla="*/ 219 w 273"/>
              <a:gd name="T15" fmla="*/ 156 h 305"/>
              <a:gd name="T16" fmla="*/ 194 w 273"/>
              <a:gd name="T17" fmla="*/ 54 h 305"/>
              <a:gd name="T18" fmla="*/ 119 w 273"/>
              <a:gd name="T19" fmla="*/ 21 h 305"/>
              <a:gd name="T20" fmla="*/ 113 w 273"/>
              <a:gd name="T21" fmla="*/ 305 h 305"/>
              <a:gd name="T22" fmla="*/ 0 w 273"/>
              <a:gd name="T23" fmla="*/ 305 h 305"/>
              <a:gd name="T24" fmla="*/ 0 w 273"/>
              <a:gd name="T25" fmla="*/ 289 h 305"/>
              <a:gd name="T26" fmla="*/ 4 w 273"/>
              <a:gd name="T27" fmla="*/ 289 h 305"/>
              <a:gd name="T28" fmla="*/ 15 w 273"/>
              <a:gd name="T29" fmla="*/ 283 h 305"/>
              <a:gd name="T30" fmla="*/ 19 w 273"/>
              <a:gd name="T31" fmla="*/ 257 h 305"/>
              <a:gd name="T32" fmla="*/ 19 w 273"/>
              <a:gd name="T33" fmla="*/ 51 h 305"/>
              <a:gd name="T34" fmla="*/ 15 w 273"/>
              <a:gd name="T35" fmla="*/ 25 h 305"/>
              <a:gd name="T36" fmla="*/ 4 w 273"/>
              <a:gd name="T37" fmla="*/ 19 h 305"/>
              <a:gd name="T38" fmla="*/ 0 w 273"/>
              <a:gd name="T39" fmla="*/ 19 h 305"/>
              <a:gd name="T40" fmla="*/ 0 w 273"/>
              <a:gd name="T41" fmla="*/ 3 h 305"/>
              <a:gd name="T42" fmla="*/ 69 w 273"/>
              <a:gd name="T43" fmla="*/ 1 h 305"/>
              <a:gd name="T44" fmla="*/ 84 w 273"/>
              <a:gd name="T45" fmla="*/ 0 h 305"/>
              <a:gd name="T46" fmla="*/ 102 w 273"/>
              <a:gd name="T47" fmla="*/ 0 h 305"/>
              <a:gd name="T48" fmla="*/ 156 w 273"/>
              <a:gd name="T49" fmla="*/ 4 h 305"/>
              <a:gd name="T50" fmla="*/ 194 w 273"/>
              <a:gd name="T51" fmla="*/ 17 h 305"/>
              <a:gd name="T52" fmla="*/ 252 w 273"/>
              <a:gd name="T53" fmla="*/ 74 h 305"/>
              <a:gd name="T54" fmla="*/ 273 w 273"/>
              <a:gd name="T55" fmla="*/ 158 h 305"/>
              <a:gd name="T56" fmla="*/ 230 w 273"/>
              <a:gd name="T57" fmla="*/ 266 h 305"/>
              <a:gd name="T58" fmla="*/ 113 w 273"/>
              <a:gd name="T59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73" h="305">
                <a:moveTo>
                  <a:pt x="119" y="21"/>
                </a:moveTo>
                <a:cubicBezTo>
                  <a:pt x="92" y="21"/>
                  <a:pt x="82" y="25"/>
                  <a:pt x="77" y="27"/>
                </a:cubicBezTo>
                <a:cubicBezTo>
                  <a:pt x="72" y="31"/>
                  <a:pt x="69" y="39"/>
                  <a:pt x="69" y="51"/>
                </a:cubicBezTo>
                <a:lnTo>
                  <a:pt x="69" y="262"/>
                </a:lnTo>
                <a:cubicBezTo>
                  <a:pt x="69" y="271"/>
                  <a:pt x="70" y="277"/>
                  <a:pt x="74" y="280"/>
                </a:cubicBezTo>
                <a:cubicBezTo>
                  <a:pt x="76" y="282"/>
                  <a:pt x="83" y="285"/>
                  <a:pt x="102" y="285"/>
                </a:cubicBezTo>
                <a:cubicBezTo>
                  <a:pt x="145" y="285"/>
                  <a:pt x="176" y="275"/>
                  <a:pt x="193" y="256"/>
                </a:cubicBezTo>
                <a:cubicBezTo>
                  <a:pt x="211" y="237"/>
                  <a:pt x="219" y="204"/>
                  <a:pt x="219" y="156"/>
                </a:cubicBezTo>
                <a:cubicBezTo>
                  <a:pt x="219" y="111"/>
                  <a:pt x="211" y="76"/>
                  <a:pt x="194" y="54"/>
                </a:cubicBezTo>
                <a:cubicBezTo>
                  <a:pt x="178" y="32"/>
                  <a:pt x="153" y="21"/>
                  <a:pt x="119" y="21"/>
                </a:cubicBezTo>
                <a:close/>
                <a:moveTo>
                  <a:pt x="113" y="305"/>
                </a:moveTo>
                <a:lnTo>
                  <a:pt x="0" y="305"/>
                </a:lnTo>
                <a:lnTo>
                  <a:pt x="0" y="289"/>
                </a:lnTo>
                <a:lnTo>
                  <a:pt x="4" y="289"/>
                </a:lnTo>
                <a:cubicBezTo>
                  <a:pt x="9" y="289"/>
                  <a:pt x="13" y="287"/>
                  <a:pt x="15" y="283"/>
                </a:cubicBezTo>
                <a:cubicBezTo>
                  <a:pt x="17" y="278"/>
                  <a:pt x="19" y="269"/>
                  <a:pt x="19" y="257"/>
                </a:cubicBezTo>
                <a:lnTo>
                  <a:pt x="19" y="51"/>
                </a:lnTo>
                <a:cubicBezTo>
                  <a:pt x="19" y="39"/>
                  <a:pt x="17" y="30"/>
                  <a:pt x="15" y="25"/>
                </a:cubicBezTo>
                <a:cubicBezTo>
                  <a:pt x="13" y="21"/>
                  <a:pt x="9" y="19"/>
                  <a:pt x="4" y="19"/>
                </a:cubicBezTo>
                <a:lnTo>
                  <a:pt x="0" y="19"/>
                </a:lnTo>
                <a:lnTo>
                  <a:pt x="0" y="3"/>
                </a:lnTo>
                <a:lnTo>
                  <a:pt x="69" y="1"/>
                </a:lnTo>
                <a:cubicBezTo>
                  <a:pt x="74" y="1"/>
                  <a:pt x="79" y="0"/>
                  <a:pt x="84" y="0"/>
                </a:cubicBezTo>
                <a:cubicBezTo>
                  <a:pt x="89" y="0"/>
                  <a:pt x="95" y="0"/>
                  <a:pt x="102" y="0"/>
                </a:cubicBezTo>
                <a:cubicBezTo>
                  <a:pt x="124" y="0"/>
                  <a:pt x="142" y="2"/>
                  <a:pt x="156" y="4"/>
                </a:cubicBezTo>
                <a:cubicBezTo>
                  <a:pt x="170" y="7"/>
                  <a:pt x="183" y="11"/>
                  <a:pt x="194" y="17"/>
                </a:cubicBezTo>
                <a:cubicBezTo>
                  <a:pt x="218" y="29"/>
                  <a:pt x="238" y="48"/>
                  <a:pt x="252" y="74"/>
                </a:cubicBezTo>
                <a:cubicBezTo>
                  <a:pt x="266" y="99"/>
                  <a:pt x="273" y="127"/>
                  <a:pt x="273" y="158"/>
                </a:cubicBezTo>
                <a:cubicBezTo>
                  <a:pt x="273" y="204"/>
                  <a:pt x="259" y="240"/>
                  <a:pt x="230" y="266"/>
                </a:cubicBezTo>
                <a:cubicBezTo>
                  <a:pt x="202" y="292"/>
                  <a:pt x="163" y="305"/>
                  <a:pt x="113" y="30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0" name="Freeform 98">
            <a:extLst>
              <a:ext uri="{FF2B5EF4-FFF2-40B4-BE49-F238E27FC236}">
                <a16:creationId xmlns:a16="http://schemas.microsoft.com/office/drawing/2014/main" id="{F2396DFB-432A-445F-AD69-AC141262B132}"/>
              </a:ext>
            </a:extLst>
          </p:cNvPr>
          <p:cNvSpPr>
            <a:spLocks/>
          </p:cNvSpPr>
          <p:nvPr/>
        </p:nvSpPr>
        <p:spPr bwMode="auto">
          <a:xfrm>
            <a:off x="10277028" y="5435762"/>
            <a:ext cx="136631" cy="172949"/>
          </a:xfrm>
          <a:custGeom>
            <a:avLst/>
            <a:gdLst>
              <a:gd name="T0" fmla="*/ 220 w 239"/>
              <a:gd name="T1" fmla="*/ 302 h 302"/>
              <a:gd name="T2" fmla="*/ 0 w 239"/>
              <a:gd name="T3" fmla="*/ 302 h 302"/>
              <a:gd name="T4" fmla="*/ 0 w 239"/>
              <a:gd name="T5" fmla="*/ 286 h 302"/>
              <a:gd name="T6" fmla="*/ 4 w 239"/>
              <a:gd name="T7" fmla="*/ 286 h 302"/>
              <a:gd name="T8" fmla="*/ 15 w 239"/>
              <a:gd name="T9" fmla="*/ 280 h 302"/>
              <a:gd name="T10" fmla="*/ 19 w 239"/>
              <a:gd name="T11" fmla="*/ 254 h 302"/>
              <a:gd name="T12" fmla="*/ 19 w 239"/>
              <a:gd name="T13" fmla="*/ 48 h 302"/>
              <a:gd name="T14" fmla="*/ 15 w 239"/>
              <a:gd name="T15" fmla="*/ 22 h 302"/>
              <a:gd name="T16" fmla="*/ 4 w 239"/>
              <a:gd name="T17" fmla="*/ 16 h 302"/>
              <a:gd name="T18" fmla="*/ 0 w 239"/>
              <a:gd name="T19" fmla="*/ 16 h 302"/>
              <a:gd name="T20" fmla="*/ 0 w 239"/>
              <a:gd name="T21" fmla="*/ 0 h 302"/>
              <a:gd name="T22" fmla="*/ 213 w 239"/>
              <a:gd name="T23" fmla="*/ 0 h 302"/>
              <a:gd name="T24" fmla="*/ 219 w 239"/>
              <a:gd name="T25" fmla="*/ 65 h 302"/>
              <a:gd name="T26" fmla="*/ 203 w 239"/>
              <a:gd name="T27" fmla="*/ 67 h 302"/>
              <a:gd name="T28" fmla="*/ 202 w 239"/>
              <a:gd name="T29" fmla="*/ 64 h 302"/>
              <a:gd name="T30" fmla="*/ 177 w 239"/>
              <a:gd name="T31" fmla="*/ 31 h 302"/>
              <a:gd name="T32" fmla="*/ 108 w 239"/>
              <a:gd name="T33" fmla="*/ 22 h 302"/>
              <a:gd name="T34" fmla="*/ 96 w 239"/>
              <a:gd name="T35" fmla="*/ 22 h 302"/>
              <a:gd name="T36" fmla="*/ 72 w 239"/>
              <a:gd name="T37" fmla="*/ 25 h 302"/>
              <a:gd name="T38" fmla="*/ 69 w 239"/>
              <a:gd name="T39" fmla="*/ 41 h 302"/>
              <a:gd name="T40" fmla="*/ 69 w 239"/>
              <a:gd name="T41" fmla="*/ 121 h 302"/>
              <a:gd name="T42" fmla="*/ 107 w 239"/>
              <a:gd name="T43" fmla="*/ 121 h 302"/>
              <a:gd name="T44" fmla="*/ 153 w 239"/>
              <a:gd name="T45" fmla="*/ 115 h 302"/>
              <a:gd name="T46" fmla="*/ 169 w 239"/>
              <a:gd name="T47" fmla="*/ 95 h 302"/>
              <a:gd name="T48" fmla="*/ 170 w 239"/>
              <a:gd name="T49" fmla="*/ 92 h 302"/>
              <a:gd name="T50" fmla="*/ 184 w 239"/>
              <a:gd name="T51" fmla="*/ 92 h 302"/>
              <a:gd name="T52" fmla="*/ 184 w 239"/>
              <a:gd name="T53" fmla="*/ 171 h 302"/>
              <a:gd name="T54" fmla="*/ 170 w 239"/>
              <a:gd name="T55" fmla="*/ 171 h 302"/>
              <a:gd name="T56" fmla="*/ 169 w 239"/>
              <a:gd name="T57" fmla="*/ 168 h 302"/>
              <a:gd name="T58" fmla="*/ 155 w 239"/>
              <a:gd name="T59" fmla="*/ 149 h 302"/>
              <a:gd name="T60" fmla="*/ 113 w 239"/>
              <a:gd name="T61" fmla="*/ 143 h 302"/>
              <a:gd name="T62" fmla="*/ 69 w 239"/>
              <a:gd name="T63" fmla="*/ 143 h 302"/>
              <a:gd name="T64" fmla="*/ 69 w 239"/>
              <a:gd name="T65" fmla="*/ 256 h 302"/>
              <a:gd name="T66" fmla="*/ 73 w 239"/>
              <a:gd name="T67" fmla="*/ 276 h 302"/>
              <a:gd name="T68" fmla="*/ 104 w 239"/>
              <a:gd name="T69" fmla="*/ 280 h 302"/>
              <a:gd name="T70" fmla="*/ 150 w 239"/>
              <a:gd name="T71" fmla="*/ 279 h 302"/>
              <a:gd name="T72" fmla="*/ 173 w 239"/>
              <a:gd name="T73" fmla="*/ 274 h 302"/>
              <a:gd name="T74" fmla="*/ 197 w 239"/>
              <a:gd name="T75" fmla="*/ 260 h 302"/>
              <a:gd name="T76" fmla="*/ 222 w 239"/>
              <a:gd name="T77" fmla="*/ 231 h 302"/>
              <a:gd name="T78" fmla="*/ 224 w 239"/>
              <a:gd name="T79" fmla="*/ 228 h 302"/>
              <a:gd name="T80" fmla="*/ 239 w 239"/>
              <a:gd name="T81" fmla="*/ 236 h 302"/>
              <a:gd name="T82" fmla="*/ 220 w 239"/>
              <a:gd name="T83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9" h="302">
                <a:moveTo>
                  <a:pt x="220" y="302"/>
                </a:moveTo>
                <a:lnTo>
                  <a:pt x="0" y="302"/>
                </a:lnTo>
                <a:lnTo>
                  <a:pt x="0" y="286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7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7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213" y="0"/>
                </a:lnTo>
                <a:lnTo>
                  <a:pt x="219" y="65"/>
                </a:lnTo>
                <a:lnTo>
                  <a:pt x="203" y="67"/>
                </a:lnTo>
                <a:lnTo>
                  <a:pt x="202" y="64"/>
                </a:lnTo>
                <a:cubicBezTo>
                  <a:pt x="196" y="48"/>
                  <a:pt x="188" y="37"/>
                  <a:pt x="177" y="31"/>
                </a:cubicBezTo>
                <a:cubicBezTo>
                  <a:pt x="165" y="25"/>
                  <a:pt x="142" y="22"/>
                  <a:pt x="108" y="22"/>
                </a:cubicBezTo>
                <a:lnTo>
                  <a:pt x="96" y="22"/>
                </a:lnTo>
                <a:cubicBezTo>
                  <a:pt x="77" y="22"/>
                  <a:pt x="73" y="24"/>
                  <a:pt x="72" y="25"/>
                </a:cubicBezTo>
                <a:cubicBezTo>
                  <a:pt x="71" y="26"/>
                  <a:pt x="69" y="29"/>
                  <a:pt x="69" y="41"/>
                </a:cubicBezTo>
                <a:lnTo>
                  <a:pt x="69" y="121"/>
                </a:lnTo>
                <a:lnTo>
                  <a:pt x="107" y="121"/>
                </a:lnTo>
                <a:cubicBezTo>
                  <a:pt x="129" y="121"/>
                  <a:pt x="144" y="119"/>
                  <a:pt x="153" y="115"/>
                </a:cubicBezTo>
                <a:cubicBezTo>
                  <a:pt x="161" y="111"/>
                  <a:pt x="166" y="105"/>
                  <a:pt x="169" y="95"/>
                </a:cubicBezTo>
                <a:lnTo>
                  <a:pt x="170" y="92"/>
                </a:lnTo>
                <a:lnTo>
                  <a:pt x="184" y="92"/>
                </a:lnTo>
                <a:lnTo>
                  <a:pt x="184" y="171"/>
                </a:lnTo>
                <a:lnTo>
                  <a:pt x="170" y="171"/>
                </a:lnTo>
                <a:lnTo>
                  <a:pt x="169" y="168"/>
                </a:lnTo>
                <a:cubicBezTo>
                  <a:pt x="166" y="159"/>
                  <a:pt x="161" y="152"/>
                  <a:pt x="155" y="149"/>
                </a:cubicBezTo>
                <a:cubicBezTo>
                  <a:pt x="150" y="146"/>
                  <a:pt x="139" y="143"/>
                  <a:pt x="113" y="143"/>
                </a:cubicBezTo>
                <a:lnTo>
                  <a:pt x="69" y="143"/>
                </a:lnTo>
                <a:lnTo>
                  <a:pt x="69" y="256"/>
                </a:lnTo>
                <a:cubicBezTo>
                  <a:pt x="69" y="271"/>
                  <a:pt x="72" y="275"/>
                  <a:pt x="73" y="276"/>
                </a:cubicBezTo>
                <a:cubicBezTo>
                  <a:pt x="75" y="278"/>
                  <a:pt x="82" y="280"/>
                  <a:pt x="104" y="280"/>
                </a:cubicBezTo>
                <a:cubicBezTo>
                  <a:pt x="126" y="280"/>
                  <a:pt x="141" y="280"/>
                  <a:pt x="150" y="279"/>
                </a:cubicBezTo>
                <a:cubicBezTo>
                  <a:pt x="159" y="278"/>
                  <a:pt x="167" y="276"/>
                  <a:pt x="173" y="274"/>
                </a:cubicBezTo>
                <a:cubicBezTo>
                  <a:pt x="181" y="271"/>
                  <a:pt x="190" y="267"/>
                  <a:pt x="197" y="260"/>
                </a:cubicBezTo>
                <a:cubicBezTo>
                  <a:pt x="205" y="253"/>
                  <a:pt x="213" y="244"/>
                  <a:pt x="222" y="231"/>
                </a:cubicBezTo>
                <a:lnTo>
                  <a:pt x="224" y="228"/>
                </a:lnTo>
                <a:lnTo>
                  <a:pt x="239" y="236"/>
                </a:lnTo>
                <a:lnTo>
                  <a:pt x="220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1" name="Freeform 99">
            <a:extLst>
              <a:ext uri="{FF2B5EF4-FFF2-40B4-BE49-F238E27FC236}">
                <a16:creationId xmlns:a16="http://schemas.microsoft.com/office/drawing/2014/main" id="{8D55EFCE-6590-4731-934C-94CD81981C17}"/>
              </a:ext>
            </a:extLst>
          </p:cNvPr>
          <p:cNvSpPr>
            <a:spLocks/>
          </p:cNvSpPr>
          <p:nvPr/>
        </p:nvSpPr>
        <p:spPr bwMode="auto">
          <a:xfrm>
            <a:off x="10425765" y="5435762"/>
            <a:ext cx="126254" cy="172949"/>
          </a:xfrm>
          <a:custGeom>
            <a:avLst/>
            <a:gdLst>
              <a:gd name="T0" fmla="*/ 206 w 223"/>
              <a:gd name="T1" fmla="*/ 302 h 302"/>
              <a:gd name="T2" fmla="*/ 0 w 223"/>
              <a:gd name="T3" fmla="*/ 302 h 302"/>
              <a:gd name="T4" fmla="*/ 0 w 223"/>
              <a:gd name="T5" fmla="*/ 287 h 302"/>
              <a:gd name="T6" fmla="*/ 4 w 223"/>
              <a:gd name="T7" fmla="*/ 286 h 302"/>
              <a:gd name="T8" fmla="*/ 15 w 223"/>
              <a:gd name="T9" fmla="*/ 280 h 302"/>
              <a:gd name="T10" fmla="*/ 19 w 223"/>
              <a:gd name="T11" fmla="*/ 254 h 302"/>
              <a:gd name="T12" fmla="*/ 19 w 223"/>
              <a:gd name="T13" fmla="*/ 48 h 302"/>
              <a:gd name="T14" fmla="*/ 15 w 223"/>
              <a:gd name="T15" fmla="*/ 22 h 302"/>
              <a:gd name="T16" fmla="*/ 4 w 223"/>
              <a:gd name="T17" fmla="*/ 16 h 302"/>
              <a:gd name="T18" fmla="*/ 0 w 223"/>
              <a:gd name="T19" fmla="*/ 16 h 302"/>
              <a:gd name="T20" fmla="*/ 0 w 223"/>
              <a:gd name="T21" fmla="*/ 0 h 302"/>
              <a:gd name="T22" fmla="*/ 88 w 223"/>
              <a:gd name="T23" fmla="*/ 0 h 302"/>
              <a:gd name="T24" fmla="*/ 88 w 223"/>
              <a:gd name="T25" fmla="*/ 16 h 302"/>
              <a:gd name="T26" fmla="*/ 84 w 223"/>
              <a:gd name="T27" fmla="*/ 16 h 302"/>
              <a:gd name="T28" fmla="*/ 74 w 223"/>
              <a:gd name="T29" fmla="*/ 22 h 302"/>
              <a:gd name="T30" fmla="*/ 70 w 223"/>
              <a:gd name="T31" fmla="*/ 48 h 302"/>
              <a:gd name="T32" fmla="*/ 70 w 223"/>
              <a:gd name="T33" fmla="*/ 256 h 302"/>
              <a:gd name="T34" fmla="*/ 74 w 223"/>
              <a:gd name="T35" fmla="*/ 276 h 302"/>
              <a:gd name="T36" fmla="*/ 99 w 223"/>
              <a:gd name="T37" fmla="*/ 280 h 302"/>
              <a:gd name="T38" fmla="*/ 145 w 223"/>
              <a:gd name="T39" fmla="*/ 277 h 302"/>
              <a:gd name="T40" fmla="*/ 171 w 223"/>
              <a:gd name="T41" fmla="*/ 268 h 302"/>
              <a:gd name="T42" fmla="*/ 187 w 223"/>
              <a:gd name="T43" fmla="*/ 255 h 302"/>
              <a:gd name="T44" fmla="*/ 206 w 223"/>
              <a:gd name="T45" fmla="*/ 231 h 302"/>
              <a:gd name="T46" fmla="*/ 207 w 223"/>
              <a:gd name="T47" fmla="*/ 229 h 302"/>
              <a:gd name="T48" fmla="*/ 223 w 223"/>
              <a:gd name="T49" fmla="*/ 234 h 302"/>
              <a:gd name="T50" fmla="*/ 206 w 223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3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8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8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6" y="18"/>
                  <a:pt x="74" y="22"/>
                </a:cubicBezTo>
                <a:cubicBezTo>
                  <a:pt x="71" y="27"/>
                  <a:pt x="70" y="36"/>
                  <a:pt x="70" y="48"/>
                </a:cubicBezTo>
                <a:lnTo>
                  <a:pt x="70" y="256"/>
                </a:lnTo>
                <a:cubicBezTo>
                  <a:pt x="70" y="271"/>
                  <a:pt x="73" y="275"/>
                  <a:pt x="74" y="276"/>
                </a:cubicBezTo>
                <a:cubicBezTo>
                  <a:pt x="76" y="277"/>
                  <a:pt x="82" y="280"/>
                  <a:pt x="99" y="280"/>
                </a:cubicBezTo>
                <a:cubicBezTo>
                  <a:pt x="120" y="280"/>
                  <a:pt x="136" y="279"/>
                  <a:pt x="145" y="277"/>
                </a:cubicBezTo>
                <a:cubicBezTo>
                  <a:pt x="155" y="275"/>
                  <a:pt x="163" y="272"/>
                  <a:pt x="171" y="268"/>
                </a:cubicBezTo>
                <a:cubicBezTo>
                  <a:pt x="176" y="265"/>
                  <a:pt x="181" y="260"/>
                  <a:pt x="187" y="255"/>
                </a:cubicBezTo>
                <a:cubicBezTo>
                  <a:pt x="192" y="249"/>
                  <a:pt x="199" y="241"/>
                  <a:pt x="206" y="231"/>
                </a:cubicBezTo>
                <a:lnTo>
                  <a:pt x="207" y="229"/>
                </a:lnTo>
                <a:lnTo>
                  <a:pt x="223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2" name="Freeform 100">
            <a:extLst>
              <a:ext uri="{FF2B5EF4-FFF2-40B4-BE49-F238E27FC236}">
                <a16:creationId xmlns:a16="http://schemas.microsoft.com/office/drawing/2014/main" id="{939C3450-91B0-48E1-8E49-8AF39FA01EA7}"/>
              </a:ext>
            </a:extLst>
          </p:cNvPr>
          <p:cNvSpPr>
            <a:spLocks/>
          </p:cNvSpPr>
          <p:nvPr/>
        </p:nvSpPr>
        <p:spPr bwMode="auto">
          <a:xfrm>
            <a:off x="10564123" y="5435762"/>
            <a:ext cx="126254" cy="172949"/>
          </a:xfrm>
          <a:custGeom>
            <a:avLst/>
            <a:gdLst>
              <a:gd name="T0" fmla="*/ 206 w 222"/>
              <a:gd name="T1" fmla="*/ 302 h 302"/>
              <a:gd name="T2" fmla="*/ 0 w 222"/>
              <a:gd name="T3" fmla="*/ 302 h 302"/>
              <a:gd name="T4" fmla="*/ 0 w 222"/>
              <a:gd name="T5" fmla="*/ 287 h 302"/>
              <a:gd name="T6" fmla="*/ 3 w 222"/>
              <a:gd name="T7" fmla="*/ 286 h 302"/>
              <a:gd name="T8" fmla="*/ 14 w 222"/>
              <a:gd name="T9" fmla="*/ 280 h 302"/>
              <a:gd name="T10" fmla="*/ 18 w 222"/>
              <a:gd name="T11" fmla="*/ 254 h 302"/>
              <a:gd name="T12" fmla="*/ 18 w 222"/>
              <a:gd name="T13" fmla="*/ 48 h 302"/>
              <a:gd name="T14" fmla="*/ 14 w 222"/>
              <a:gd name="T15" fmla="*/ 22 h 302"/>
              <a:gd name="T16" fmla="*/ 4 w 222"/>
              <a:gd name="T17" fmla="*/ 16 h 302"/>
              <a:gd name="T18" fmla="*/ 0 w 222"/>
              <a:gd name="T19" fmla="*/ 16 h 302"/>
              <a:gd name="T20" fmla="*/ 0 w 222"/>
              <a:gd name="T21" fmla="*/ 0 h 302"/>
              <a:gd name="T22" fmla="*/ 88 w 222"/>
              <a:gd name="T23" fmla="*/ 0 h 302"/>
              <a:gd name="T24" fmla="*/ 88 w 222"/>
              <a:gd name="T25" fmla="*/ 16 h 302"/>
              <a:gd name="T26" fmla="*/ 84 w 222"/>
              <a:gd name="T27" fmla="*/ 16 h 302"/>
              <a:gd name="T28" fmla="*/ 73 w 222"/>
              <a:gd name="T29" fmla="*/ 22 h 302"/>
              <a:gd name="T30" fmla="*/ 69 w 222"/>
              <a:gd name="T31" fmla="*/ 48 h 302"/>
              <a:gd name="T32" fmla="*/ 69 w 222"/>
              <a:gd name="T33" fmla="*/ 256 h 302"/>
              <a:gd name="T34" fmla="*/ 73 w 222"/>
              <a:gd name="T35" fmla="*/ 276 h 302"/>
              <a:gd name="T36" fmla="*/ 99 w 222"/>
              <a:gd name="T37" fmla="*/ 280 h 302"/>
              <a:gd name="T38" fmla="*/ 145 w 222"/>
              <a:gd name="T39" fmla="*/ 277 h 302"/>
              <a:gd name="T40" fmla="*/ 170 w 222"/>
              <a:gd name="T41" fmla="*/ 268 h 302"/>
              <a:gd name="T42" fmla="*/ 186 w 222"/>
              <a:gd name="T43" fmla="*/ 255 h 302"/>
              <a:gd name="T44" fmla="*/ 205 w 222"/>
              <a:gd name="T45" fmla="*/ 231 h 302"/>
              <a:gd name="T46" fmla="*/ 207 w 222"/>
              <a:gd name="T47" fmla="*/ 229 h 302"/>
              <a:gd name="T48" fmla="*/ 222 w 222"/>
              <a:gd name="T49" fmla="*/ 234 h 302"/>
              <a:gd name="T50" fmla="*/ 206 w 222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2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3" y="286"/>
                </a:lnTo>
                <a:cubicBezTo>
                  <a:pt x="9" y="286"/>
                  <a:pt x="12" y="284"/>
                  <a:pt x="14" y="280"/>
                </a:cubicBezTo>
                <a:cubicBezTo>
                  <a:pt x="17" y="275"/>
                  <a:pt x="18" y="266"/>
                  <a:pt x="18" y="254"/>
                </a:cubicBezTo>
                <a:lnTo>
                  <a:pt x="18" y="48"/>
                </a:lnTo>
                <a:cubicBezTo>
                  <a:pt x="18" y="36"/>
                  <a:pt x="17" y="27"/>
                  <a:pt x="14" y="22"/>
                </a:cubicBezTo>
                <a:cubicBezTo>
                  <a:pt x="12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5" y="18"/>
                  <a:pt x="73" y="22"/>
                </a:cubicBezTo>
                <a:cubicBezTo>
                  <a:pt x="70" y="27"/>
                  <a:pt x="69" y="36"/>
                  <a:pt x="69" y="48"/>
                </a:cubicBezTo>
                <a:lnTo>
                  <a:pt x="69" y="256"/>
                </a:lnTo>
                <a:cubicBezTo>
                  <a:pt x="69" y="271"/>
                  <a:pt x="72" y="275"/>
                  <a:pt x="73" y="276"/>
                </a:cubicBezTo>
                <a:cubicBezTo>
                  <a:pt x="75" y="277"/>
                  <a:pt x="81" y="280"/>
                  <a:pt x="99" y="280"/>
                </a:cubicBezTo>
                <a:cubicBezTo>
                  <a:pt x="119" y="280"/>
                  <a:pt x="135" y="279"/>
                  <a:pt x="145" y="277"/>
                </a:cubicBezTo>
                <a:cubicBezTo>
                  <a:pt x="154" y="275"/>
                  <a:pt x="163" y="272"/>
                  <a:pt x="170" y="268"/>
                </a:cubicBezTo>
                <a:cubicBezTo>
                  <a:pt x="175" y="265"/>
                  <a:pt x="181" y="260"/>
                  <a:pt x="186" y="255"/>
                </a:cubicBezTo>
                <a:cubicBezTo>
                  <a:pt x="192" y="249"/>
                  <a:pt x="198" y="241"/>
                  <a:pt x="205" y="231"/>
                </a:cubicBezTo>
                <a:lnTo>
                  <a:pt x="207" y="229"/>
                </a:lnTo>
                <a:lnTo>
                  <a:pt x="222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3" name="Freeform 101">
            <a:extLst>
              <a:ext uri="{FF2B5EF4-FFF2-40B4-BE49-F238E27FC236}">
                <a16:creationId xmlns:a16="http://schemas.microsoft.com/office/drawing/2014/main" id="{777842C5-4917-4BA6-886D-D9375616DE68}"/>
              </a:ext>
            </a:extLst>
          </p:cNvPr>
          <p:cNvSpPr>
            <a:spLocks noEditPoints="1"/>
          </p:cNvSpPr>
          <p:nvPr/>
        </p:nvSpPr>
        <p:spPr bwMode="auto">
          <a:xfrm>
            <a:off x="10693836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3 w 264"/>
              <a:gd name="T3" fmla="*/ 191 h 309"/>
              <a:gd name="T4" fmla="*/ 124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7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5 w 264"/>
              <a:gd name="T25" fmla="*/ 214 h 309"/>
              <a:gd name="T26" fmla="*/ 63 w 264"/>
              <a:gd name="T27" fmla="*/ 250 h 309"/>
              <a:gd name="T28" fmla="*/ 61 w 264"/>
              <a:gd name="T29" fmla="*/ 261 h 309"/>
              <a:gd name="T30" fmla="*/ 60 w 264"/>
              <a:gd name="T31" fmla="*/ 270 h 309"/>
              <a:gd name="T32" fmla="*/ 64 w 264"/>
              <a:gd name="T33" fmla="*/ 286 h 309"/>
              <a:gd name="T34" fmla="*/ 77 w 264"/>
              <a:gd name="T35" fmla="*/ 293 h 309"/>
              <a:gd name="T36" fmla="*/ 80 w 264"/>
              <a:gd name="T37" fmla="*/ 294 h 309"/>
              <a:gd name="T38" fmla="*/ 80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6 w 264"/>
              <a:gd name="T47" fmla="*/ 275 h 309"/>
              <a:gd name="T48" fmla="*/ 46 w 264"/>
              <a:gd name="T49" fmla="*/ 229 h 309"/>
              <a:gd name="T50" fmla="*/ 121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5 w 264"/>
              <a:gd name="T57" fmla="*/ 254 h 309"/>
              <a:gd name="T58" fmla="*/ 248 w 264"/>
              <a:gd name="T59" fmla="*/ 285 h 309"/>
              <a:gd name="T60" fmla="*/ 259 w 264"/>
              <a:gd name="T61" fmla="*/ 293 h 309"/>
              <a:gd name="T62" fmla="*/ 263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3" y="191"/>
                </a:lnTo>
                <a:lnTo>
                  <a:pt x="124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2" y="293"/>
                  <a:pt x="185" y="291"/>
                  <a:pt x="187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89" y="277"/>
                  <a:pt x="187" y="268"/>
                </a:cubicBezTo>
                <a:lnTo>
                  <a:pt x="170" y="214"/>
                </a:lnTo>
                <a:lnTo>
                  <a:pt x="75" y="214"/>
                </a:lnTo>
                <a:lnTo>
                  <a:pt x="63" y="250"/>
                </a:lnTo>
                <a:cubicBezTo>
                  <a:pt x="62" y="254"/>
                  <a:pt x="61" y="257"/>
                  <a:pt x="61" y="261"/>
                </a:cubicBezTo>
                <a:cubicBezTo>
                  <a:pt x="60" y="264"/>
                  <a:pt x="60" y="267"/>
                  <a:pt x="60" y="270"/>
                </a:cubicBezTo>
                <a:cubicBezTo>
                  <a:pt x="60" y="277"/>
                  <a:pt x="61" y="282"/>
                  <a:pt x="64" y="286"/>
                </a:cubicBezTo>
                <a:cubicBezTo>
                  <a:pt x="67" y="290"/>
                  <a:pt x="71" y="292"/>
                  <a:pt x="77" y="293"/>
                </a:cubicBezTo>
                <a:lnTo>
                  <a:pt x="80" y="294"/>
                </a:lnTo>
                <a:lnTo>
                  <a:pt x="80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6" y="275"/>
                </a:cubicBezTo>
                <a:cubicBezTo>
                  <a:pt x="33" y="266"/>
                  <a:pt x="39" y="251"/>
                  <a:pt x="46" y="229"/>
                </a:cubicBezTo>
                <a:lnTo>
                  <a:pt x="121" y="0"/>
                </a:lnTo>
                <a:lnTo>
                  <a:pt x="153" y="0"/>
                </a:lnTo>
                <a:lnTo>
                  <a:pt x="154" y="3"/>
                </a:lnTo>
                <a:lnTo>
                  <a:pt x="235" y="254"/>
                </a:lnTo>
                <a:cubicBezTo>
                  <a:pt x="240" y="268"/>
                  <a:pt x="244" y="278"/>
                  <a:pt x="248" y="285"/>
                </a:cubicBezTo>
                <a:cubicBezTo>
                  <a:pt x="252" y="290"/>
                  <a:pt x="256" y="293"/>
                  <a:pt x="259" y="293"/>
                </a:cubicBezTo>
                <a:lnTo>
                  <a:pt x="263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4" name="Freeform 102">
            <a:extLst>
              <a:ext uri="{FF2B5EF4-FFF2-40B4-BE49-F238E27FC236}">
                <a16:creationId xmlns:a16="http://schemas.microsoft.com/office/drawing/2014/main" id="{466BCA76-FF90-485B-9BD9-1722C2162B5D}"/>
              </a:ext>
            </a:extLst>
          </p:cNvPr>
          <p:cNvSpPr>
            <a:spLocks/>
          </p:cNvSpPr>
          <p:nvPr/>
        </p:nvSpPr>
        <p:spPr bwMode="auto">
          <a:xfrm>
            <a:off x="10920399" y="5428843"/>
            <a:ext cx="148736" cy="183327"/>
          </a:xfrm>
          <a:custGeom>
            <a:avLst/>
            <a:gdLst>
              <a:gd name="T0" fmla="*/ 135 w 259"/>
              <a:gd name="T1" fmla="*/ 319 h 319"/>
              <a:gd name="T2" fmla="*/ 37 w 259"/>
              <a:gd name="T3" fmla="*/ 278 h 319"/>
              <a:gd name="T4" fmla="*/ 0 w 259"/>
              <a:gd name="T5" fmla="*/ 170 h 319"/>
              <a:gd name="T6" fmla="*/ 14 w 259"/>
              <a:gd name="T7" fmla="*/ 93 h 319"/>
              <a:gd name="T8" fmla="*/ 55 w 259"/>
              <a:gd name="T9" fmla="*/ 33 h 319"/>
              <a:gd name="T10" fmla="*/ 93 w 259"/>
              <a:gd name="T11" fmla="*/ 11 h 319"/>
              <a:gd name="T12" fmla="*/ 190 w 259"/>
              <a:gd name="T13" fmla="*/ 12 h 319"/>
              <a:gd name="T14" fmla="*/ 243 w 259"/>
              <a:gd name="T15" fmla="*/ 39 h 319"/>
              <a:gd name="T16" fmla="*/ 246 w 259"/>
              <a:gd name="T17" fmla="*/ 40 h 319"/>
              <a:gd name="T18" fmla="*/ 228 w 259"/>
              <a:gd name="T19" fmla="*/ 96 h 319"/>
              <a:gd name="T20" fmla="*/ 213 w 259"/>
              <a:gd name="T21" fmla="*/ 94 h 319"/>
              <a:gd name="T22" fmla="*/ 212 w 259"/>
              <a:gd name="T23" fmla="*/ 92 h 319"/>
              <a:gd name="T24" fmla="*/ 181 w 259"/>
              <a:gd name="T25" fmla="*/ 41 h 319"/>
              <a:gd name="T26" fmla="*/ 132 w 259"/>
              <a:gd name="T27" fmla="*/ 24 h 319"/>
              <a:gd name="T28" fmla="*/ 72 w 259"/>
              <a:gd name="T29" fmla="*/ 56 h 319"/>
              <a:gd name="T30" fmla="*/ 49 w 259"/>
              <a:gd name="T31" fmla="*/ 146 h 319"/>
              <a:gd name="T32" fmla="*/ 78 w 259"/>
              <a:gd name="T33" fmla="*/ 248 h 319"/>
              <a:gd name="T34" fmla="*/ 153 w 259"/>
              <a:gd name="T35" fmla="*/ 287 h 319"/>
              <a:gd name="T36" fmla="*/ 202 w 259"/>
              <a:gd name="T37" fmla="*/ 274 h 319"/>
              <a:gd name="T38" fmla="*/ 243 w 259"/>
              <a:gd name="T39" fmla="*/ 234 h 319"/>
              <a:gd name="T40" fmla="*/ 245 w 259"/>
              <a:gd name="T41" fmla="*/ 231 h 319"/>
              <a:gd name="T42" fmla="*/ 259 w 259"/>
              <a:gd name="T43" fmla="*/ 241 h 319"/>
              <a:gd name="T44" fmla="*/ 257 w 259"/>
              <a:gd name="T45" fmla="*/ 244 h 319"/>
              <a:gd name="T46" fmla="*/ 204 w 259"/>
              <a:gd name="T47" fmla="*/ 301 h 319"/>
              <a:gd name="T48" fmla="*/ 135 w 259"/>
              <a:gd name="T49" fmla="*/ 319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9" h="319">
                <a:moveTo>
                  <a:pt x="135" y="319"/>
                </a:moveTo>
                <a:cubicBezTo>
                  <a:pt x="95" y="319"/>
                  <a:pt x="62" y="305"/>
                  <a:pt x="37" y="278"/>
                </a:cubicBezTo>
                <a:cubicBezTo>
                  <a:pt x="12" y="251"/>
                  <a:pt x="0" y="214"/>
                  <a:pt x="0" y="170"/>
                </a:cubicBezTo>
                <a:cubicBezTo>
                  <a:pt x="0" y="142"/>
                  <a:pt x="5" y="116"/>
                  <a:pt x="14" y="93"/>
                </a:cubicBezTo>
                <a:cubicBezTo>
                  <a:pt x="23" y="70"/>
                  <a:pt x="37" y="50"/>
                  <a:pt x="55" y="33"/>
                </a:cubicBezTo>
                <a:cubicBezTo>
                  <a:pt x="66" y="24"/>
                  <a:pt x="78" y="16"/>
                  <a:pt x="93" y="11"/>
                </a:cubicBezTo>
                <a:cubicBezTo>
                  <a:pt x="123" y="1"/>
                  <a:pt x="156" y="0"/>
                  <a:pt x="190" y="12"/>
                </a:cubicBezTo>
                <a:cubicBezTo>
                  <a:pt x="207" y="18"/>
                  <a:pt x="225" y="27"/>
                  <a:pt x="243" y="39"/>
                </a:cubicBezTo>
                <a:lnTo>
                  <a:pt x="246" y="40"/>
                </a:lnTo>
                <a:lnTo>
                  <a:pt x="228" y="96"/>
                </a:lnTo>
                <a:lnTo>
                  <a:pt x="213" y="94"/>
                </a:lnTo>
                <a:lnTo>
                  <a:pt x="212" y="92"/>
                </a:lnTo>
                <a:cubicBezTo>
                  <a:pt x="205" y="69"/>
                  <a:pt x="194" y="52"/>
                  <a:pt x="181" y="41"/>
                </a:cubicBezTo>
                <a:cubicBezTo>
                  <a:pt x="167" y="30"/>
                  <a:pt x="151" y="24"/>
                  <a:pt x="132" y="24"/>
                </a:cubicBezTo>
                <a:cubicBezTo>
                  <a:pt x="107" y="24"/>
                  <a:pt x="87" y="34"/>
                  <a:pt x="72" y="56"/>
                </a:cubicBezTo>
                <a:cubicBezTo>
                  <a:pt x="57" y="79"/>
                  <a:pt x="49" y="109"/>
                  <a:pt x="49" y="146"/>
                </a:cubicBezTo>
                <a:cubicBezTo>
                  <a:pt x="49" y="187"/>
                  <a:pt x="59" y="222"/>
                  <a:pt x="78" y="248"/>
                </a:cubicBezTo>
                <a:cubicBezTo>
                  <a:pt x="98" y="274"/>
                  <a:pt x="123" y="287"/>
                  <a:pt x="153" y="287"/>
                </a:cubicBezTo>
                <a:cubicBezTo>
                  <a:pt x="171" y="287"/>
                  <a:pt x="187" y="283"/>
                  <a:pt x="202" y="274"/>
                </a:cubicBezTo>
                <a:cubicBezTo>
                  <a:pt x="216" y="266"/>
                  <a:pt x="230" y="252"/>
                  <a:pt x="243" y="234"/>
                </a:cubicBezTo>
                <a:lnTo>
                  <a:pt x="245" y="231"/>
                </a:lnTo>
                <a:lnTo>
                  <a:pt x="259" y="241"/>
                </a:lnTo>
                <a:lnTo>
                  <a:pt x="257" y="244"/>
                </a:lnTo>
                <a:cubicBezTo>
                  <a:pt x="242" y="270"/>
                  <a:pt x="224" y="289"/>
                  <a:pt x="204" y="301"/>
                </a:cubicBezTo>
                <a:cubicBezTo>
                  <a:pt x="185" y="313"/>
                  <a:pt x="161" y="319"/>
                  <a:pt x="135" y="31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5" name="Freeform 103">
            <a:extLst>
              <a:ext uri="{FF2B5EF4-FFF2-40B4-BE49-F238E27FC236}">
                <a16:creationId xmlns:a16="http://schemas.microsoft.com/office/drawing/2014/main" id="{A341075B-8CFF-4DAE-99F2-A0A3B6368BFE}"/>
              </a:ext>
            </a:extLst>
          </p:cNvPr>
          <p:cNvSpPr>
            <a:spLocks noEditPoints="1"/>
          </p:cNvSpPr>
          <p:nvPr/>
        </p:nvSpPr>
        <p:spPr bwMode="auto">
          <a:xfrm>
            <a:off x="11058759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80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2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9 h 309"/>
              <a:gd name="T50" fmla="*/ 122 w 264"/>
              <a:gd name="T51" fmla="*/ 0 h 309"/>
              <a:gd name="T52" fmla="*/ 154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80" y="293"/>
                </a:lnTo>
                <a:cubicBezTo>
                  <a:pt x="183" y="293"/>
                  <a:pt x="186" y="291"/>
                  <a:pt x="188" y="289"/>
                </a:cubicBezTo>
                <a:cubicBezTo>
                  <a:pt x="190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2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7"/>
                  <a:pt x="62" y="282"/>
                  <a:pt x="65" y="286"/>
                </a:cubicBezTo>
                <a:cubicBezTo>
                  <a:pt x="68" y="290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3" y="290"/>
                  <a:pt x="20" y="284"/>
                  <a:pt x="27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2" y="0"/>
                </a:lnTo>
                <a:lnTo>
                  <a:pt x="154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5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6" name="Freeform 104">
            <a:extLst>
              <a:ext uri="{FF2B5EF4-FFF2-40B4-BE49-F238E27FC236}">
                <a16:creationId xmlns:a16="http://schemas.microsoft.com/office/drawing/2014/main" id="{C497C966-5960-48A6-B32E-EEBFF2BF6A47}"/>
              </a:ext>
            </a:extLst>
          </p:cNvPr>
          <p:cNvSpPr>
            <a:spLocks/>
          </p:cNvSpPr>
          <p:nvPr/>
        </p:nvSpPr>
        <p:spPr bwMode="auto">
          <a:xfrm>
            <a:off x="11214414" y="5435762"/>
            <a:ext cx="127982" cy="172949"/>
          </a:xfrm>
          <a:custGeom>
            <a:avLst/>
            <a:gdLst>
              <a:gd name="T0" fmla="*/ 206 w 222"/>
              <a:gd name="T1" fmla="*/ 302 h 302"/>
              <a:gd name="T2" fmla="*/ 0 w 222"/>
              <a:gd name="T3" fmla="*/ 302 h 302"/>
              <a:gd name="T4" fmla="*/ 0 w 222"/>
              <a:gd name="T5" fmla="*/ 287 h 302"/>
              <a:gd name="T6" fmla="*/ 4 w 222"/>
              <a:gd name="T7" fmla="*/ 286 h 302"/>
              <a:gd name="T8" fmla="*/ 15 w 222"/>
              <a:gd name="T9" fmla="*/ 280 h 302"/>
              <a:gd name="T10" fmla="*/ 18 w 222"/>
              <a:gd name="T11" fmla="*/ 254 h 302"/>
              <a:gd name="T12" fmla="*/ 18 w 222"/>
              <a:gd name="T13" fmla="*/ 48 h 302"/>
              <a:gd name="T14" fmla="*/ 14 w 222"/>
              <a:gd name="T15" fmla="*/ 22 h 302"/>
              <a:gd name="T16" fmla="*/ 4 w 222"/>
              <a:gd name="T17" fmla="*/ 16 h 302"/>
              <a:gd name="T18" fmla="*/ 0 w 222"/>
              <a:gd name="T19" fmla="*/ 16 h 302"/>
              <a:gd name="T20" fmla="*/ 0 w 222"/>
              <a:gd name="T21" fmla="*/ 0 h 302"/>
              <a:gd name="T22" fmla="*/ 88 w 222"/>
              <a:gd name="T23" fmla="*/ 0 h 302"/>
              <a:gd name="T24" fmla="*/ 88 w 222"/>
              <a:gd name="T25" fmla="*/ 16 h 302"/>
              <a:gd name="T26" fmla="*/ 84 w 222"/>
              <a:gd name="T27" fmla="*/ 16 h 302"/>
              <a:gd name="T28" fmla="*/ 73 w 222"/>
              <a:gd name="T29" fmla="*/ 22 h 302"/>
              <a:gd name="T30" fmla="*/ 69 w 222"/>
              <a:gd name="T31" fmla="*/ 48 h 302"/>
              <a:gd name="T32" fmla="*/ 69 w 222"/>
              <a:gd name="T33" fmla="*/ 256 h 302"/>
              <a:gd name="T34" fmla="*/ 74 w 222"/>
              <a:gd name="T35" fmla="*/ 276 h 302"/>
              <a:gd name="T36" fmla="*/ 99 w 222"/>
              <a:gd name="T37" fmla="*/ 280 h 302"/>
              <a:gd name="T38" fmla="*/ 145 w 222"/>
              <a:gd name="T39" fmla="*/ 277 h 302"/>
              <a:gd name="T40" fmla="*/ 171 w 222"/>
              <a:gd name="T41" fmla="*/ 268 h 302"/>
              <a:gd name="T42" fmla="*/ 186 w 222"/>
              <a:gd name="T43" fmla="*/ 255 h 302"/>
              <a:gd name="T44" fmla="*/ 205 w 222"/>
              <a:gd name="T45" fmla="*/ 231 h 302"/>
              <a:gd name="T46" fmla="*/ 207 w 222"/>
              <a:gd name="T47" fmla="*/ 229 h 302"/>
              <a:gd name="T48" fmla="*/ 222 w 222"/>
              <a:gd name="T49" fmla="*/ 234 h 302"/>
              <a:gd name="T50" fmla="*/ 206 w 222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2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2" y="284"/>
                  <a:pt x="15" y="280"/>
                </a:cubicBezTo>
                <a:cubicBezTo>
                  <a:pt x="17" y="275"/>
                  <a:pt x="18" y="266"/>
                  <a:pt x="18" y="254"/>
                </a:cubicBezTo>
                <a:lnTo>
                  <a:pt x="18" y="48"/>
                </a:lnTo>
                <a:cubicBezTo>
                  <a:pt x="18" y="36"/>
                  <a:pt x="17" y="27"/>
                  <a:pt x="14" y="22"/>
                </a:cubicBezTo>
                <a:cubicBezTo>
                  <a:pt x="12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5" y="18"/>
                  <a:pt x="73" y="22"/>
                </a:cubicBezTo>
                <a:cubicBezTo>
                  <a:pt x="71" y="27"/>
                  <a:pt x="69" y="36"/>
                  <a:pt x="69" y="48"/>
                </a:cubicBezTo>
                <a:lnTo>
                  <a:pt x="69" y="256"/>
                </a:lnTo>
                <a:cubicBezTo>
                  <a:pt x="69" y="271"/>
                  <a:pt x="72" y="275"/>
                  <a:pt x="74" y="276"/>
                </a:cubicBezTo>
                <a:cubicBezTo>
                  <a:pt x="75" y="277"/>
                  <a:pt x="81" y="280"/>
                  <a:pt x="99" y="280"/>
                </a:cubicBezTo>
                <a:cubicBezTo>
                  <a:pt x="120" y="280"/>
                  <a:pt x="135" y="279"/>
                  <a:pt x="145" y="277"/>
                </a:cubicBezTo>
                <a:cubicBezTo>
                  <a:pt x="154" y="275"/>
                  <a:pt x="163" y="272"/>
                  <a:pt x="171" y="268"/>
                </a:cubicBezTo>
                <a:cubicBezTo>
                  <a:pt x="175" y="265"/>
                  <a:pt x="181" y="260"/>
                  <a:pt x="186" y="255"/>
                </a:cubicBezTo>
                <a:cubicBezTo>
                  <a:pt x="192" y="249"/>
                  <a:pt x="198" y="241"/>
                  <a:pt x="205" y="231"/>
                </a:cubicBezTo>
                <a:lnTo>
                  <a:pt x="207" y="229"/>
                </a:lnTo>
                <a:lnTo>
                  <a:pt x="222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7" name="Freeform 105">
            <a:extLst>
              <a:ext uri="{FF2B5EF4-FFF2-40B4-BE49-F238E27FC236}">
                <a16:creationId xmlns:a16="http://schemas.microsoft.com/office/drawing/2014/main" id="{1EA2E09D-97C7-445B-B11D-D63E0B1F5DD1}"/>
              </a:ext>
            </a:extLst>
          </p:cNvPr>
          <p:cNvSpPr>
            <a:spLocks noEditPoints="1"/>
          </p:cNvSpPr>
          <p:nvPr/>
        </p:nvSpPr>
        <p:spPr bwMode="auto">
          <a:xfrm>
            <a:off x="11340667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3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7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1 w 264"/>
              <a:gd name="T29" fmla="*/ 261 h 309"/>
              <a:gd name="T30" fmla="*/ 60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0 w 264"/>
              <a:gd name="T37" fmla="*/ 294 h 309"/>
              <a:gd name="T38" fmla="*/ 80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6 w 264"/>
              <a:gd name="T47" fmla="*/ 275 h 309"/>
              <a:gd name="T48" fmla="*/ 47 w 264"/>
              <a:gd name="T49" fmla="*/ 229 h 309"/>
              <a:gd name="T50" fmla="*/ 121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3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3" y="293"/>
                  <a:pt x="185" y="291"/>
                  <a:pt x="187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1" y="261"/>
                </a:cubicBezTo>
                <a:cubicBezTo>
                  <a:pt x="61" y="264"/>
                  <a:pt x="60" y="267"/>
                  <a:pt x="60" y="270"/>
                </a:cubicBezTo>
                <a:cubicBezTo>
                  <a:pt x="60" y="277"/>
                  <a:pt x="62" y="282"/>
                  <a:pt x="65" y="286"/>
                </a:cubicBezTo>
                <a:cubicBezTo>
                  <a:pt x="67" y="290"/>
                  <a:pt x="71" y="292"/>
                  <a:pt x="77" y="293"/>
                </a:cubicBezTo>
                <a:lnTo>
                  <a:pt x="80" y="294"/>
                </a:lnTo>
                <a:lnTo>
                  <a:pt x="80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6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1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4" y="278"/>
                  <a:pt x="249" y="285"/>
                </a:cubicBezTo>
                <a:cubicBezTo>
                  <a:pt x="252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8" name="Freeform 106">
            <a:extLst>
              <a:ext uri="{FF2B5EF4-FFF2-40B4-BE49-F238E27FC236}">
                <a16:creationId xmlns:a16="http://schemas.microsoft.com/office/drawing/2014/main" id="{8F4D46DE-956F-4172-9E80-F81AA955C2E7}"/>
              </a:ext>
            </a:extLst>
          </p:cNvPr>
          <p:cNvSpPr>
            <a:spLocks noEditPoints="1"/>
          </p:cNvSpPr>
          <p:nvPr/>
        </p:nvSpPr>
        <p:spPr bwMode="auto">
          <a:xfrm>
            <a:off x="11494592" y="5434031"/>
            <a:ext cx="136631" cy="174678"/>
          </a:xfrm>
          <a:custGeom>
            <a:avLst/>
            <a:gdLst>
              <a:gd name="T0" fmla="*/ 69 w 240"/>
              <a:gd name="T1" fmla="*/ 134 h 305"/>
              <a:gd name="T2" fmla="*/ 91 w 240"/>
              <a:gd name="T3" fmla="*/ 134 h 305"/>
              <a:gd name="T4" fmla="*/ 161 w 240"/>
              <a:gd name="T5" fmla="*/ 120 h 305"/>
              <a:gd name="T6" fmla="*/ 180 w 240"/>
              <a:gd name="T7" fmla="*/ 78 h 305"/>
              <a:gd name="T8" fmla="*/ 162 w 240"/>
              <a:gd name="T9" fmla="*/ 36 h 305"/>
              <a:gd name="T10" fmla="*/ 109 w 240"/>
              <a:gd name="T11" fmla="*/ 21 h 305"/>
              <a:gd name="T12" fmla="*/ 76 w 240"/>
              <a:gd name="T13" fmla="*/ 26 h 305"/>
              <a:gd name="T14" fmla="*/ 69 w 240"/>
              <a:gd name="T15" fmla="*/ 51 h 305"/>
              <a:gd name="T16" fmla="*/ 69 w 240"/>
              <a:gd name="T17" fmla="*/ 134 h 305"/>
              <a:gd name="T18" fmla="*/ 69 w 240"/>
              <a:gd name="T19" fmla="*/ 154 h 305"/>
              <a:gd name="T20" fmla="*/ 69 w 240"/>
              <a:gd name="T21" fmla="*/ 258 h 305"/>
              <a:gd name="T22" fmla="*/ 75 w 240"/>
              <a:gd name="T23" fmla="*/ 280 h 305"/>
              <a:gd name="T24" fmla="*/ 107 w 240"/>
              <a:gd name="T25" fmla="*/ 285 h 305"/>
              <a:gd name="T26" fmla="*/ 170 w 240"/>
              <a:gd name="T27" fmla="*/ 269 h 305"/>
              <a:gd name="T28" fmla="*/ 189 w 240"/>
              <a:gd name="T29" fmla="*/ 220 h 305"/>
              <a:gd name="T30" fmla="*/ 171 w 240"/>
              <a:gd name="T31" fmla="*/ 170 h 305"/>
              <a:gd name="T32" fmla="*/ 111 w 240"/>
              <a:gd name="T33" fmla="*/ 154 h 305"/>
              <a:gd name="T34" fmla="*/ 69 w 240"/>
              <a:gd name="T35" fmla="*/ 154 h 305"/>
              <a:gd name="T36" fmla="*/ 113 w 240"/>
              <a:gd name="T37" fmla="*/ 305 h 305"/>
              <a:gd name="T38" fmla="*/ 0 w 240"/>
              <a:gd name="T39" fmla="*/ 305 h 305"/>
              <a:gd name="T40" fmla="*/ 0 w 240"/>
              <a:gd name="T41" fmla="*/ 289 h 305"/>
              <a:gd name="T42" fmla="*/ 4 w 240"/>
              <a:gd name="T43" fmla="*/ 289 h 305"/>
              <a:gd name="T44" fmla="*/ 15 w 240"/>
              <a:gd name="T45" fmla="*/ 283 h 305"/>
              <a:gd name="T46" fmla="*/ 19 w 240"/>
              <a:gd name="T47" fmla="*/ 257 h 305"/>
              <a:gd name="T48" fmla="*/ 19 w 240"/>
              <a:gd name="T49" fmla="*/ 51 h 305"/>
              <a:gd name="T50" fmla="*/ 15 w 240"/>
              <a:gd name="T51" fmla="*/ 25 h 305"/>
              <a:gd name="T52" fmla="*/ 4 w 240"/>
              <a:gd name="T53" fmla="*/ 19 h 305"/>
              <a:gd name="T54" fmla="*/ 0 w 240"/>
              <a:gd name="T55" fmla="*/ 19 h 305"/>
              <a:gd name="T56" fmla="*/ 0 w 240"/>
              <a:gd name="T57" fmla="*/ 3 h 305"/>
              <a:gd name="T58" fmla="*/ 69 w 240"/>
              <a:gd name="T59" fmla="*/ 1 h 305"/>
              <a:gd name="T60" fmla="*/ 92 w 240"/>
              <a:gd name="T61" fmla="*/ 1 h 305"/>
              <a:gd name="T62" fmla="*/ 105 w 240"/>
              <a:gd name="T63" fmla="*/ 0 h 305"/>
              <a:gd name="T64" fmla="*/ 194 w 240"/>
              <a:gd name="T65" fmla="*/ 22 h 305"/>
              <a:gd name="T66" fmla="*/ 229 w 240"/>
              <a:gd name="T67" fmla="*/ 78 h 305"/>
              <a:gd name="T68" fmla="*/ 209 w 240"/>
              <a:gd name="T69" fmla="*/ 121 h 305"/>
              <a:gd name="T70" fmla="*/ 168 w 240"/>
              <a:gd name="T71" fmla="*/ 143 h 305"/>
              <a:gd name="T72" fmla="*/ 216 w 240"/>
              <a:gd name="T73" fmla="*/ 169 h 305"/>
              <a:gd name="T74" fmla="*/ 240 w 240"/>
              <a:gd name="T75" fmla="*/ 224 h 305"/>
              <a:gd name="T76" fmla="*/ 207 w 240"/>
              <a:gd name="T77" fmla="*/ 285 h 305"/>
              <a:gd name="T78" fmla="*/ 113 w 240"/>
              <a:gd name="T79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40" h="305">
                <a:moveTo>
                  <a:pt x="69" y="134"/>
                </a:moveTo>
                <a:lnTo>
                  <a:pt x="91" y="134"/>
                </a:lnTo>
                <a:cubicBezTo>
                  <a:pt x="124" y="134"/>
                  <a:pt x="147" y="129"/>
                  <a:pt x="161" y="120"/>
                </a:cubicBezTo>
                <a:cubicBezTo>
                  <a:pt x="174" y="112"/>
                  <a:pt x="180" y="98"/>
                  <a:pt x="180" y="78"/>
                </a:cubicBezTo>
                <a:cubicBezTo>
                  <a:pt x="180" y="60"/>
                  <a:pt x="174" y="46"/>
                  <a:pt x="162" y="36"/>
                </a:cubicBezTo>
                <a:cubicBezTo>
                  <a:pt x="150" y="26"/>
                  <a:pt x="132" y="21"/>
                  <a:pt x="109" y="21"/>
                </a:cubicBezTo>
                <a:cubicBezTo>
                  <a:pt x="88" y="21"/>
                  <a:pt x="79" y="24"/>
                  <a:pt x="76" y="26"/>
                </a:cubicBezTo>
                <a:cubicBezTo>
                  <a:pt x="71" y="29"/>
                  <a:pt x="69" y="38"/>
                  <a:pt x="69" y="51"/>
                </a:cubicBezTo>
                <a:lnTo>
                  <a:pt x="69" y="134"/>
                </a:lnTo>
                <a:close/>
                <a:moveTo>
                  <a:pt x="69" y="154"/>
                </a:moveTo>
                <a:lnTo>
                  <a:pt x="69" y="258"/>
                </a:lnTo>
                <a:cubicBezTo>
                  <a:pt x="69" y="274"/>
                  <a:pt x="73" y="279"/>
                  <a:pt x="75" y="280"/>
                </a:cubicBezTo>
                <a:cubicBezTo>
                  <a:pt x="77" y="282"/>
                  <a:pt x="84" y="285"/>
                  <a:pt x="107" y="285"/>
                </a:cubicBezTo>
                <a:cubicBezTo>
                  <a:pt x="136" y="285"/>
                  <a:pt x="157" y="279"/>
                  <a:pt x="170" y="269"/>
                </a:cubicBezTo>
                <a:cubicBezTo>
                  <a:pt x="183" y="258"/>
                  <a:pt x="189" y="242"/>
                  <a:pt x="189" y="220"/>
                </a:cubicBezTo>
                <a:cubicBezTo>
                  <a:pt x="189" y="198"/>
                  <a:pt x="183" y="181"/>
                  <a:pt x="171" y="170"/>
                </a:cubicBezTo>
                <a:cubicBezTo>
                  <a:pt x="158" y="160"/>
                  <a:pt x="138" y="154"/>
                  <a:pt x="111" y="154"/>
                </a:cubicBezTo>
                <a:lnTo>
                  <a:pt x="69" y="154"/>
                </a:lnTo>
                <a:close/>
                <a:moveTo>
                  <a:pt x="113" y="305"/>
                </a:moveTo>
                <a:lnTo>
                  <a:pt x="0" y="305"/>
                </a:lnTo>
                <a:lnTo>
                  <a:pt x="0" y="289"/>
                </a:lnTo>
                <a:lnTo>
                  <a:pt x="4" y="289"/>
                </a:lnTo>
                <a:cubicBezTo>
                  <a:pt x="10" y="289"/>
                  <a:pt x="13" y="287"/>
                  <a:pt x="15" y="283"/>
                </a:cubicBezTo>
                <a:cubicBezTo>
                  <a:pt x="18" y="278"/>
                  <a:pt x="19" y="269"/>
                  <a:pt x="19" y="257"/>
                </a:cubicBezTo>
                <a:lnTo>
                  <a:pt x="19" y="51"/>
                </a:lnTo>
                <a:cubicBezTo>
                  <a:pt x="19" y="39"/>
                  <a:pt x="18" y="30"/>
                  <a:pt x="15" y="25"/>
                </a:cubicBezTo>
                <a:cubicBezTo>
                  <a:pt x="13" y="21"/>
                  <a:pt x="10" y="19"/>
                  <a:pt x="4" y="19"/>
                </a:cubicBezTo>
                <a:lnTo>
                  <a:pt x="0" y="19"/>
                </a:lnTo>
                <a:lnTo>
                  <a:pt x="0" y="3"/>
                </a:lnTo>
                <a:lnTo>
                  <a:pt x="69" y="1"/>
                </a:lnTo>
                <a:cubicBezTo>
                  <a:pt x="76" y="1"/>
                  <a:pt x="84" y="1"/>
                  <a:pt x="92" y="1"/>
                </a:cubicBezTo>
                <a:cubicBezTo>
                  <a:pt x="100" y="0"/>
                  <a:pt x="105" y="0"/>
                  <a:pt x="105" y="0"/>
                </a:cubicBezTo>
                <a:cubicBezTo>
                  <a:pt x="141" y="0"/>
                  <a:pt x="171" y="7"/>
                  <a:pt x="194" y="22"/>
                </a:cubicBezTo>
                <a:cubicBezTo>
                  <a:pt x="217" y="36"/>
                  <a:pt x="229" y="55"/>
                  <a:pt x="229" y="78"/>
                </a:cubicBezTo>
                <a:cubicBezTo>
                  <a:pt x="229" y="95"/>
                  <a:pt x="222" y="110"/>
                  <a:pt x="209" y="121"/>
                </a:cubicBezTo>
                <a:cubicBezTo>
                  <a:pt x="199" y="130"/>
                  <a:pt x="185" y="138"/>
                  <a:pt x="168" y="143"/>
                </a:cubicBezTo>
                <a:cubicBezTo>
                  <a:pt x="187" y="149"/>
                  <a:pt x="204" y="158"/>
                  <a:pt x="216" y="169"/>
                </a:cubicBezTo>
                <a:cubicBezTo>
                  <a:pt x="232" y="185"/>
                  <a:pt x="240" y="203"/>
                  <a:pt x="240" y="224"/>
                </a:cubicBezTo>
                <a:cubicBezTo>
                  <a:pt x="240" y="250"/>
                  <a:pt x="229" y="271"/>
                  <a:pt x="207" y="285"/>
                </a:cubicBezTo>
                <a:cubicBezTo>
                  <a:pt x="185" y="298"/>
                  <a:pt x="154" y="305"/>
                  <a:pt x="113" y="30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9" name="Freeform 107">
            <a:extLst>
              <a:ext uri="{FF2B5EF4-FFF2-40B4-BE49-F238E27FC236}">
                <a16:creationId xmlns:a16="http://schemas.microsoft.com/office/drawing/2014/main" id="{38DB0B15-222A-4D4A-AE9F-F0DAF024A24D}"/>
              </a:ext>
            </a:extLst>
          </p:cNvPr>
          <p:cNvSpPr>
            <a:spLocks noEditPoints="1"/>
          </p:cNvSpPr>
          <p:nvPr/>
        </p:nvSpPr>
        <p:spPr bwMode="auto">
          <a:xfrm>
            <a:off x="11645058" y="5432302"/>
            <a:ext cx="141818" cy="197162"/>
          </a:xfrm>
          <a:custGeom>
            <a:avLst/>
            <a:gdLst>
              <a:gd name="T0" fmla="*/ 68 w 249"/>
              <a:gd name="T1" fmla="*/ 151 h 343"/>
              <a:gd name="T2" fmla="*/ 77 w 249"/>
              <a:gd name="T3" fmla="*/ 152 h 343"/>
              <a:gd name="T4" fmla="*/ 95 w 249"/>
              <a:gd name="T5" fmla="*/ 153 h 343"/>
              <a:gd name="T6" fmla="*/ 166 w 249"/>
              <a:gd name="T7" fmla="*/ 136 h 343"/>
              <a:gd name="T8" fmla="*/ 189 w 249"/>
              <a:gd name="T9" fmla="*/ 88 h 343"/>
              <a:gd name="T10" fmla="*/ 169 w 249"/>
              <a:gd name="T11" fmla="*/ 37 h 343"/>
              <a:gd name="T12" fmla="*/ 111 w 249"/>
              <a:gd name="T13" fmla="*/ 20 h 343"/>
              <a:gd name="T14" fmla="*/ 77 w 249"/>
              <a:gd name="T15" fmla="*/ 26 h 343"/>
              <a:gd name="T16" fmla="*/ 68 w 249"/>
              <a:gd name="T17" fmla="*/ 49 h 343"/>
              <a:gd name="T18" fmla="*/ 68 w 249"/>
              <a:gd name="T19" fmla="*/ 151 h 343"/>
              <a:gd name="T20" fmla="*/ 249 w 249"/>
              <a:gd name="T21" fmla="*/ 343 h 343"/>
              <a:gd name="T22" fmla="*/ 243 w 249"/>
              <a:gd name="T23" fmla="*/ 340 h 343"/>
              <a:gd name="T24" fmla="*/ 164 w 249"/>
              <a:gd name="T25" fmla="*/ 278 h 343"/>
              <a:gd name="T26" fmla="*/ 107 w 249"/>
              <a:gd name="T27" fmla="*/ 172 h 343"/>
              <a:gd name="T28" fmla="*/ 101 w 249"/>
              <a:gd name="T29" fmla="*/ 172 h 343"/>
              <a:gd name="T30" fmla="*/ 91 w 249"/>
              <a:gd name="T31" fmla="*/ 172 h 343"/>
              <a:gd name="T32" fmla="*/ 68 w 249"/>
              <a:gd name="T33" fmla="*/ 172 h 343"/>
              <a:gd name="T34" fmla="*/ 68 w 249"/>
              <a:gd name="T35" fmla="*/ 259 h 343"/>
              <a:gd name="T36" fmla="*/ 72 w 249"/>
              <a:gd name="T37" fmla="*/ 285 h 343"/>
              <a:gd name="T38" fmla="*/ 83 w 249"/>
              <a:gd name="T39" fmla="*/ 291 h 343"/>
              <a:gd name="T40" fmla="*/ 87 w 249"/>
              <a:gd name="T41" fmla="*/ 291 h 343"/>
              <a:gd name="T42" fmla="*/ 87 w 249"/>
              <a:gd name="T43" fmla="*/ 307 h 343"/>
              <a:gd name="T44" fmla="*/ 0 w 249"/>
              <a:gd name="T45" fmla="*/ 307 h 343"/>
              <a:gd name="T46" fmla="*/ 0 w 249"/>
              <a:gd name="T47" fmla="*/ 291 h 343"/>
              <a:gd name="T48" fmla="*/ 4 w 249"/>
              <a:gd name="T49" fmla="*/ 291 h 343"/>
              <a:gd name="T50" fmla="*/ 14 w 249"/>
              <a:gd name="T51" fmla="*/ 285 h 343"/>
              <a:gd name="T52" fmla="*/ 18 w 249"/>
              <a:gd name="T53" fmla="*/ 259 h 343"/>
              <a:gd name="T54" fmla="*/ 18 w 249"/>
              <a:gd name="T55" fmla="*/ 53 h 343"/>
              <a:gd name="T56" fmla="*/ 14 w 249"/>
              <a:gd name="T57" fmla="*/ 27 h 343"/>
              <a:gd name="T58" fmla="*/ 3 w 249"/>
              <a:gd name="T59" fmla="*/ 21 h 343"/>
              <a:gd name="T60" fmla="*/ 0 w 249"/>
              <a:gd name="T61" fmla="*/ 21 h 343"/>
              <a:gd name="T62" fmla="*/ 0 w 249"/>
              <a:gd name="T63" fmla="*/ 5 h 343"/>
              <a:gd name="T64" fmla="*/ 70 w 249"/>
              <a:gd name="T65" fmla="*/ 1 h 343"/>
              <a:gd name="T66" fmla="*/ 94 w 249"/>
              <a:gd name="T67" fmla="*/ 1 h 343"/>
              <a:gd name="T68" fmla="*/ 109 w 249"/>
              <a:gd name="T69" fmla="*/ 0 h 343"/>
              <a:gd name="T70" fmla="*/ 205 w 249"/>
              <a:gd name="T71" fmla="*/ 24 h 343"/>
              <a:gd name="T72" fmla="*/ 242 w 249"/>
              <a:gd name="T73" fmla="*/ 89 h 343"/>
              <a:gd name="T74" fmla="*/ 219 w 249"/>
              <a:gd name="T75" fmla="*/ 140 h 343"/>
              <a:gd name="T76" fmla="*/ 162 w 249"/>
              <a:gd name="T77" fmla="*/ 168 h 343"/>
              <a:gd name="T78" fmla="*/ 204 w 249"/>
              <a:gd name="T79" fmla="*/ 266 h 343"/>
              <a:gd name="T80" fmla="*/ 248 w 249"/>
              <a:gd name="T81" fmla="*/ 325 h 343"/>
              <a:gd name="T82" fmla="*/ 249 w 249"/>
              <a:gd name="T83" fmla="*/ 326 h 343"/>
              <a:gd name="T84" fmla="*/ 249 w 249"/>
              <a:gd name="T8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9" h="343">
                <a:moveTo>
                  <a:pt x="68" y="151"/>
                </a:moveTo>
                <a:cubicBezTo>
                  <a:pt x="71" y="152"/>
                  <a:pt x="74" y="152"/>
                  <a:pt x="77" y="152"/>
                </a:cubicBezTo>
                <a:cubicBezTo>
                  <a:pt x="82" y="153"/>
                  <a:pt x="88" y="153"/>
                  <a:pt x="95" y="153"/>
                </a:cubicBezTo>
                <a:cubicBezTo>
                  <a:pt x="127" y="153"/>
                  <a:pt x="151" y="147"/>
                  <a:pt x="166" y="136"/>
                </a:cubicBezTo>
                <a:cubicBezTo>
                  <a:pt x="181" y="126"/>
                  <a:pt x="189" y="110"/>
                  <a:pt x="189" y="88"/>
                </a:cubicBezTo>
                <a:cubicBezTo>
                  <a:pt x="189" y="66"/>
                  <a:pt x="182" y="49"/>
                  <a:pt x="169" y="37"/>
                </a:cubicBezTo>
                <a:cubicBezTo>
                  <a:pt x="155" y="26"/>
                  <a:pt x="136" y="20"/>
                  <a:pt x="111" y="20"/>
                </a:cubicBezTo>
                <a:cubicBezTo>
                  <a:pt x="94" y="20"/>
                  <a:pt x="83" y="22"/>
                  <a:pt x="77" y="26"/>
                </a:cubicBezTo>
                <a:cubicBezTo>
                  <a:pt x="71" y="30"/>
                  <a:pt x="68" y="38"/>
                  <a:pt x="68" y="49"/>
                </a:cubicBezTo>
                <a:lnTo>
                  <a:pt x="68" y="151"/>
                </a:lnTo>
                <a:close/>
                <a:moveTo>
                  <a:pt x="249" y="343"/>
                </a:moveTo>
                <a:lnTo>
                  <a:pt x="243" y="340"/>
                </a:lnTo>
                <a:cubicBezTo>
                  <a:pt x="214" y="328"/>
                  <a:pt x="188" y="307"/>
                  <a:pt x="164" y="278"/>
                </a:cubicBezTo>
                <a:cubicBezTo>
                  <a:pt x="142" y="250"/>
                  <a:pt x="123" y="214"/>
                  <a:pt x="107" y="172"/>
                </a:cubicBezTo>
                <a:cubicBezTo>
                  <a:pt x="106" y="172"/>
                  <a:pt x="103" y="172"/>
                  <a:pt x="101" y="172"/>
                </a:cubicBezTo>
                <a:cubicBezTo>
                  <a:pt x="97" y="172"/>
                  <a:pt x="93" y="172"/>
                  <a:pt x="91" y="172"/>
                </a:cubicBezTo>
                <a:cubicBezTo>
                  <a:pt x="86" y="172"/>
                  <a:pt x="78" y="172"/>
                  <a:pt x="68" y="172"/>
                </a:cubicBezTo>
                <a:lnTo>
                  <a:pt x="68" y="259"/>
                </a:lnTo>
                <a:cubicBezTo>
                  <a:pt x="68" y="272"/>
                  <a:pt x="70" y="280"/>
                  <a:pt x="72" y="285"/>
                </a:cubicBezTo>
                <a:cubicBezTo>
                  <a:pt x="74" y="289"/>
                  <a:pt x="78" y="291"/>
                  <a:pt x="83" y="291"/>
                </a:cubicBezTo>
                <a:lnTo>
                  <a:pt x="87" y="291"/>
                </a:lnTo>
                <a:lnTo>
                  <a:pt x="87" y="307"/>
                </a:lnTo>
                <a:lnTo>
                  <a:pt x="0" y="307"/>
                </a:lnTo>
                <a:lnTo>
                  <a:pt x="0" y="291"/>
                </a:lnTo>
                <a:lnTo>
                  <a:pt x="4" y="291"/>
                </a:lnTo>
                <a:cubicBezTo>
                  <a:pt x="9" y="291"/>
                  <a:pt x="12" y="289"/>
                  <a:pt x="14" y="285"/>
                </a:cubicBezTo>
                <a:cubicBezTo>
                  <a:pt x="17" y="280"/>
                  <a:pt x="18" y="271"/>
                  <a:pt x="18" y="259"/>
                </a:cubicBezTo>
                <a:lnTo>
                  <a:pt x="18" y="53"/>
                </a:lnTo>
                <a:cubicBezTo>
                  <a:pt x="18" y="41"/>
                  <a:pt x="17" y="32"/>
                  <a:pt x="14" y="27"/>
                </a:cubicBezTo>
                <a:cubicBezTo>
                  <a:pt x="12" y="23"/>
                  <a:pt x="9" y="21"/>
                  <a:pt x="3" y="21"/>
                </a:cubicBezTo>
                <a:lnTo>
                  <a:pt x="0" y="21"/>
                </a:lnTo>
                <a:lnTo>
                  <a:pt x="0" y="5"/>
                </a:lnTo>
                <a:lnTo>
                  <a:pt x="70" y="1"/>
                </a:lnTo>
                <a:cubicBezTo>
                  <a:pt x="80" y="1"/>
                  <a:pt x="88" y="1"/>
                  <a:pt x="94" y="1"/>
                </a:cubicBezTo>
                <a:cubicBezTo>
                  <a:pt x="101" y="0"/>
                  <a:pt x="106" y="0"/>
                  <a:pt x="109" y="0"/>
                </a:cubicBezTo>
                <a:cubicBezTo>
                  <a:pt x="149" y="0"/>
                  <a:pt x="181" y="8"/>
                  <a:pt x="205" y="24"/>
                </a:cubicBezTo>
                <a:cubicBezTo>
                  <a:pt x="230" y="40"/>
                  <a:pt x="242" y="62"/>
                  <a:pt x="242" y="89"/>
                </a:cubicBezTo>
                <a:cubicBezTo>
                  <a:pt x="242" y="109"/>
                  <a:pt x="235" y="126"/>
                  <a:pt x="219" y="140"/>
                </a:cubicBezTo>
                <a:cubicBezTo>
                  <a:pt x="205" y="154"/>
                  <a:pt x="186" y="163"/>
                  <a:pt x="162" y="168"/>
                </a:cubicBezTo>
                <a:cubicBezTo>
                  <a:pt x="176" y="207"/>
                  <a:pt x="190" y="240"/>
                  <a:pt x="204" y="266"/>
                </a:cubicBezTo>
                <a:cubicBezTo>
                  <a:pt x="219" y="293"/>
                  <a:pt x="233" y="313"/>
                  <a:pt x="248" y="325"/>
                </a:cubicBezTo>
                <a:lnTo>
                  <a:pt x="249" y="326"/>
                </a:lnTo>
                <a:lnTo>
                  <a:pt x="249" y="34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0" name="Freeform 108">
            <a:extLst>
              <a:ext uri="{FF2B5EF4-FFF2-40B4-BE49-F238E27FC236}">
                <a16:creationId xmlns:a16="http://schemas.microsoft.com/office/drawing/2014/main" id="{29D43963-D070-4EC2-8C8D-5D88CCBE4F9E}"/>
              </a:ext>
            </a:extLst>
          </p:cNvPr>
          <p:cNvSpPr>
            <a:spLocks/>
          </p:cNvSpPr>
          <p:nvPr/>
        </p:nvSpPr>
        <p:spPr bwMode="auto">
          <a:xfrm>
            <a:off x="11793794" y="5435762"/>
            <a:ext cx="50156" cy="172949"/>
          </a:xfrm>
          <a:custGeom>
            <a:avLst/>
            <a:gdLst>
              <a:gd name="T0" fmla="*/ 88 w 88"/>
              <a:gd name="T1" fmla="*/ 302 h 302"/>
              <a:gd name="T2" fmla="*/ 0 w 88"/>
              <a:gd name="T3" fmla="*/ 302 h 302"/>
              <a:gd name="T4" fmla="*/ 0 w 88"/>
              <a:gd name="T5" fmla="*/ 287 h 302"/>
              <a:gd name="T6" fmla="*/ 4 w 88"/>
              <a:gd name="T7" fmla="*/ 286 h 302"/>
              <a:gd name="T8" fmla="*/ 15 w 88"/>
              <a:gd name="T9" fmla="*/ 280 h 302"/>
              <a:gd name="T10" fmla="*/ 19 w 88"/>
              <a:gd name="T11" fmla="*/ 254 h 302"/>
              <a:gd name="T12" fmla="*/ 19 w 88"/>
              <a:gd name="T13" fmla="*/ 48 h 302"/>
              <a:gd name="T14" fmla="*/ 15 w 88"/>
              <a:gd name="T15" fmla="*/ 22 h 302"/>
              <a:gd name="T16" fmla="*/ 4 w 88"/>
              <a:gd name="T17" fmla="*/ 16 h 302"/>
              <a:gd name="T18" fmla="*/ 0 w 88"/>
              <a:gd name="T19" fmla="*/ 16 h 302"/>
              <a:gd name="T20" fmla="*/ 0 w 88"/>
              <a:gd name="T21" fmla="*/ 0 h 302"/>
              <a:gd name="T22" fmla="*/ 88 w 88"/>
              <a:gd name="T23" fmla="*/ 0 h 302"/>
              <a:gd name="T24" fmla="*/ 88 w 88"/>
              <a:gd name="T25" fmla="*/ 16 h 302"/>
              <a:gd name="T26" fmla="*/ 84 w 88"/>
              <a:gd name="T27" fmla="*/ 16 h 302"/>
              <a:gd name="T28" fmla="*/ 73 w 88"/>
              <a:gd name="T29" fmla="*/ 22 h 302"/>
              <a:gd name="T30" fmla="*/ 69 w 88"/>
              <a:gd name="T31" fmla="*/ 48 h 302"/>
              <a:gd name="T32" fmla="*/ 69 w 88"/>
              <a:gd name="T33" fmla="*/ 254 h 302"/>
              <a:gd name="T34" fmla="*/ 73 w 88"/>
              <a:gd name="T35" fmla="*/ 280 h 302"/>
              <a:gd name="T36" fmla="*/ 84 w 88"/>
              <a:gd name="T37" fmla="*/ 286 h 302"/>
              <a:gd name="T38" fmla="*/ 88 w 88"/>
              <a:gd name="T39" fmla="*/ 286 h 302"/>
              <a:gd name="T40" fmla="*/ 88 w 88"/>
              <a:gd name="T4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8" h="302">
                <a:moveTo>
                  <a:pt x="88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7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7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6" y="18"/>
                  <a:pt x="73" y="22"/>
                </a:cubicBezTo>
                <a:cubicBezTo>
                  <a:pt x="71" y="27"/>
                  <a:pt x="69" y="36"/>
                  <a:pt x="69" y="48"/>
                </a:cubicBezTo>
                <a:lnTo>
                  <a:pt x="69" y="254"/>
                </a:lnTo>
                <a:cubicBezTo>
                  <a:pt x="69" y="267"/>
                  <a:pt x="71" y="275"/>
                  <a:pt x="73" y="280"/>
                </a:cubicBezTo>
                <a:cubicBezTo>
                  <a:pt x="75" y="284"/>
                  <a:pt x="79" y="286"/>
                  <a:pt x="84" y="286"/>
                </a:cubicBezTo>
                <a:lnTo>
                  <a:pt x="88" y="286"/>
                </a:lnTo>
                <a:lnTo>
                  <a:pt x="88" y="3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1" name="Freeform 109">
            <a:extLst>
              <a:ext uri="{FF2B5EF4-FFF2-40B4-BE49-F238E27FC236}">
                <a16:creationId xmlns:a16="http://schemas.microsoft.com/office/drawing/2014/main" id="{1BEB7500-627F-4724-B8C5-1CFC076A88E2}"/>
              </a:ext>
            </a:extLst>
          </p:cNvPr>
          <p:cNvSpPr>
            <a:spLocks noEditPoints="1"/>
          </p:cNvSpPr>
          <p:nvPr/>
        </p:nvSpPr>
        <p:spPr bwMode="auto">
          <a:xfrm>
            <a:off x="11852596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1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9 h 309"/>
              <a:gd name="T50" fmla="*/ 122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3" y="293"/>
                  <a:pt x="186" y="291"/>
                  <a:pt x="188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1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7"/>
                  <a:pt x="62" y="282"/>
                  <a:pt x="65" y="286"/>
                </a:cubicBezTo>
                <a:cubicBezTo>
                  <a:pt x="68" y="290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7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2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5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2" name="CasellaDiTesto 441">
            <a:extLst>
              <a:ext uri="{FF2B5EF4-FFF2-40B4-BE49-F238E27FC236}">
                <a16:creationId xmlns:a16="http://schemas.microsoft.com/office/drawing/2014/main" id="{739EC487-CDC1-4F1A-B7E6-003EAA58DBFE}"/>
              </a:ext>
            </a:extLst>
          </p:cNvPr>
          <p:cNvSpPr txBox="1"/>
          <p:nvPr/>
        </p:nvSpPr>
        <p:spPr>
          <a:xfrm>
            <a:off x="10022268" y="5643303"/>
            <a:ext cx="2361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>
                <a:solidFill>
                  <a:schemeClr val="bg2">
                    <a:lumMod val="90000"/>
                  </a:schemeClr>
                </a:solidFill>
              </a:rPr>
              <a:t>DIPARTIMENTO DI</a:t>
            </a:r>
            <a:r>
              <a:rPr lang="it-IT" sz="1200" b="0" baseline="0">
                <a:solidFill>
                  <a:schemeClr val="bg2">
                    <a:lumMod val="90000"/>
                  </a:schemeClr>
                </a:solidFill>
              </a:rPr>
              <a:t> INGEGNERIA INFORMATICA, MODELLISTICA, ELETTRONICA E SISTEMISTICA</a:t>
            </a:r>
            <a:endParaRPr lang="it-IT" sz="1200" b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443" name="Connettore diritto 442">
            <a:extLst>
              <a:ext uri="{FF2B5EF4-FFF2-40B4-BE49-F238E27FC236}">
                <a16:creationId xmlns:a16="http://schemas.microsoft.com/office/drawing/2014/main" id="{B0BFF711-5656-49A6-8AD0-58D3A11A3D96}"/>
              </a:ext>
            </a:extLst>
          </p:cNvPr>
          <p:cNvCxnSpPr/>
          <p:nvPr/>
        </p:nvCxnSpPr>
        <p:spPr>
          <a:xfrm>
            <a:off x="10041660" y="5151245"/>
            <a:ext cx="0" cy="110777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ED29DE1D-F60E-49B6-8BDE-AB0AAE79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80" y="5036454"/>
            <a:ext cx="2619920" cy="804968"/>
          </a:xfrm>
          <a:prstGeom prst="rect">
            <a:avLst/>
          </a:prstGeom>
        </p:spPr>
      </p:pic>
      <p:sp>
        <p:nvSpPr>
          <p:cNvPr id="456" name="CasellaDiTesto 455">
            <a:extLst>
              <a:ext uri="{FF2B5EF4-FFF2-40B4-BE49-F238E27FC236}">
                <a16:creationId xmlns:a16="http://schemas.microsoft.com/office/drawing/2014/main" id="{6338EA0D-08E6-4415-8DA1-F43C1CBF3BE6}"/>
              </a:ext>
            </a:extLst>
          </p:cNvPr>
          <p:cNvSpPr txBox="1"/>
          <p:nvPr/>
        </p:nvSpPr>
        <p:spPr>
          <a:xfrm>
            <a:off x="-11469" y="5738012"/>
            <a:ext cx="3272868" cy="58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 dirty="0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RESEARCH LABORATORY</a:t>
            </a:r>
          </a:p>
        </p:txBody>
      </p:sp>
      <p:sp>
        <p:nvSpPr>
          <p:cNvPr id="457" name="CasellaDiTesto 456">
            <a:extLst>
              <a:ext uri="{FF2B5EF4-FFF2-40B4-BE49-F238E27FC236}">
                <a16:creationId xmlns:a16="http://schemas.microsoft.com/office/drawing/2014/main" id="{A693173F-E477-4A82-8224-59345F7D8458}"/>
              </a:ext>
            </a:extLst>
          </p:cNvPr>
          <p:cNvSpPr txBox="1"/>
          <p:nvPr/>
        </p:nvSpPr>
        <p:spPr>
          <a:xfrm>
            <a:off x="0" y="5351064"/>
            <a:ext cx="3384184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 dirty="0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mm-wave antennas &amp; integrated circuits</a:t>
            </a:r>
          </a:p>
        </p:txBody>
      </p:sp>
    </p:spTree>
    <p:extLst>
      <p:ext uri="{BB962C8B-B14F-4D97-AF65-F5344CB8AC3E}">
        <p14:creationId xmlns:p14="http://schemas.microsoft.com/office/powerpoint/2010/main" val="2236405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grpSp>
        <p:nvGrpSpPr>
          <p:cNvPr id="9" name="Gruppo 8"/>
          <p:cNvGrpSpPr/>
          <p:nvPr/>
        </p:nvGrpSpPr>
        <p:grpSpPr>
          <a:xfrm>
            <a:off x="8674346" y="1930646"/>
            <a:ext cx="3517653" cy="1139788"/>
            <a:chOff x="18348298" y="6693351"/>
            <a:chExt cx="6011196" cy="1948252"/>
          </a:xfrm>
        </p:grpSpPr>
        <p:grpSp>
          <p:nvGrpSpPr>
            <p:cNvPr id="10" name="Gruppo 9"/>
            <p:cNvGrpSpPr/>
            <p:nvPr/>
          </p:nvGrpSpPr>
          <p:grpSpPr>
            <a:xfrm>
              <a:off x="19292749" y="6693351"/>
              <a:ext cx="4121455" cy="1948252"/>
              <a:chOff x="6937740" y="2633908"/>
              <a:chExt cx="4121455" cy="1948252"/>
            </a:xfrm>
          </p:grpSpPr>
          <p:grpSp>
            <p:nvGrpSpPr>
              <p:cNvPr id="37" name="Gruppo 36"/>
              <p:cNvGrpSpPr/>
              <p:nvPr/>
            </p:nvGrpSpPr>
            <p:grpSpPr>
              <a:xfrm>
                <a:off x="6937740" y="2633909"/>
                <a:ext cx="1437282" cy="1948251"/>
                <a:chOff x="4597758" y="1998909"/>
                <a:chExt cx="1437282" cy="1948251"/>
              </a:xfrm>
            </p:grpSpPr>
            <p:sp>
              <p:nvSpPr>
                <p:cNvPr id="82" name="Rettangolo 81"/>
                <p:cNvSpPr/>
                <p:nvPr/>
              </p:nvSpPr>
              <p:spPr>
                <a:xfrm>
                  <a:off x="4597758" y="1998909"/>
                  <a:ext cx="1437282" cy="194825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69804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grpSp>
              <p:nvGrpSpPr>
                <p:cNvPr id="83" name="Gruppo 82"/>
                <p:cNvGrpSpPr/>
                <p:nvPr/>
              </p:nvGrpSpPr>
              <p:grpSpPr>
                <a:xfrm>
                  <a:off x="4750159" y="2127698"/>
                  <a:ext cx="1142621" cy="118055"/>
                  <a:chOff x="4750159" y="2127698"/>
                  <a:chExt cx="1142621" cy="118055"/>
                </a:xfrm>
              </p:grpSpPr>
              <p:sp>
                <p:nvSpPr>
                  <p:cNvPr id="109" name="Rettangolo 108"/>
                  <p:cNvSpPr/>
                  <p:nvPr/>
                </p:nvSpPr>
                <p:spPr>
                  <a:xfrm>
                    <a:off x="475015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10" name="Rettangolo 109"/>
                  <p:cNvSpPr/>
                  <p:nvPr/>
                </p:nvSpPr>
                <p:spPr>
                  <a:xfrm>
                    <a:off x="496158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11" name="Rettangolo 110"/>
                  <p:cNvSpPr/>
                  <p:nvPr/>
                </p:nvSpPr>
                <p:spPr>
                  <a:xfrm>
                    <a:off x="515680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12" name="Rettangolo 111"/>
                  <p:cNvSpPr/>
                  <p:nvPr/>
                </p:nvSpPr>
                <p:spPr>
                  <a:xfrm>
                    <a:off x="536823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13" name="Rettangolo 112"/>
                  <p:cNvSpPr/>
                  <p:nvPr/>
                </p:nvSpPr>
                <p:spPr>
                  <a:xfrm>
                    <a:off x="556329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14" name="Rettangolo 113"/>
                  <p:cNvSpPr/>
                  <p:nvPr/>
                </p:nvSpPr>
                <p:spPr>
                  <a:xfrm>
                    <a:off x="5774725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</p:grpSp>
            <p:grpSp>
              <p:nvGrpSpPr>
                <p:cNvPr id="84" name="Gruppo 83"/>
                <p:cNvGrpSpPr/>
                <p:nvPr/>
              </p:nvGrpSpPr>
              <p:grpSpPr>
                <a:xfrm>
                  <a:off x="4750159" y="2394398"/>
                  <a:ext cx="1142621" cy="118055"/>
                  <a:chOff x="4750159" y="2127698"/>
                  <a:chExt cx="1142621" cy="118055"/>
                </a:xfrm>
              </p:grpSpPr>
              <p:sp>
                <p:nvSpPr>
                  <p:cNvPr id="103" name="Rettangolo 102"/>
                  <p:cNvSpPr/>
                  <p:nvPr/>
                </p:nvSpPr>
                <p:spPr>
                  <a:xfrm>
                    <a:off x="475015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04" name="Rettangolo 103"/>
                  <p:cNvSpPr/>
                  <p:nvPr/>
                </p:nvSpPr>
                <p:spPr>
                  <a:xfrm>
                    <a:off x="496158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05" name="Rettangolo 104"/>
                  <p:cNvSpPr/>
                  <p:nvPr/>
                </p:nvSpPr>
                <p:spPr>
                  <a:xfrm>
                    <a:off x="515680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06" name="Rettangolo 105"/>
                  <p:cNvSpPr/>
                  <p:nvPr/>
                </p:nvSpPr>
                <p:spPr>
                  <a:xfrm>
                    <a:off x="536823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07" name="Rettangolo 106"/>
                  <p:cNvSpPr/>
                  <p:nvPr/>
                </p:nvSpPr>
                <p:spPr>
                  <a:xfrm>
                    <a:off x="556329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108" name="Rettangolo 107"/>
                  <p:cNvSpPr/>
                  <p:nvPr/>
                </p:nvSpPr>
                <p:spPr>
                  <a:xfrm>
                    <a:off x="5774725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</p:grpSp>
            <p:sp>
              <p:nvSpPr>
                <p:cNvPr id="85" name="Rettangolo 84"/>
                <p:cNvSpPr/>
                <p:nvPr/>
              </p:nvSpPr>
              <p:spPr>
                <a:xfrm>
                  <a:off x="4750159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86" name="Rettangolo 85"/>
                <p:cNvSpPr/>
                <p:nvPr/>
              </p:nvSpPr>
              <p:spPr>
                <a:xfrm>
                  <a:off x="4750159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87" name="Rettangolo 86"/>
                <p:cNvSpPr/>
                <p:nvPr/>
              </p:nvSpPr>
              <p:spPr>
                <a:xfrm>
                  <a:off x="4962553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88" name="Rettangolo 87"/>
                <p:cNvSpPr/>
                <p:nvPr/>
              </p:nvSpPr>
              <p:spPr>
                <a:xfrm>
                  <a:off x="4962553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89" name="Rettangolo 88"/>
                <p:cNvSpPr/>
                <p:nvPr/>
              </p:nvSpPr>
              <p:spPr>
                <a:xfrm>
                  <a:off x="5156809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0" name="Rettangolo 89"/>
                <p:cNvSpPr/>
                <p:nvPr/>
              </p:nvSpPr>
              <p:spPr>
                <a:xfrm>
                  <a:off x="5156809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1" name="Rettangolo 90"/>
                <p:cNvSpPr/>
                <p:nvPr/>
              </p:nvSpPr>
              <p:spPr>
                <a:xfrm>
                  <a:off x="5368237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2" name="Rettangolo 91"/>
                <p:cNvSpPr/>
                <p:nvPr/>
              </p:nvSpPr>
              <p:spPr>
                <a:xfrm>
                  <a:off x="5368237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3" name="Rettangolo 92"/>
                <p:cNvSpPr/>
                <p:nvPr/>
              </p:nvSpPr>
              <p:spPr>
                <a:xfrm>
                  <a:off x="5563297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4" name="Rettangolo 93"/>
                <p:cNvSpPr/>
                <p:nvPr/>
              </p:nvSpPr>
              <p:spPr>
                <a:xfrm>
                  <a:off x="5563297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5" name="Rettangolo 94"/>
                <p:cNvSpPr/>
                <p:nvPr/>
              </p:nvSpPr>
              <p:spPr>
                <a:xfrm>
                  <a:off x="5774725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6" name="Rettangolo 95"/>
                <p:cNvSpPr/>
                <p:nvPr/>
              </p:nvSpPr>
              <p:spPr>
                <a:xfrm>
                  <a:off x="5774725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7" name="Rettangolo 96"/>
                <p:cNvSpPr/>
                <p:nvPr/>
              </p:nvSpPr>
              <p:spPr>
                <a:xfrm>
                  <a:off x="4750159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8" name="Rettangolo 97"/>
                <p:cNvSpPr/>
                <p:nvPr/>
              </p:nvSpPr>
              <p:spPr>
                <a:xfrm>
                  <a:off x="4962553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99" name="Rettangolo 98"/>
                <p:cNvSpPr/>
                <p:nvPr/>
              </p:nvSpPr>
              <p:spPr>
                <a:xfrm>
                  <a:off x="5156809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100" name="Rettangolo 99"/>
                <p:cNvSpPr/>
                <p:nvPr/>
              </p:nvSpPr>
              <p:spPr>
                <a:xfrm>
                  <a:off x="5368237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101" name="Rettangolo 100"/>
                <p:cNvSpPr/>
                <p:nvPr/>
              </p:nvSpPr>
              <p:spPr>
                <a:xfrm>
                  <a:off x="5563297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102" name="Rettangolo 101"/>
                <p:cNvSpPr/>
                <p:nvPr/>
              </p:nvSpPr>
              <p:spPr>
                <a:xfrm>
                  <a:off x="5774725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</p:grpSp>
          <p:grpSp>
            <p:nvGrpSpPr>
              <p:cNvPr id="38" name="Gruppo 37"/>
              <p:cNvGrpSpPr/>
              <p:nvPr/>
            </p:nvGrpSpPr>
            <p:grpSpPr>
              <a:xfrm>
                <a:off x="9621913" y="2633909"/>
                <a:ext cx="1437282" cy="1948251"/>
                <a:chOff x="4597758" y="1998909"/>
                <a:chExt cx="1437282" cy="1948251"/>
              </a:xfrm>
            </p:grpSpPr>
            <p:sp>
              <p:nvSpPr>
                <p:cNvPr id="49" name="Rettangolo 48"/>
                <p:cNvSpPr/>
                <p:nvPr/>
              </p:nvSpPr>
              <p:spPr>
                <a:xfrm>
                  <a:off x="4597758" y="1998909"/>
                  <a:ext cx="1437282" cy="194825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69804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grpSp>
              <p:nvGrpSpPr>
                <p:cNvPr id="50" name="Gruppo 49"/>
                <p:cNvGrpSpPr/>
                <p:nvPr/>
              </p:nvGrpSpPr>
              <p:grpSpPr>
                <a:xfrm>
                  <a:off x="4750159" y="2127698"/>
                  <a:ext cx="1142621" cy="118055"/>
                  <a:chOff x="4750159" y="2127698"/>
                  <a:chExt cx="1142621" cy="118055"/>
                </a:xfrm>
              </p:grpSpPr>
              <p:sp>
                <p:nvSpPr>
                  <p:cNvPr id="76" name="Rettangolo 75"/>
                  <p:cNvSpPr/>
                  <p:nvPr/>
                </p:nvSpPr>
                <p:spPr>
                  <a:xfrm>
                    <a:off x="475015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7" name="Rettangolo 76"/>
                  <p:cNvSpPr/>
                  <p:nvPr/>
                </p:nvSpPr>
                <p:spPr>
                  <a:xfrm>
                    <a:off x="496158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8" name="Rettangolo 77"/>
                  <p:cNvSpPr/>
                  <p:nvPr/>
                </p:nvSpPr>
                <p:spPr>
                  <a:xfrm>
                    <a:off x="515680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9" name="Rettangolo 78"/>
                  <p:cNvSpPr/>
                  <p:nvPr/>
                </p:nvSpPr>
                <p:spPr>
                  <a:xfrm>
                    <a:off x="536823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80" name="Rettangolo 79"/>
                  <p:cNvSpPr/>
                  <p:nvPr/>
                </p:nvSpPr>
                <p:spPr>
                  <a:xfrm>
                    <a:off x="556329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81" name="Rettangolo 80"/>
                  <p:cNvSpPr/>
                  <p:nvPr/>
                </p:nvSpPr>
                <p:spPr>
                  <a:xfrm>
                    <a:off x="5774725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</p:grpSp>
            <p:grpSp>
              <p:nvGrpSpPr>
                <p:cNvPr id="51" name="Gruppo 50"/>
                <p:cNvGrpSpPr/>
                <p:nvPr/>
              </p:nvGrpSpPr>
              <p:grpSpPr>
                <a:xfrm>
                  <a:off x="4750159" y="2394398"/>
                  <a:ext cx="1142621" cy="118055"/>
                  <a:chOff x="4750159" y="2127698"/>
                  <a:chExt cx="1142621" cy="118055"/>
                </a:xfrm>
              </p:grpSpPr>
              <p:sp>
                <p:nvSpPr>
                  <p:cNvPr id="70" name="Rettangolo 69"/>
                  <p:cNvSpPr/>
                  <p:nvPr/>
                </p:nvSpPr>
                <p:spPr>
                  <a:xfrm>
                    <a:off x="475015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1" name="Rettangolo 70"/>
                  <p:cNvSpPr/>
                  <p:nvPr/>
                </p:nvSpPr>
                <p:spPr>
                  <a:xfrm>
                    <a:off x="496158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2" name="Rettangolo 71"/>
                  <p:cNvSpPr/>
                  <p:nvPr/>
                </p:nvSpPr>
                <p:spPr>
                  <a:xfrm>
                    <a:off x="5156809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3" name="Rettangolo 72"/>
                  <p:cNvSpPr/>
                  <p:nvPr/>
                </p:nvSpPr>
                <p:spPr>
                  <a:xfrm>
                    <a:off x="536823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4" name="Rettangolo 73"/>
                  <p:cNvSpPr/>
                  <p:nvPr/>
                </p:nvSpPr>
                <p:spPr>
                  <a:xfrm>
                    <a:off x="5563297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75" name="Rettangolo 74"/>
                  <p:cNvSpPr/>
                  <p:nvPr/>
                </p:nvSpPr>
                <p:spPr>
                  <a:xfrm>
                    <a:off x="5774725" y="2127698"/>
                    <a:ext cx="118055" cy="118055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</p:grpSp>
            <p:sp>
              <p:nvSpPr>
                <p:cNvPr id="52" name="Rettangolo 51"/>
                <p:cNvSpPr/>
                <p:nvPr/>
              </p:nvSpPr>
              <p:spPr>
                <a:xfrm>
                  <a:off x="4750159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3" name="Rettangolo 52"/>
                <p:cNvSpPr/>
                <p:nvPr/>
              </p:nvSpPr>
              <p:spPr>
                <a:xfrm>
                  <a:off x="4750159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4" name="Rettangolo 53"/>
                <p:cNvSpPr/>
                <p:nvPr/>
              </p:nvSpPr>
              <p:spPr>
                <a:xfrm>
                  <a:off x="4962553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5" name="Rettangolo 54"/>
                <p:cNvSpPr/>
                <p:nvPr/>
              </p:nvSpPr>
              <p:spPr>
                <a:xfrm>
                  <a:off x="4962553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6" name="Rettangolo 55"/>
                <p:cNvSpPr/>
                <p:nvPr/>
              </p:nvSpPr>
              <p:spPr>
                <a:xfrm>
                  <a:off x="5156809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7" name="Rettangolo 56"/>
                <p:cNvSpPr/>
                <p:nvPr/>
              </p:nvSpPr>
              <p:spPr>
                <a:xfrm>
                  <a:off x="5156809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8" name="Rettangolo 57"/>
                <p:cNvSpPr/>
                <p:nvPr/>
              </p:nvSpPr>
              <p:spPr>
                <a:xfrm>
                  <a:off x="5368237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59" name="Rettangolo 58"/>
                <p:cNvSpPr/>
                <p:nvPr/>
              </p:nvSpPr>
              <p:spPr>
                <a:xfrm>
                  <a:off x="5368237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0" name="Rettangolo 59"/>
                <p:cNvSpPr/>
                <p:nvPr/>
              </p:nvSpPr>
              <p:spPr>
                <a:xfrm>
                  <a:off x="5563297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1" name="Rettangolo 60"/>
                <p:cNvSpPr/>
                <p:nvPr/>
              </p:nvSpPr>
              <p:spPr>
                <a:xfrm>
                  <a:off x="5563297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2" name="Rettangolo 61"/>
                <p:cNvSpPr/>
                <p:nvPr/>
              </p:nvSpPr>
              <p:spPr>
                <a:xfrm>
                  <a:off x="5774725" y="266109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3" name="Rettangolo 62"/>
                <p:cNvSpPr/>
                <p:nvPr/>
              </p:nvSpPr>
              <p:spPr>
                <a:xfrm>
                  <a:off x="5774725" y="3075370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4" name="Rettangolo 63"/>
                <p:cNvSpPr/>
                <p:nvPr/>
              </p:nvSpPr>
              <p:spPr>
                <a:xfrm>
                  <a:off x="4750159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5" name="Rettangolo 64"/>
                <p:cNvSpPr/>
                <p:nvPr/>
              </p:nvSpPr>
              <p:spPr>
                <a:xfrm>
                  <a:off x="4962553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6" name="Rettangolo 65"/>
                <p:cNvSpPr/>
                <p:nvPr/>
              </p:nvSpPr>
              <p:spPr>
                <a:xfrm>
                  <a:off x="5156809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7" name="Rettangolo 66"/>
                <p:cNvSpPr/>
                <p:nvPr/>
              </p:nvSpPr>
              <p:spPr>
                <a:xfrm>
                  <a:off x="5368237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8" name="Rettangolo 67"/>
                <p:cNvSpPr/>
                <p:nvPr/>
              </p:nvSpPr>
              <p:spPr>
                <a:xfrm>
                  <a:off x="5563297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sp>
              <p:nvSpPr>
                <p:cNvPr id="69" name="Rettangolo 68"/>
                <p:cNvSpPr/>
                <p:nvPr/>
              </p:nvSpPr>
              <p:spPr>
                <a:xfrm>
                  <a:off x="5774725" y="3478638"/>
                  <a:ext cx="118055" cy="31070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</p:grpSp>
          <p:grpSp>
            <p:nvGrpSpPr>
              <p:cNvPr id="39" name="Gruppo 38"/>
              <p:cNvGrpSpPr/>
              <p:nvPr/>
            </p:nvGrpSpPr>
            <p:grpSpPr>
              <a:xfrm>
                <a:off x="8375022" y="2633908"/>
                <a:ext cx="1246891" cy="1023515"/>
                <a:chOff x="8375022" y="2633908"/>
                <a:chExt cx="1246891" cy="1023515"/>
              </a:xfrm>
            </p:grpSpPr>
            <p:sp>
              <p:nvSpPr>
                <p:cNvPr id="40" name="Rettangolo 39"/>
                <p:cNvSpPr/>
                <p:nvPr/>
              </p:nvSpPr>
              <p:spPr>
                <a:xfrm>
                  <a:off x="8375022" y="2633908"/>
                  <a:ext cx="1246891" cy="662189"/>
                </a:xfrm>
                <a:prstGeom prst="rect">
                  <a:avLst/>
                </a:prstGeom>
                <a:solidFill>
                  <a:schemeClr val="bg2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  <p:grpSp>
              <p:nvGrpSpPr>
                <p:cNvPr id="41" name="Gruppo 40"/>
                <p:cNvGrpSpPr/>
                <p:nvPr/>
              </p:nvGrpSpPr>
              <p:grpSpPr>
                <a:xfrm>
                  <a:off x="8481233" y="2777723"/>
                  <a:ext cx="1034469" cy="310702"/>
                  <a:chOff x="7994431" y="2777723"/>
                  <a:chExt cx="1034469" cy="310702"/>
                </a:xfrm>
              </p:grpSpPr>
              <p:sp>
                <p:nvSpPr>
                  <p:cNvPr id="43" name="Rettangolo 42"/>
                  <p:cNvSpPr/>
                  <p:nvPr/>
                </p:nvSpPr>
                <p:spPr>
                  <a:xfrm>
                    <a:off x="7994431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44" name="Rettangolo 43"/>
                  <p:cNvSpPr/>
                  <p:nvPr/>
                </p:nvSpPr>
                <p:spPr>
                  <a:xfrm>
                    <a:off x="8170686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45" name="Rettangolo 44"/>
                  <p:cNvSpPr/>
                  <p:nvPr/>
                </p:nvSpPr>
                <p:spPr>
                  <a:xfrm>
                    <a:off x="8346941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46" name="Rettangolo 45"/>
                  <p:cNvSpPr/>
                  <p:nvPr/>
                </p:nvSpPr>
                <p:spPr>
                  <a:xfrm>
                    <a:off x="8523196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47" name="Rettangolo 46"/>
                  <p:cNvSpPr/>
                  <p:nvPr/>
                </p:nvSpPr>
                <p:spPr>
                  <a:xfrm>
                    <a:off x="8699451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  <p:sp>
                <p:nvSpPr>
                  <p:cNvPr id="48" name="Rettangolo 47"/>
                  <p:cNvSpPr/>
                  <p:nvPr/>
                </p:nvSpPr>
                <p:spPr>
                  <a:xfrm>
                    <a:off x="8875705" y="2777723"/>
                    <a:ext cx="153195" cy="31070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1800"/>
                  </a:p>
                </p:txBody>
              </p:sp>
            </p:grpSp>
            <p:sp>
              <p:nvSpPr>
                <p:cNvPr id="42" name="Rettangolo 41"/>
                <p:cNvSpPr/>
                <p:nvPr/>
              </p:nvSpPr>
              <p:spPr>
                <a:xfrm>
                  <a:off x="8375022" y="3296097"/>
                  <a:ext cx="1246891" cy="361326"/>
                </a:xfrm>
                <a:prstGeom prst="rect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800"/>
                </a:p>
              </p:txBody>
            </p:sp>
          </p:grpSp>
        </p:grpSp>
        <p:grpSp>
          <p:nvGrpSpPr>
            <p:cNvPr id="11" name="Gruppo 10"/>
            <p:cNvGrpSpPr/>
            <p:nvPr/>
          </p:nvGrpSpPr>
          <p:grpSpPr>
            <a:xfrm>
              <a:off x="18348298" y="7269368"/>
              <a:ext cx="946814" cy="447498"/>
              <a:chOff x="5615939" y="3209925"/>
              <a:chExt cx="946814" cy="447498"/>
            </a:xfrm>
          </p:grpSpPr>
          <p:sp>
            <p:nvSpPr>
              <p:cNvPr id="25" name="Rettangolo 24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sp>
            <p:nvSpPr>
              <p:cNvPr id="26" name="Rettangolo 25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sp>
            <p:nvSpPr>
              <p:cNvPr id="27" name="Rettangolo 26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28" name="Connettore 1 27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ttore 1 28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ttore 1 29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ttore 1 30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ttore 1 31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ttore 1 32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ttore 1 33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ttore 1 34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ttore 1 35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uppo 11"/>
            <p:cNvGrpSpPr/>
            <p:nvPr/>
          </p:nvGrpSpPr>
          <p:grpSpPr>
            <a:xfrm>
              <a:off x="23412680" y="7269368"/>
              <a:ext cx="946814" cy="447498"/>
              <a:chOff x="5615939" y="3209925"/>
              <a:chExt cx="946814" cy="447498"/>
            </a:xfrm>
          </p:grpSpPr>
          <p:sp>
            <p:nvSpPr>
              <p:cNvPr id="13" name="Rettangolo 12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sp>
            <p:nvSpPr>
              <p:cNvPr id="14" name="Rettangolo 13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sp>
            <p:nvSpPr>
              <p:cNvPr id="15" name="Rettangolo 14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6" name="Connettore 1 15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1 16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ttore 1 17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ttore 1 18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ttore 1 19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ttore 1 20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ttore 1 21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ttore 1 22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ttore 1 23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1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762000" y="18872"/>
            <a:ext cx="10808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Rectangle 2"/>
          <p:cNvSpPr/>
          <p:nvPr/>
        </p:nvSpPr>
        <p:spPr>
          <a:xfrm>
            <a:off x="-197576" y="1546649"/>
            <a:ext cx="8898404" cy="2004145"/>
          </a:xfrm>
          <a:prstGeom prst="rect">
            <a:avLst/>
          </a:prstGeom>
          <a:solidFill>
            <a:schemeClr val="tx2">
              <a:lumMod val="60000"/>
              <a:lumOff val="40000"/>
              <a:alpha val="8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171" y="1567450"/>
            <a:ext cx="8326006" cy="15665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 cap="all" normalizeH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1" y="3158387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10"/>
          </p:nvPr>
        </p:nvSpPr>
        <p:spPr>
          <a:xfrm>
            <a:off x="174171" y="3467193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47" name="Gruppo 446"/>
          <p:cNvGrpSpPr/>
          <p:nvPr/>
        </p:nvGrpSpPr>
        <p:grpSpPr>
          <a:xfrm>
            <a:off x="174171" y="4923069"/>
            <a:ext cx="3097103" cy="1107775"/>
            <a:chOff x="421739" y="4979530"/>
            <a:chExt cx="3097103" cy="1107775"/>
          </a:xfrm>
        </p:grpSpPr>
        <p:grpSp>
          <p:nvGrpSpPr>
            <p:cNvPr id="448" name="Gruppo 447"/>
            <p:cNvGrpSpPr/>
            <p:nvPr/>
          </p:nvGrpSpPr>
          <p:grpSpPr>
            <a:xfrm>
              <a:off x="421739" y="4994245"/>
              <a:ext cx="680385" cy="442749"/>
              <a:chOff x="355600" y="4737100"/>
              <a:chExt cx="367261" cy="238989"/>
            </a:xfrm>
          </p:grpSpPr>
          <p:sp>
            <p:nvSpPr>
              <p:cNvPr id="475" name="Rectangle 78"/>
              <p:cNvSpPr>
                <a:spLocks noChangeArrowheads="1"/>
              </p:cNvSpPr>
              <p:nvPr/>
            </p:nvSpPr>
            <p:spPr bwMode="auto">
              <a:xfrm>
                <a:off x="355600" y="4935582"/>
                <a:ext cx="237639" cy="40507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76" name="Rectangle 79"/>
              <p:cNvSpPr>
                <a:spLocks noChangeArrowheads="1"/>
              </p:cNvSpPr>
              <p:nvPr/>
            </p:nvSpPr>
            <p:spPr bwMode="auto">
              <a:xfrm>
                <a:off x="355600" y="4886974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77" name="Rectangle 80"/>
              <p:cNvSpPr>
                <a:spLocks noChangeArrowheads="1"/>
              </p:cNvSpPr>
              <p:nvPr/>
            </p:nvSpPr>
            <p:spPr bwMode="auto">
              <a:xfrm>
                <a:off x="355600" y="4837016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78" name="Rectangle 81"/>
              <p:cNvSpPr>
                <a:spLocks noChangeArrowheads="1"/>
              </p:cNvSpPr>
              <p:nvPr/>
            </p:nvSpPr>
            <p:spPr bwMode="auto">
              <a:xfrm>
                <a:off x="355600" y="4787058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79" name="Rectangle 82"/>
              <p:cNvSpPr>
                <a:spLocks noChangeArrowheads="1"/>
              </p:cNvSpPr>
              <p:nvPr/>
            </p:nvSpPr>
            <p:spPr bwMode="auto">
              <a:xfrm>
                <a:off x="355600" y="4737100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80" name="Freeform 83"/>
              <p:cNvSpPr>
                <a:spLocks/>
              </p:cNvSpPr>
              <p:nvPr/>
            </p:nvSpPr>
            <p:spPr bwMode="auto">
              <a:xfrm>
                <a:off x="604041" y="4886974"/>
                <a:ext cx="89115" cy="89115"/>
              </a:xfrm>
              <a:custGeom>
                <a:avLst/>
                <a:gdLst>
                  <a:gd name="T0" fmla="*/ 0 w 200"/>
                  <a:gd name="T1" fmla="*/ 200 h 200"/>
                  <a:gd name="T2" fmla="*/ 200 w 200"/>
                  <a:gd name="T3" fmla="*/ 0 h 200"/>
                  <a:gd name="T4" fmla="*/ 0 w 200"/>
                  <a:gd name="T5" fmla="*/ 0 h 200"/>
                  <a:gd name="T6" fmla="*/ 0 w 200"/>
                  <a:gd name="T7" fmla="*/ 20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0" h="200">
                    <a:moveTo>
                      <a:pt x="0" y="200"/>
                    </a:moveTo>
                    <a:lnTo>
                      <a:pt x="200" y="0"/>
                    </a:lnTo>
                    <a:lnTo>
                      <a:pt x="0" y="0"/>
                    </a:lnTo>
                    <a:lnTo>
                      <a:pt x="0" y="20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81" name="Rectangle 84"/>
              <p:cNvSpPr>
                <a:spLocks noChangeArrowheads="1"/>
              </p:cNvSpPr>
              <p:nvPr/>
            </p:nvSpPr>
            <p:spPr bwMode="auto">
              <a:xfrm>
                <a:off x="604041" y="4837016"/>
                <a:ext cx="118820" cy="39156"/>
              </a:xfrm>
              <a:prstGeom prst="rect">
                <a:avLst/>
              </a:prstGeom>
              <a:solidFill>
                <a:srgbClr val="91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482" name="Rectangle 85"/>
              <p:cNvSpPr>
                <a:spLocks noChangeArrowheads="1"/>
              </p:cNvSpPr>
              <p:nvPr/>
            </p:nvSpPr>
            <p:spPr bwMode="auto">
              <a:xfrm>
                <a:off x="604041" y="4787058"/>
                <a:ext cx="118820" cy="39156"/>
              </a:xfrm>
              <a:prstGeom prst="rect">
                <a:avLst/>
              </a:prstGeom>
              <a:solidFill>
                <a:srgbClr val="91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sp>
          <p:nvSpPr>
            <p:cNvPr id="449" name="Freeform 86"/>
            <p:cNvSpPr>
              <a:spLocks/>
            </p:cNvSpPr>
            <p:nvPr/>
          </p:nvSpPr>
          <p:spPr bwMode="auto">
            <a:xfrm>
              <a:off x="1238754" y="5058236"/>
              <a:ext cx="153925" cy="178137"/>
            </a:xfrm>
            <a:custGeom>
              <a:avLst/>
              <a:gdLst>
                <a:gd name="T0" fmla="*/ 130 w 270"/>
                <a:gd name="T1" fmla="*/ 310 h 310"/>
                <a:gd name="T2" fmla="*/ 76 w 270"/>
                <a:gd name="T3" fmla="*/ 300 h 310"/>
                <a:gd name="T4" fmla="*/ 38 w 270"/>
                <a:gd name="T5" fmla="*/ 273 h 310"/>
                <a:gd name="T6" fmla="*/ 23 w 270"/>
                <a:gd name="T7" fmla="*/ 242 h 310"/>
                <a:gd name="T8" fmla="*/ 19 w 270"/>
                <a:gd name="T9" fmla="*/ 186 h 310"/>
                <a:gd name="T10" fmla="*/ 19 w 270"/>
                <a:gd name="T11" fmla="*/ 49 h 310"/>
                <a:gd name="T12" fmla="*/ 15 w 270"/>
                <a:gd name="T13" fmla="*/ 23 h 310"/>
                <a:gd name="T14" fmla="*/ 4 w 270"/>
                <a:gd name="T15" fmla="*/ 16 h 310"/>
                <a:gd name="T16" fmla="*/ 0 w 270"/>
                <a:gd name="T17" fmla="*/ 16 h 310"/>
                <a:gd name="T18" fmla="*/ 0 w 270"/>
                <a:gd name="T19" fmla="*/ 0 h 310"/>
                <a:gd name="T20" fmla="*/ 88 w 270"/>
                <a:gd name="T21" fmla="*/ 0 h 310"/>
                <a:gd name="T22" fmla="*/ 88 w 270"/>
                <a:gd name="T23" fmla="*/ 16 h 310"/>
                <a:gd name="T24" fmla="*/ 84 w 270"/>
                <a:gd name="T25" fmla="*/ 16 h 310"/>
                <a:gd name="T26" fmla="*/ 73 w 270"/>
                <a:gd name="T27" fmla="*/ 23 h 310"/>
                <a:gd name="T28" fmla="*/ 69 w 270"/>
                <a:gd name="T29" fmla="*/ 49 h 310"/>
                <a:gd name="T30" fmla="*/ 69 w 270"/>
                <a:gd name="T31" fmla="*/ 195 h 310"/>
                <a:gd name="T32" fmla="*/ 86 w 270"/>
                <a:gd name="T33" fmla="*/ 264 h 310"/>
                <a:gd name="T34" fmla="*/ 142 w 270"/>
                <a:gd name="T35" fmla="*/ 284 h 310"/>
                <a:gd name="T36" fmla="*/ 174 w 270"/>
                <a:gd name="T37" fmla="*/ 280 h 310"/>
                <a:gd name="T38" fmla="*/ 197 w 270"/>
                <a:gd name="T39" fmla="*/ 268 h 310"/>
                <a:gd name="T40" fmla="*/ 215 w 270"/>
                <a:gd name="T41" fmla="*/ 239 h 310"/>
                <a:gd name="T42" fmla="*/ 221 w 270"/>
                <a:gd name="T43" fmla="*/ 173 h 310"/>
                <a:gd name="T44" fmla="*/ 221 w 270"/>
                <a:gd name="T45" fmla="*/ 76 h 310"/>
                <a:gd name="T46" fmla="*/ 214 w 270"/>
                <a:gd name="T47" fmla="*/ 32 h 310"/>
                <a:gd name="T48" fmla="*/ 196 w 270"/>
                <a:gd name="T49" fmla="*/ 16 h 310"/>
                <a:gd name="T50" fmla="*/ 192 w 270"/>
                <a:gd name="T51" fmla="*/ 16 h 310"/>
                <a:gd name="T52" fmla="*/ 192 w 270"/>
                <a:gd name="T53" fmla="*/ 0 h 310"/>
                <a:gd name="T54" fmla="*/ 270 w 270"/>
                <a:gd name="T55" fmla="*/ 0 h 310"/>
                <a:gd name="T56" fmla="*/ 270 w 270"/>
                <a:gd name="T57" fmla="*/ 15 h 310"/>
                <a:gd name="T58" fmla="*/ 267 w 270"/>
                <a:gd name="T59" fmla="*/ 16 h 310"/>
                <a:gd name="T60" fmla="*/ 249 w 270"/>
                <a:gd name="T61" fmla="*/ 32 h 310"/>
                <a:gd name="T62" fmla="*/ 244 w 270"/>
                <a:gd name="T63" fmla="*/ 78 h 310"/>
                <a:gd name="T64" fmla="*/ 244 w 270"/>
                <a:gd name="T65" fmla="*/ 173 h 310"/>
                <a:gd name="T66" fmla="*/ 239 w 270"/>
                <a:gd name="T67" fmla="*/ 236 h 310"/>
                <a:gd name="T68" fmla="*/ 224 w 270"/>
                <a:gd name="T69" fmla="*/ 272 h 310"/>
                <a:gd name="T70" fmla="*/ 186 w 270"/>
                <a:gd name="T71" fmla="*/ 300 h 310"/>
                <a:gd name="T72" fmla="*/ 130 w 270"/>
                <a:gd name="T73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70" h="310">
                  <a:moveTo>
                    <a:pt x="130" y="310"/>
                  </a:moveTo>
                  <a:cubicBezTo>
                    <a:pt x="110" y="310"/>
                    <a:pt x="91" y="306"/>
                    <a:pt x="76" y="300"/>
                  </a:cubicBezTo>
                  <a:cubicBezTo>
                    <a:pt x="60" y="294"/>
                    <a:pt x="47" y="285"/>
                    <a:pt x="38" y="273"/>
                  </a:cubicBezTo>
                  <a:cubicBezTo>
                    <a:pt x="31" y="264"/>
                    <a:pt x="26" y="254"/>
                    <a:pt x="23" y="242"/>
                  </a:cubicBezTo>
                  <a:cubicBezTo>
                    <a:pt x="20" y="230"/>
                    <a:pt x="19" y="211"/>
                    <a:pt x="19" y="186"/>
                  </a:cubicBezTo>
                  <a:lnTo>
                    <a:pt x="19" y="49"/>
                  </a:lnTo>
                  <a:cubicBezTo>
                    <a:pt x="19" y="37"/>
                    <a:pt x="17" y="28"/>
                    <a:pt x="15" y="23"/>
                  </a:cubicBezTo>
                  <a:cubicBezTo>
                    <a:pt x="12" y="19"/>
                    <a:pt x="9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7"/>
                    <a:pt x="76" y="19"/>
                    <a:pt x="73" y="23"/>
                  </a:cubicBezTo>
                  <a:cubicBezTo>
                    <a:pt x="71" y="28"/>
                    <a:pt x="69" y="36"/>
                    <a:pt x="69" y="49"/>
                  </a:cubicBezTo>
                  <a:lnTo>
                    <a:pt x="69" y="195"/>
                  </a:lnTo>
                  <a:cubicBezTo>
                    <a:pt x="69" y="228"/>
                    <a:pt x="75" y="251"/>
                    <a:pt x="86" y="264"/>
                  </a:cubicBezTo>
                  <a:cubicBezTo>
                    <a:pt x="97" y="277"/>
                    <a:pt x="115" y="284"/>
                    <a:pt x="142" y="284"/>
                  </a:cubicBezTo>
                  <a:cubicBezTo>
                    <a:pt x="154" y="284"/>
                    <a:pt x="165" y="282"/>
                    <a:pt x="174" y="280"/>
                  </a:cubicBezTo>
                  <a:cubicBezTo>
                    <a:pt x="183" y="277"/>
                    <a:pt x="190" y="273"/>
                    <a:pt x="197" y="268"/>
                  </a:cubicBezTo>
                  <a:cubicBezTo>
                    <a:pt x="206" y="261"/>
                    <a:pt x="212" y="251"/>
                    <a:pt x="215" y="239"/>
                  </a:cubicBezTo>
                  <a:cubicBezTo>
                    <a:pt x="219" y="226"/>
                    <a:pt x="221" y="204"/>
                    <a:pt x="221" y="173"/>
                  </a:cubicBezTo>
                  <a:lnTo>
                    <a:pt x="221" y="76"/>
                  </a:lnTo>
                  <a:cubicBezTo>
                    <a:pt x="221" y="56"/>
                    <a:pt x="219" y="41"/>
                    <a:pt x="214" y="32"/>
                  </a:cubicBezTo>
                  <a:cubicBezTo>
                    <a:pt x="210" y="23"/>
                    <a:pt x="204" y="18"/>
                    <a:pt x="196" y="16"/>
                  </a:cubicBezTo>
                  <a:lnTo>
                    <a:pt x="192" y="16"/>
                  </a:lnTo>
                  <a:lnTo>
                    <a:pt x="192" y="0"/>
                  </a:lnTo>
                  <a:lnTo>
                    <a:pt x="270" y="0"/>
                  </a:lnTo>
                  <a:lnTo>
                    <a:pt x="270" y="15"/>
                  </a:lnTo>
                  <a:lnTo>
                    <a:pt x="267" y="16"/>
                  </a:lnTo>
                  <a:cubicBezTo>
                    <a:pt x="258" y="19"/>
                    <a:pt x="253" y="24"/>
                    <a:pt x="249" y="32"/>
                  </a:cubicBezTo>
                  <a:cubicBezTo>
                    <a:pt x="246" y="41"/>
                    <a:pt x="244" y="57"/>
                    <a:pt x="244" y="78"/>
                  </a:cubicBezTo>
                  <a:lnTo>
                    <a:pt x="244" y="173"/>
                  </a:lnTo>
                  <a:cubicBezTo>
                    <a:pt x="244" y="201"/>
                    <a:pt x="242" y="222"/>
                    <a:pt x="239" y="236"/>
                  </a:cubicBezTo>
                  <a:cubicBezTo>
                    <a:pt x="236" y="251"/>
                    <a:pt x="231" y="263"/>
                    <a:pt x="224" y="272"/>
                  </a:cubicBezTo>
                  <a:cubicBezTo>
                    <a:pt x="215" y="285"/>
                    <a:pt x="202" y="294"/>
                    <a:pt x="186" y="300"/>
                  </a:cubicBezTo>
                  <a:cubicBezTo>
                    <a:pt x="171" y="306"/>
                    <a:pt x="152" y="310"/>
                    <a:pt x="130" y="310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0" name="Freeform 87"/>
            <p:cNvSpPr>
              <a:spLocks/>
            </p:cNvSpPr>
            <p:nvPr/>
          </p:nvSpPr>
          <p:spPr bwMode="auto">
            <a:xfrm>
              <a:off x="1397868" y="5058236"/>
              <a:ext cx="155655" cy="176409"/>
            </a:xfrm>
            <a:custGeom>
              <a:avLst/>
              <a:gdLst>
                <a:gd name="T0" fmla="*/ 252 w 274"/>
                <a:gd name="T1" fmla="*/ 306 h 306"/>
                <a:gd name="T2" fmla="*/ 229 w 274"/>
                <a:gd name="T3" fmla="*/ 306 h 306"/>
                <a:gd name="T4" fmla="*/ 228 w 274"/>
                <a:gd name="T5" fmla="*/ 304 h 306"/>
                <a:gd name="T6" fmla="*/ 50 w 274"/>
                <a:gd name="T7" fmla="*/ 55 h 306"/>
                <a:gd name="T8" fmla="*/ 50 w 274"/>
                <a:gd name="T9" fmla="*/ 236 h 306"/>
                <a:gd name="T10" fmla="*/ 57 w 274"/>
                <a:gd name="T11" fmla="*/ 272 h 306"/>
                <a:gd name="T12" fmla="*/ 75 w 274"/>
                <a:gd name="T13" fmla="*/ 287 h 306"/>
                <a:gd name="T14" fmla="*/ 79 w 274"/>
                <a:gd name="T15" fmla="*/ 288 h 306"/>
                <a:gd name="T16" fmla="*/ 79 w 274"/>
                <a:gd name="T17" fmla="*/ 303 h 306"/>
                <a:gd name="T18" fmla="*/ 0 w 274"/>
                <a:gd name="T19" fmla="*/ 303 h 306"/>
                <a:gd name="T20" fmla="*/ 0 w 274"/>
                <a:gd name="T21" fmla="*/ 288 h 306"/>
                <a:gd name="T22" fmla="*/ 2 w 274"/>
                <a:gd name="T23" fmla="*/ 287 h 306"/>
                <a:gd name="T24" fmla="*/ 21 w 274"/>
                <a:gd name="T25" fmla="*/ 271 h 306"/>
                <a:gd name="T26" fmla="*/ 28 w 274"/>
                <a:gd name="T27" fmla="*/ 239 h 306"/>
                <a:gd name="T28" fmla="*/ 28 w 274"/>
                <a:gd name="T29" fmla="*/ 51 h 306"/>
                <a:gd name="T30" fmla="*/ 22 w 274"/>
                <a:gd name="T31" fmla="*/ 25 h 306"/>
                <a:gd name="T32" fmla="*/ 7 w 274"/>
                <a:gd name="T33" fmla="*/ 16 h 306"/>
                <a:gd name="T34" fmla="*/ 3 w 274"/>
                <a:gd name="T35" fmla="*/ 16 h 306"/>
                <a:gd name="T36" fmla="*/ 3 w 274"/>
                <a:gd name="T37" fmla="*/ 0 h 306"/>
                <a:gd name="T38" fmla="*/ 71 w 274"/>
                <a:gd name="T39" fmla="*/ 0 h 306"/>
                <a:gd name="T40" fmla="*/ 73 w 274"/>
                <a:gd name="T41" fmla="*/ 2 h 306"/>
                <a:gd name="T42" fmla="*/ 230 w 274"/>
                <a:gd name="T43" fmla="*/ 223 h 306"/>
                <a:gd name="T44" fmla="*/ 230 w 274"/>
                <a:gd name="T45" fmla="*/ 90 h 306"/>
                <a:gd name="T46" fmla="*/ 223 w 274"/>
                <a:gd name="T47" fmla="*/ 34 h 306"/>
                <a:gd name="T48" fmla="*/ 203 w 274"/>
                <a:gd name="T49" fmla="*/ 16 h 306"/>
                <a:gd name="T50" fmla="*/ 200 w 274"/>
                <a:gd name="T51" fmla="*/ 16 h 306"/>
                <a:gd name="T52" fmla="*/ 200 w 274"/>
                <a:gd name="T53" fmla="*/ 0 h 306"/>
                <a:gd name="T54" fmla="*/ 274 w 274"/>
                <a:gd name="T55" fmla="*/ 0 h 306"/>
                <a:gd name="T56" fmla="*/ 274 w 274"/>
                <a:gd name="T57" fmla="*/ 15 h 306"/>
                <a:gd name="T58" fmla="*/ 272 w 274"/>
                <a:gd name="T59" fmla="*/ 16 h 306"/>
                <a:gd name="T60" fmla="*/ 257 w 274"/>
                <a:gd name="T61" fmla="*/ 35 h 306"/>
                <a:gd name="T62" fmla="*/ 252 w 274"/>
                <a:gd name="T63" fmla="*/ 87 h 306"/>
                <a:gd name="T64" fmla="*/ 252 w 274"/>
                <a:gd name="T65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4" h="306">
                  <a:moveTo>
                    <a:pt x="252" y="306"/>
                  </a:moveTo>
                  <a:lnTo>
                    <a:pt x="229" y="306"/>
                  </a:lnTo>
                  <a:lnTo>
                    <a:pt x="228" y="304"/>
                  </a:lnTo>
                  <a:lnTo>
                    <a:pt x="50" y="55"/>
                  </a:lnTo>
                  <a:lnTo>
                    <a:pt x="50" y="236"/>
                  </a:lnTo>
                  <a:cubicBezTo>
                    <a:pt x="50" y="251"/>
                    <a:pt x="52" y="264"/>
                    <a:pt x="57" y="272"/>
                  </a:cubicBezTo>
                  <a:cubicBezTo>
                    <a:pt x="61" y="280"/>
                    <a:pt x="67" y="285"/>
                    <a:pt x="75" y="287"/>
                  </a:cubicBezTo>
                  <a:lnTo>
                    <a:pt x="79" y="288"/>
                  </a:lnTo>
                  <a:lnTo>
                    <a:pt x="79" y="303"/>
                  </a:lnTo>
                  <a:lnTo>
                    <a:pt x="0" y="303"/>
                  </a:lnTo>
                  <a:lnTo>
                    <a:pt x="0" y="288"/>
                  </a:lnTo>
                  <a:lnTo>
                    <a:pt x="2" y="287"/>
                  </a:lnTo>
                  <a:cubicBezTo>
                    <a:pt x="11" y="284"/>
                    <a:pt x="17" y="279"/>
                    <a:pt x="21" y="271"/>
                  </a:cubicBezTo>
                  <a:cubicBezTo>
                    <a:pt x="25" y="264"/>
                    <a:pt x="28" y="253"/>
                    <a:pt x="28" y="239"/>
                  </a:cubicBezTo>
                  <a:lnTo>
                    <a:pt x="28" y="51"/>
                  </a:lnTo>
                  <a:cubicBezTo>
                    <a:pt x="28" y="39"/>
                    <a:pt x="26" y="30"/>
                    <a:pt x="22" y="25"/>
                  </a:cubicBezTo>
                  <a:cubicBezTo>
                    <a:pt x="19" y="20"/>
                    <a:pt x="14" y="17"/>
                    <a:pt x="7" y="16"/>
                  </a:cubicBezTo>
                  <a:lnTo>
                    <a:pt x="3" y="16"/>
                  </a:lnTo>
                  <a:lnTo>
                    <a:pt x="3" y="0"/>
                  </a:lnTo>
                  <a:lnTo>
                    <a:pt x="71" y="0"/>
                  </a:lnTo>
                  <a:lnTo>
                    <a:pt x="73" y="2"/>
                  </a:lnTo>
                  <a:lnTo>
                    <a:pt x="230" y="223"/>
                  </a:lnTo>
                  <a:lnTo>
                    <a:pt x="230" y="90"/>
                  </a:lnTo>
                  <a:cubicBezTo>
                    <a:pt x="230" y="64"/>
                    <a:pt x="227" y="45"/>
                    <a:pt x="223" y="34"/>
                  </a:cubicBezTo>
                  <a:cubicBezTo>
                    <a:pt x="219" y="24"/>
                    <a:pt x="213" y="18"/>
                    <a:pt x="203" y="16"/>
                  </a:cubicBezTo>
                  <a:lnTo>
                    <a:pt x="200" y="16"/>
                  </a:lnTo>
                  <a:lnTo>
                    <a:pt x="200" y="0"/>
                  </a:lnTo>
                  <a:lnTo>
                    <a:pt x="274" y="0"/>
                  </a:lnTo>
                  <a:lnTo>
                    <a:pt x="274" y="15"/>
                  </a:lnTo>
                  <a:lnTo>
                    <a:pt x="272" y="16"/>
                  </a:lnTo>
                  <a:cubicBezTo>
                    <a:pt x="264" y="20"/>
                    <a:pt x="260" y="26"/>
                    <a:pt x="257" y="35"/>
                  </a:cubicBezTo>
                  <a:cubicBezTo>
                    <a:pt x="254" y="44"/>
                    <a:pt x="252" y="61"/>
                    <a:pt x="252" y="87"/>
                  </a:cubicBezTo>
                  <a:lnTo>
                    <a:pt x="252" y="306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1" name="Freeform 88"/>
            <p:cNvSpPr>
              <a:spLocks/>
            </p:cNvSpPr>
            <p:nvPr/>
          </p:nvSpPr>
          <p:spPr bwMode="auto">
            <a:xfrm>
              <a:off x="1569087" y="5058236"/>
              <a:ext cx="50156" cy="174678"/>
            </a:xfrm>
            <a:custGeom>
              <a:avLst/>
              <a:gdLst>
                <a:gd name="T0" fmla="*/ 89 w 89"/>
                <a:gd name="T1" fmla="*/ 303 h 303"/>
                <a:gd name="T2" fmla="*/ 0 w 89"/>
                <a:gd name="T3" fmla="*/ 303 h 303"/>
                <a:gd name="T4" fmla="*/ 0 w 89"/>
                <a:gd name="T5" fmla="*/ 287 h 303"/>
                <a:gd name="T6" fmla="*/ 4 w 89"/>
                <a:gd name="T7" fmla="*/ 287 h 303"/>
                <a:gd name="T8" fmla="*/ 15 w 89"/>
                <a:gd name="T9" fmla="*/ 280 h 303"/>
                <a:gd name="T10" fmla="*/ 19 w 89"/>
                <a:gd name="T11" fmla="*/ 255 h 303"/>
                <a:gd name="T12" fmla="*/ 19 w 89"/>
                <a:gd name="T13" fmla="*/ 49 h 303"/>
                <a:gd name="T14" fmla="*/ 15 w 89"/>
                <a:gd name="T15" fmla="*/ 23 h 303"/>
                <a:gd name="T16" fmla="*/ 4 w 89"/>
                <a:gd name="T17" fmla="*/ 16 h 303"/>
                <a:gd name="T18" fmla="*/ 0 w 89"/>
                <a:gd name="T19" fmla="*/ 16 h 303"/>
                <a:gd name="T20" fmla="*/ 0 w 89"/>
                <a:gd name="T21" fmla="*/ 0 h 303"/>
                <a:gd name="T22" fmla="*/ 89 w 89"/>
                <a:gd name="T23" fmla="*/ 0 h 303"/>
                <a:gd name="T24" fmla="*/ 89 w 89"/>
                <a:gd name="T25" fmla="*/ 16 h 303"/>
                <a:gd name="T26" fmla="*/ 85 w 89"/>
                <a:gd name="T27" fmla="*/ 16 h 303"/>
                <a:gd name="T28" fmla="*/ 74 w 89"/>
                <a:gd name="T29" fmla="*/ 23 h 303"/>
                <a:gd name="T30" fmla="*/ 70 w 89"/>
                <a:gd name="T31" fmla="*/ 49 h 303"/>
                <a:gd name="T32" fmla="*/ 70 w 89"/>
                <a:gd name="T33" fmla="*/ 255 h 303"/>
                <a:gd name="T34" fmla="*/ 74 w 89"/>
                <a:gd name="T35" fmla="*/ 281 h 303"/>
                <a:gd name="T36" fmla="*/ 85 w 89"/>
                <a:gd name="T37" fmla="*/ 287 h 303"/>
                <a:gd name="T38" fmla="*/ 89 w 89"/>
                <a:gd name="T39" fmla="*/ 287 h 303"/>
                <a:gd name="T40" fmla="*/ 89 w 89"/>
                <a:gd name="T41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303">
                  <a:moveTo>
                    <a:pt x="89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10" y="287"/>
                    <a:pt x="13" y="285"/>
                    <a:pt x="15" y="280"/>
                  </a:cubicBezTo>
                  <a:cubicBezTo>
                    <a:pt x="18" y="276"/>
                    <a:pt x="19" y="267"/>
                    <a:pt x="19" y="255"/>
                  </a:cubicBezTo>
                  <a:lnTo>
                    <a:pt x="19" y="49"/>
                  </a:lnTo>
                  <a:cubicBezTo>
                    <a:pt x="19" y="37"/>
                    <a:pt x="18" y="28"/>
                    <a:pt x="15" y="23"/>
                  </a:cubicBezTo>
                  <a:cubicBezTo>
                    <a:pt x="13" y="19"/>
                    <a:pt x="10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6"/>
                  </a:lnTo>
                  <a:lnTo>
                    <a:pt x="85" y="16"/>
                  </a:lnTo>
                  <a:cubicBezTo>
                    <a:pt x="80" y="17"/>
                    <a:pt x="76" y="19"/>
                    <a:pt x="74" y="23"/>
                  </a:cubicBezTo>
                  <a:cubicBezTo>
                    <a:pt x="71" y="28"/>
                    <a:pt x="70" y="36"/>
                    <a:pt x="70" y="49"/>
                  </a:cubicBezTo>
                  <a:lnTo>
                    <a:pt x="70" y="255"/>
                  </a:lnTo>
                  <a:cubicBezTo>
                    <a:pt x="70" y="267"/>
                    <a:pt x="71" y="276"/>
                    <a:pt x="74" y="281"/>
                  </a:cubicBezTo>
                  <a:cubicBezTo>
                    <a:pt x="76" y="285"/>
                    <a:pt x="80" y="287"/>
                    <a:pt x="85" y="287"/>
                  </a:cubicBezTo>
                  <a:lnTo>
                    <a:pt x="89" y="287"/>
                  </a:lnTo>
                  <a:lnTo>
                    <a:pt x="89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2" name="Freeform 89"/>
            <p:cNvSpPr>
              <a:spLocks/>
            </p:cNvSpPr>
            <p:nvPr/>
          </p:nvSpPr>
          <p:spPr bwMode="auto">
            <a:xfrm>
              <a:off x="1627890" y="5058236"/>
              <a:ext cx="148736" cy="178137"/>
            </a:xfrm>
            <a:custGeom>
              <a:avLst/>
              <a:gdLst>
                <a:gd name="T0" fmla="*/ 146 w 261"/>
                <a:gd name="T1" fmla="*/ 310 h 310"/>
                <a:gd name="T2" fmla="*/ 115 w 261"/>
                <a:gd name="T3" fmla="*/ 310 h 310"/>
                <a:gd name="T4" fmla="*/ 27 w 261"/>
                <a:gd name="T5" fmla="*/ 53 h 310"/>
                <a:gd name="T6" fmla="*/ 15 w 261"/>
                <a:gd name="T7" fmla="*/ 27 h 310"/>
                <a:gd name="T8" fmla="*/ 3 w 261"/>
                <a:gd name="T9" fmla="*/ 16 h 310"/>
                <a:gd name="T10" fmla="*/ 0 w 261"/>
                <a:gd name="T11" fmla="*/ 15 h 310"/>
                <a:gd name="T12" fmla="*/ 0 w 261"/>
                <a:gd name="T13" fmla="*/ 0 h 310"/>
                <a:gd name="T14" fmla="*/ 87 w 261"/>
                <a:gd name="T15" fmla="*/ 0 h 310"/>
                <a:gd name="T16" fmla="*/ 87 w 261"/>
                <a:gd name="T17" fmla="*/ 16 h 310"/>
                <a:gd name="T18" fmla="*/ 84 w 261"/>
                <a:gd name="T19" fmla="*/ 16 h 310"/>
                <a:gd name="T20" fmla="*/ 76 w 261"/>
                <a:gd name="T21" fmla="*/ 20 h 310"/>
                <a:gd name="T22" fmla="*/ 73 w 261"/>
                <a:gd name="T23" fmla="*/ 28 h 310"/>
                <a:gd name="T24" fmla="*/ 74 w 261"/>
                <a:gd name="T25" fmla="*/ 33 h 310"/>
                <a:gd name="T26" fmla="*/ 76 w 261"/>
                <a:gd name="T27" fmla="*/ 42 h 310"/>
                <a:gd name="T28" fmla="*/ 143 w 261"/>
                <a:gd name="T29" fmla="*/ 242 h 310"/>
                <a:gd name="T30" fmla="*/ 201 w 261"/>
                <a:gd name="T31" fmla="*/ 58 h 310"/>
                <a:gd name="T32" fmla="*/ 202 w 261"/>
                <a:gd name="T33" fmla="*/ 50 h 310"/>
                <a:gd name="T34" fmla="*/ 203 w 261"/>
                <a:gd name="T35" fmla="*/ 41 h 310"/>
                <a:gd name="T36" fmla="*/ 198 w 261"/>
                <a:gd name="T37" fmla="*/ 24 h 310"/>
                <a:gd name="T38" fmla="*/ 187 w 261"/>
                <a:gd name="T39" fmla="*/ 16 h 310"/>
                <a:gd name="T40" fmla="*/ 183 w 261"/>
                <a:gd name="T41" fmla="*/ 16 h 310"/>
                <a:gd name="T42" fmla="*/ 183 w 261"/>
                <a:gd name="T43" fmla="*/ 0 h 310"/>
                <a:gd name="T44" fmla="*/ 261 w 261"/>
                <a:gd name="T45" fmla="*/ 0 h 310"/>
                <a:gd name="T46" fmla="*/ 261 w 261"/>
                <a:gd name="T47" fmla="*/ 15 h 310"/>
                <a:gd name="T48" fmla="*/ 258 w 261"/>
                <a:gd name="T49" fmla="*/ 16 h 310"/>
                <a:gd name="T50" fmla="*/ 236 w 261"/>
                <a:gd name="T51" fmla="*/ 34 h 310"/>
                <a:gd name="T52" fmla="*/ 220 w 261"/>
                <a:gd name="T53" fmla="*/ 70 h 310"/>
                <a:gd name="T54" fmla="*/ 146 w 261"/>
                <a:gd name="T55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1" h="310">
                  <a:moveTo>
                    <a:pt x="146" y="310"/>
                  </a:moveTo>
                  <a:lnTo>
                    <a:pt x="115" y="310"/>
                  </a:lnTo>
                  <a:lnTo>
                    <a:pt x="27" y="53"/>
                  </a:lnTo>
                  <a:cubicBezTo>
                    <a:pt x="23" y="41"/>
                    <a:pt x="19" y="33"/>
                    <a:pt x="15" y="27"/>
                  </a:cubicBezTo>
                  <a:cubicBezTo>
                    <a:pt x="11" y="21"/>
                    <a:pt x="7" y="18"/>
                    <a:pt x="3" y="16"/>
                  </a:cubicBezTo>
                  <a:lnTo>
                    <a:pt x="0" y="15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6"/>
                  </a:lnTo>
                  <a:lnTo>
                    <a:pt x="84" y="16"/>
                  </a:lnTo>
                  <a:cubicBezTo>
                    <a:pt x="80" y="17"/>
                    <a:pt x="77" y="18"/>
                    <a:pt x="76" y="20"/>
                  </a:cubicBezTo>
                  <a:cubicBezTo>
                    <a:pt x="74" y="22"/>
                    <a:pt x="73" y="25"/>
                    <a:pt x="73" y="28"/>
                  </a:cubicBezTo>
                  <a:cubicBezTo>
                    <a:pt x="73" y="29"/>
                    <a:pt x="73" y="30"/>
                    <a:pt x="74" y="33"/>
                  </a:cubicBezTo>
                  <a:cubicBezTo>
                    <a:pt x="74" y="35"/>
                    <a:pt x="75" y="38"/>
                    <a:pt x="76" y="42"/>
                  </a:cubicBezTo>
                  <a:lnTo>
                    <a:pt x="143" y="242"/>
                  </a:lnTo>
                  <a:lnTo>
                    <a:pt x="201" y="58"/>
                  </a:lnTo>
                  <a:cubicBezTo>
                    <a:pt x="201" y="55"/>
                    <a:pt x="202" y="53"/>
                    <a:pt x="202" y="50"/>
                  </a:cubicBezTo>
                  <a:cubicBezTo>
                    <a:pt x="203" y="47"/>
                    <a:pt x="203" y="44"/>
                    <a:pt x="203" y="41"/>
                  </a:cubicBezTo>
                  <a:cubicBezTo>
                    <a:pt x="203" y="35"/>
                    <a:pt x="201" y="29"/>
                    <a:pt x="198" y="24"/>
                  </a:cubicBezTo>
                  <a:cubicBezTo>
                    <a:pt x="194" y="20"/>
                    <a:pt x="191" y="17"/>
                    <a:pt x="187" y="16"/>
                  </a:cubicBezTo>
                  <a:lnTo>
                    <a:pt x="183" y="16"/>
                  </a:lnTo>
                  <a:lnTo>
                    <a:pt x="183" y="0"/>
                  </a:lnTo>
                  <a:lnTo>
                    <a:pt x="261" y="0"/>
                  </a:lnTo>
                  <a:lnTo>
                    <a:pt x="261" y="15"/>
                  </a:lnTo>
                  <a:lnTo>
                    <a:pt x="258" y="16"/>
                  </a:lnTo>
                  <a:cubicBezTo>
                    <a:pt x="250" y="20"/>
                    <a:pt x="242" y="26"/>
                    <a:pt x="236" y="34"/>
                  </a:cubicBezTo>
                  <a:cubicBezTo>
                    <a:pt x="231" y="42"/>
                    <a:pt x="225" y="54"/>
                    <a:pt x="220" y="70"/>
                  </a:cubicBezTo>
                  <a:lnTo>
                    <a:pt x="146" y="310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3" name="Freeform 90"/>
            <p:cNvSpPr>
              <a:spLocks/>
            </p:cNvSpPr>
            <p:nvPr/>
          </p:nvSpPr>
          <p:spPr bwMode="auto">
            <a:xfrm>
              <a:off x="1781815" y="5058236"/>
              <a:ext cx="136631" cy="174678"/>
            </a:xfrm>
            <a:custGeom>
              <a:avLst/>
              <a:gdLst>
                <a:gd name="T0" fmla="*/ 220 w 239"/>
                <a:gd name="T1" fmla="*/ 303 h 303"/>
                <a:gd name="T2" fmla="*/ 0 w 239"/>
                <a:gd name="T3" fmla="*/ 303 h 303"/>
                <a:gd name="T4" fmla="*/ 0 w 239"/>
                <a:gd name="T5" fmla="*/ 287 h 303"/>
                <a:gd name="T6" fmla="*/ 4 w 239"/>
                <a:gd name="T7" fmla="*/ 287 h 303"/>
                <a:gd name="T8" fmla="*/ 14 w 239"/>
                <a:gd name="T9" fmla="*/ 281 h 303"/>
                <a:gd name="T10" fmla="*/ 18 w 239"/>
                <a:gd name="T11" fmla="*/ 255 h 303"/>
                <a:gd name="T12" fmla="*/ 18 w 239"/>
                <a:gd name="T13" fmla="*/ 49 h 303"/>
                <a:gd name="T14" fmla="*/ 14 w 239"/>
                <a:gd name="T15" fmla="*/ 23 h 303"/>
                <a:gd name="T16" fmla="*/ 4 w 239"/>
                <a:gd name="T17" fmla="*/ 16 h 303"/>
                <a:gd name="T18" fmla="*/ 0 w 239"/>
                <a:gd name="T19" fmla="*/ 16 h 303"/>
                <a:gd name="T20" fmla="*/ 0 w 239"/>
                <a:gd name="T21" fmla="*/ 0 h 303"/>
                <a:gd name="T22" fmla="*/ 213 w 239"/>
                <a:gd name="T23" fmla="*/ 0 h 303"/>
                <a:gd name="T24" fmla="*/ 219 w 239"/>
                <a:gd name="T25" fmla="*/ 65 h 303"/>
                <a:gd name="T26" fmla="*/ 203 w 239"/>
                <a:gd name="T27" fmla="*/ 68 h 303"/>
                <a:gd name="T28" fmla="*/ 202 w 239"/>
                <a:gd name="T29" fmla="*/ 64 h 303"/>
                <a:gd name="T30" fmla="*/ 176 w 239"/>
                <a:gd name="T31" fmla="*/ 32 h 303"/>
                <a:gd name="T32" fmla="*/ 108 w 239"/>
                <a:gd name="T33" fmla="*/ 23 h 303"/>
                <a:gd name="T34" fmla="*/ 95 w 239"/>
                <a:gd name="T35" fmla="*/ 23 h 303"/>
                <a:gd name="T36" fmla="*/ 71 w 239"/>
                <a:gd name="T37" fmla="*/ 26 h 303"/>
                <a:gd name="T38" fmla="*/ 68 w 239"/>
                <a:gd name="T39" fmla="*/ 42 h 303"/>
                <a:gd name="T40" fmla="*/ 68 w 239"/>
                <a:gd name="T41" fmla="*/ 121 h 303"/>
                <a:gd name="T42" fmla="*/ 107 w 239"/>
                <a:gd name="T43" fmla="*/ 121 h 303"/>
                <a:gd name="T44" fmla="*/ 152 w 239"/>
                <a:gd name="T45" fmla="*/ 116 h 303"/>
                <a:gd name="T46" fmla="*/ 169 w 239"/>
                <a:gd name="T47" fmla="*/ 96 h 303"/>
                <a:gd name="T48" fmla="*/ 170 w 239"/>
                <a:gd name="T49" fmla="*/ 93 h 303"/>
                <a:gd name="T50" fmla="*/ 184 w 239"/>
                <a:gd name="T51" fmla="*/ 93 h 303"/>
                <a:gd name="T52" fmla="*/ 184 w 239"/>
                <a:gd name="T53" fmla="*/ 171 h 303"/>
                <a:gd name="T54" fmla="*/ 170 w 239"/>
                <a:gd name="T55" fmla="*/ 171 h 303"/>
                <a:gd name="T56" fmla="*/ 169 w 239"/>
                <a:gd name="T57" fmla="*/ 169 h 303"/>
                <a:gd name="T58" fmla="*/ 154 w 239"/>
                <a:gd name="T59" fmla="*/ 149 h 303"/>
                <a:gd name="T60" fmla="*/ 113 w 239"/>
                <a:gd name="T61" fmla="*/ 144 h 303"/>
                <a:gd name="T62" fmla="*/ 68 w 239"/>
                <a:gd name="T63" fmla="*/ 144 h 303"/>
                <a:gd name="T64" fmla="*/ 68 w 239"/>
                <a:gd name="T65" fmla="*/ 256 h 303"/>
                <a:gd name="T66" fmla="*/ 73 w 239"/>
                <a:gd name="T67" fmla="*/ 277 h 303"/>
                <a:gd name="T68" fmla="*/ 104 w 239"/>
                <a:gd name="T69" fmla="*/ 281 h 303"/>
                <a:gd name="T70" fmla="*/ 150 w 239"/>
                <a:gd name="T71" fmla="*/ 279 h 303"/>
                <a:gd name="T72" fmla="*/ 173 w 239"/>
                <a:gd name="T73" fmla="*/ 275 h 303"/>
                <a:gd name="T74" fmla="*/ 197 w 239"/>
                <a:gd name="T75" fmla="*/ 261 h 303"/>
                <a:gd name="T76" fmla="*/ 222 w 239"/>
                <a:gd name="T77" fmla="*/ 232 h 303"/>
                <a:gd name="T78" fmla="*/ 224 w 239"/>
                <a:gd name="T79" fmla="*/ 229 h 303"/>
                <a:gd name="T80" fmla="*/ 239 w 239"/>
                <a:gd name="T81" fmla="*/ 237 h 303"/>
                <a:gd name="T82" fmla="*/ 220 w 239"/>
                <a:gd name="T83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9" h="303">
                  <a:moveTo>
                    <a:pt x="220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9" y="287"/>
                    <a:pt x="12" y="285"/>
                    <a:pt x="14" y="281"/>
                  </a:cubicBezTo>
                  <a:cubicBezTo>
                    <a:pt x="17" y="276"/>
                    <a:pt x="18" y="267"/>
                    <a:pt x="18" y="255"/>
                  </a:cubicBezTo>
                  <a:lnTo>
                    <a:pt x="18" y="49"/>
                  </a:lnTo>
                  <a:cubicBezTo>
                    <a:pt x="18" y="36"/>
                    <a:pt x="17" y="28"/>
                    <a:pt x="14" y="23"/>
                  </a:cubicBezTo>
                  <a:cubicBezTo>
                    <a:pt x="12" y="19"/>
                    <a:pt x="9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9" y="65"/>
                  </a:lnTo>
                  <a:lnTo>
                    <a:pt x="203" y="68"/>
                  </a:lnTo>
                  <a:lnTo>
                    <a:pt x="202" y="64"/>
                  </a:lnTo>
                  <a:cubicBezTo>
                    <a:pt x="196" y="49"/>
                    <a:pt x="187" y="38"/>
                    <a:pt x="176" y="32"/>
                  </a:cubicBezTo>
                  <a:cubicBezTo>
                    <a:pt x="165" y="26"/>
                    <a:pt x="142" y="23"/>
                    <a:pt x="108" y="23"/>
                  </a:cubicBezTo>
                  <a:lnTo>
                    <a:pt x="95" y="23"/>
                  </a:lnTo>
                  <a:cubicBezTo>
                    <a:pt x="76" y="23"/>
                    <a:pt x="72" y="25"/>
                    <a:pt x="71" y="26"/>
                  </a:cubicBezTo>
                  <a:cubicBezTo>
                    <a:pt x="71" y="26"/>
                    <a:pt x="68" y="29"/>
                    <a:pt x="68" y="42"/>
                  </a:cubicBezTo>
                  <a:lnTo>
                    <a:pt x="68" y="121"/>
                  </a:lnTo>
                  <a:lnTo>
                    <a:pt x="107" y="121"/>
                  </a:lnTo>
                  <a:cubicBezTo>
                    <a:pt x="128" y="121"/>
                    <a:pt x="144" y="119"/>
                    <a:pt x="152" y="116"/>
                  </a:cubicBezTo>
                  <a:cubicBezTo>
                    <a:pt x="160" y="112"/>
                    <a:pt x="166" y="105"/>
                    <a:pt x="169" y="96"/>
                  </a:cubicBezTo>
                  <a:lnTo>
                    <a:pt x="170" y="93"/>
                  </a:lnTo>
                  <a:lnTo>
                    <a:pt x="184" y="93"/>
                  </a:lnTo>
                  <a:lnTo>
                    <a:pt x="184" y="171"/>
                  </a:lnTo>
                  <a:lnTo>
                    <a:pt x="170" y="171"/>
                  </a:lnTo>
                  <a:lnTo>
                    <a:pt x="169" y="169"/>
                  </a:lnTo>
                  <a:cubicBezTo>
                    <a:pt x="165" y="159"/>
                    <a:pt x="161" y="153"/>
                    <a:pt x="154" y="149"/>
                  </a:cubicBezTo>
                  <a:cubicBezTo>
                    <a:pt x="150" y="147"/>
                    <a:pt x="139" y="144"/>
                    <a:pt x="113" y="144"/>
                  </a:cubicBezTo>
                  <a:lnTo>
                    <a:pt x="68" y="144"/>
                  </a:lnTo>
                  <a:lnTo>
                    <a:pt x="68" y="256"/>
                  </a:lnTo>
                  <a:cubicBezTo>
                    <a:pt x="68" y="272"/>
                    <a:pt x="72" y="276"/>
                    <a:pt x="73" y="277"/>
                  </a:cubicBezTo>
                  <a:cubicBezTo>
                    <a:pt x="75" y="278"/>
                    <a:pt x="82" y="281"/>
                    <a:pt x="104" y="281"/>
                  </a:cubicBezTo>
                  <a:cubicBezTo>
                    <a:pt x="125" y="281"/>
                    <a:pt x="141" y="280"/>
                    <a:pt x="150" y="279"/>
                  </a:cubicBezTo>
                  <a:cubicBezTo>
                    <a:pt x="158" y="278"/>
                    <a:pt x="166" y="277"/>
                    <a:pt x="173" y="275"/>
                  </a:cubicBezTo>
                  <a:cubicBezTo>
                    <a:pt x="181" y="272"/>
                    <a:pt x="189" y="267"/>
                    <a:pt x="197" y="261"/>
                  </a:cubicBezTo>
                  <a:cubicBezTo>
                    <a:pt x="205" y="254"/>
                    <a:pt x="213" y="244"/>
                    <a:pt x="222" y="232"/>
                  </a:cubicBezTo>
                  <a:lnTo>
                    <a:pt x="224" y="229"/>
                  </a:lnTo>
                  <a:lnTo>
                    <a:pt x="239" y="237"/>
                  </a:lnTo>
                  <a:lnTo>
                    <a:pt x="220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4" name="Freeform 91"/>
            <p:cNvSpPr>
              <a:spLocks noEditPoints="1"/>
            </p:cNvSpPr>
            <p:nvPr/>
          </p:nvSpPr>
          <p:spPr bwMode="auto">
            <a:xfrm>
              <a:off x="1928823" y="5056507"/>
              <a:ext cx="143549" cy="195433"/>
            </a:xfrm>
            <a:custGeom>
              <a:avLst/>
              <a:gdLst>
                <a:gd name="T0" fmla="*/ 69 w 250"/>
                <a:gd name="T1" fmla="*/ 151 h 343"/>
                <a:gd name="T2" fmla="*/ 78 w 250"/>
                <a:gd name="T3" fmla="*/ 152 h 343"/>
                <a:gd name="T4" fmla="*/ 95 w 250"/>
                <a:gd name="T5" fmla="*/ 152 h 343"/>
                <a:gd name="T6" fmla="*/ 167 w 250"/>
                <a:gd name="T7" fmla="*/ 136 h 343"/>
                <a:gd name="T8" fmla="*/ 189 w 250"/>
                <a:gd name="T9" fmla="*/ 88 h 343"/>
                <a:gd name="T10" fmla="*/ 169 w 250"/>
                <a:gd name="T11" fmla="*/ 37 h 343"/>
                <a:gd name="T12" fmla="*/ 111 w 250"/>
                <a:gd name="T13" fmla="*/ 19 h 343"/>
                <a:gd name="T14" fmla="*/ 77 w 250"/>
                <a:gd name="T15" fmla="*/ 26 h 343"/>
                <a:gd name="T16" fmla="*/ 69 w 250"/>
                <a:gd name="T17" fmla="*/ 49 h 343"/>
                <a:gd name="T18" fmla="*/ 69 w 250"/>
                <a:gd name="T19" fmla="*/ 151 h 343"/>
                <a:gd name="T20" fmla="*/ 250 w 250"/>
                <a:gd name="T21" fmla="*/ 343 h 343"/>
                <a:gd name="T22" fmla="*/ 244 w 250"/>
                <a:gd name="T23" fmla="*/ 340 h 343"/>
                <a:gd name="T24" fmla="*/ 165 w 250"/>
                <a:gd name="T25" fmla="*/ 278 h 343"/>
                <a:gd name="T26" fmla="*/ 108 w 250"/>
                <a:gd name="T27" fmla="*/ 172 h 343"/>
                <a:gd name="T28" fmla="*/ 101 w 250"/>
                <a:gd name="T29" fmla="*/ 172 h 343"/>
                <a:gd name="T30" fmla="*/ 92 w 250"/>
                <a:gd name="T31" fmla="*/ 172 h 343"/>
                <a:gd name="T32" fmla="*/ 69 w 250"/>
                <a:gd name="T33" fmla="*/ 171 h 343"/>
                <a:gd name="T34" fmla="*/ 69 w 250"/>
                <a:gd name="T35" fmla="*/ 259 h 343"/>
                <a:gd name="T36" fmla="*/ 72 w 250"/>
                <a:gd name="T37" fmla="*/ 285 h 343"/>
                <a:gd name="T38" fmla="*/ 83 w 250"/>
                <a:gd name="T39" fmla="*/ 291 h 343"/>
                <a:gd name="T40" fmla="*/ 87 w 250"/>
                <a:gd name="T41" fmla="*/ 291 h 343"/>
                <a:gd name="T42" fmla="*/ 87 w 250"/>
                <a:gd name="T43" fmla="*/ 307 h 343"/>
                <a:gd name="T44" fmla="*/ 0 w 250"/>
                <a:gd name="T45" fmla="*/ 307 h 343"/>
                <a:gd name="T46" fmla="*/ 0 w 250"/>
                <a:gd name="T47" fmla="*/ 291 h 343"/>
                <a:gd name="T48" fmla="*/ 4 w 250"/>
                <a:gd name="T49" fmla="*/ 291 h 343"/>
                <a:gd name="T50" fmla="*/ 15 w 250"/>
                <a:gd name="T51" fmla="*/ 285 h 343"/>
                <a:gd name="T52" fmla="*/ 19 w 250"/>
                <a:gd name="T53" fmla="*/ 259 h 343"/>
                <a:gd name="T54" fmla="*/ 19 w 250"/>
                <a:gd name="T55" fmla="*/ 53 h 343"/>
                <a:gd name="T56" fmla="*/ 15 w 250"/>
                <a:gd name="T57" fmla="*/ 27 h 343"/>
                <a:gd name="T58" fmla="*/ 4 w 250"/>
                <a:gd name="T59" fmla="*/ 20 h 343"/>
                <a:gd name="T60" fmla="*/ 0 w 250"/>
                <a:gd name="T61" fmla="*/ 20 h 343"/>
                <a:gd name="T62" fmla="*/ 0 w 250"/>
                <a:gd name="T63" fmla="*/ 5 h 343"/>
                <a:gd name="T64" fmla="*/ 70 w 250"/>
                <a:gd name="T65" fmla="*/ 1 h 343"/>
                <a:gd name="T66" fmla="*/ 95 w 250"/>
                <a:gd name="T67" fmla="*/ 0 h 343"/>
                <a:gd name="T68" fmla="*/ 109 w 250"/>
                <a:gd name="T69" fmla="*/ 0 h 343"/>
                <a:gd name="T70" fmla="*/ 206 w 250"/>
                <a:gd name="T71" fmla="*/ 24 h 343"/>
                <a:gd name="T72" fmla="*/ 243 w 250"/>
                <a:gd name="T73" fmla="*/ 89 h 343"/>
                <a:gd name="T74" fmla="*/ 219 w 250"/>
                <a:gd name="T75" fmla="*/ 140 h 343"/>
                <a:gd name="T76" fmla="*/ 162 w 250"/>
                <a:gd name="T77" fmla="*/ 167 h 343"/>
                <a:gd name="T78" fmla="*/ 204 w 250"/>
                <a:gd name="T79" fmla="*/ 265 h 343"/>
                <a:gd name="T80" fmla="*/ 248 w 250"/>
                <a:gd name="T81" fmla="*/ 325 h 343"/>
                <a:gd name="T82" fmla="*/ 250 w 250"/>
                <a:gd name="T83" fmla="*/ 326 h 343"/>
                <a:gd name="T84" fmla="*/ 250 w 250"/>
                <a:gd name="T8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343">
                  <a:moveTo>
                    <a:pt x="69" y="151"/>
                  </a:moveTo>
                  <a:cubicBezTo>
                    <a:pt x="71" y="151"/>
                    <a:pt x="74" y="152"/>
                    <a:pt x="78" y="152"/>
                  </a:cubicBezTo>
                  <a:cubicBezTo>
                    <a:pt x="82" y="152"/>
                    <a:pt x="88" y="152"/>
                    <a:pt x="95" y="152"/>
                  </a:cubicBezTo>
                  <a:cubicBezTo>
                    <a:pt x="127" y="152"/>
                    <a:pt x="151" y="147"/>
                    <a:pt x="167" y="136"/>
                  </a:cubicBezTo>
                  <a:cubicBezTo>
                    <a:pt x="182" y="126"/>
                    <a:pt x="189" y="110"/>
                    <a:pt x="189" y="88"/>
                  </a:cubicBezTo>
                  <a:cubicBezTo>
                    <a:pt x="189" y="66"/>
                    <a:pt x="182" y="49"/>
                    <a:pt x="169" y="37"/>
                  </a:cubicBezTo>
                  <a:cubicBezTo>
                    <a:pt x="156" y="25"/>
                    <a:pt x="136" y="19"/>
                    <a:pt x="111" y="19"/>
                  </a:cubicBezTo>
                  <a:cubicBezTo>
                    <a:pt x="95" y="19"/>
                    <a:pt x="83" y="21"/>
                    <a:pt x="77" y="26"/>
                  </a:cubicBezTo>
                  <a:cubicBezTo>
                    <a:pt x="71" y="30"/>
                    <a:pt x="69" y="37"/>
                    <a:pt x="69" y="49"/>
                  </a:cubicBezTo>
                  <a:lnTo>
                    <a:pt x="69" y="151"/>
                  </a:lnTo>
                  <a:close/>
                  <a:moveTo>
                    <a:pt x="250" y="343"/>
                  </a:moveTo>
                  <a:lnTo>
                    <a:pt x="244" y="340"/>
                  </a:lnTo>
                  <a:cubicBezTo>
                    <a:pt x="215" y="328"/>
                    <a:pt x="188" y="307"/>
                    <a:pt x="165" y="278"/>
                  </a:cubicBezTo>
                  <a:cubicBezTo>
                    <a:pt x="142" y="249"/>
                    <a:pt x="123" y="214"/>
                    <a:pt x="108" y="172"/>
                  </a:cubicBezTo>
                  <a:cubicBezTo>
                    <a:pt x="106" y="172"/>
                    <a:pt x="104" y="172"/>
                    <a:pt x="101" y="172"/>
                  </a:cubicBezTo>
                  <a:cubicBezTo>
                    <a:pt x="97" y="172"/>
                    <a:pt x="94" y="172"/>
                    <a:pt x="92" y="172"/>
                  </a:cubicBezTo>
                  <a:cubicBezTo>
                    <a:pt x="87" y="172"/>
                    <a:pt x="79" y="172"/>
                    <a:pt x="69" y="171"/>
                  </a:cubicBezTo>
                  <a:lnTo>
                    <a:pt x="69" y="259"/>
                  </a:lnTo>
                  <a:cubicBezTo>
                    <a:pt x="69" y="271"/>
                    <a:pt x="70" y="280"/>
                    <a:pt x="72" y="285"/>
                  </a:cubicBezTo>
                  <a:cubicBezTo>
                    <a:pt x="75" y="289"/>
                    <a:pt x="78" y="291"/>
                    <a:pt x="83" y="291"/>
                  </a:cubicBezTo>
                  <a:lnTo>
                    <a:pt x="87" y="291"/>
                  </a:lnTo>
                  <a:lnTo>
                    <a:pt x="87" y="307"/>
                  </a:lnTo>
                  <a:lnTo>
                    <a:pt x="0" y="307"/>
                  </a:lnTo>
                  <a:lnTo>
                    <a:pt x="0" y="291"/>
                  </a:lnTo>
                  <a:lnTo>
                    <a:pt x="4" y="291"/>
                  </a:lnTo>
                  <a:cubicBezTo>
                    <a:pt x="9" y="291"/>
                    <a:pt x="12" y="289"/>
                    <a:pt x="15" y="285"/>
                  </a:cubicBezTo>
                  <a:cubicBezTo>
                    <a:pt x="17" y="280"/>
                    <a:pt x="19" y="271"/>
                    <a:pt x="19" y="259"/>
                  </a:cubicBezTo>
                  <a:lnTo>
                    <a:pt x="19" y="53"/>
                  </a:lnTo>
                  <a:cubicBezTo>
                    <a:pt x="19" y="40"/>
                    <a:pt x="17" y="32"/>
                    <a:pt x="15" y="27"/>
                  </a:cubicBezTo>
                  <a:cubicBezTo>
                    <a:pt x="12" y="23"/>
                    <a:pt x="9" y="21"/>
                    <a:pt x="4" y="20"/>
                  </a:cubicBezTo>
                  <a:lnTo>
                    <a:pt x="0" y="20"/>
                  </a:lnTo>
                  <a:lnTo>
                    <a:pt x="0" y="5"/>
                  </a:lnTo>
                  <a:lnTo>
                    <a:pt x="70" y="1"/>
                  </a:lnTo>
                  <a:cubicBezTo>
                    <a:pt x="80" y="1"/>
                    <a:pt x="88" y="0"/>
                    <a:pt x="95" y="0"/>
                  </a:cubicBezTo>
                  <a:cubicBezTo>
                    <a:pt x="101" y="0"/>
                    <a:pt x="106" y="0"/>
                    <a:pt x="109" y="0"/>
                  </a:cubicBezTo>
                  <a:cubicBezTo>
                    <a:pt x="149" y="0"/>
                    <a:pt x="182" y="8"/>
                    <a:pt x="206" y="24"/>
                  </a:cubicBezTo>
                  <a:cubicBezTo>
                    <a:pt x="230" y="40"/>
                    <a:pt x="243" y="62"/>
                    <a:pt x="243" y="89"/>
                  </a:cubicBezTo>
                  <a:cubicBezTo>
                    <a:pt x="243" y="109"/>
                    <a:pt x="235" y="126"/>
                    <a:pt x="219" y="140"/>
                  </a:cubicBezTo>
                  <a:cubicBezTo>
                    <a:pt x="205" y="153"/>
                    <a:pt x="186" y="162"/>
                    <a:pt x="162" y="167"/>
                  </a:cubicBezTo>
                  <a:cubicBezTo>
                    <a:pt x="176" y="206"/>
                    <a:pt x="190" y="239"/>
                    <a:pt x="204" y="265"/>
                  </a:cubicBezTo>
                  <a:cubicBezTo>
                    <a:pt x="219" y="292"/>
                    <a:pt x="234" y="312"/>
                    <a:pt x="248" y="325"/>
                  </a:cubicBezTo>
                  <a:lnTo>
                    <a:pt x="250" y="326"/>
                  </a:lnTo>
                  <a:lnTo>
                    <a:pt x="250" y="34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5" name="Freeform 92"/>
            <p:cNvSpPr>
              <a:spLocks/>
            </p:cNvSpPr>
            <p:nvPr/>
          </p:nvSpPr>
          <p:spPr bwMode="auto">
            <a:xfrm>
              <a:off x="2081017" y="5054776"/>
              <a:ext cx="121065" cy="181597"/>
            </a:xfrm>
            <a:custGeom>
              <a:avLst/>
              <a:gdLst>
                <a:gd name="T0" fmla="*/ 109 w 212"/>
                <a:gd name="T1" fmla="*/ 316 h 316"/>
                <a:gd name="T2" fmla="*/ 51 w 212"/>
                <a:gd name="T3" fmla="*/ 306 h 316"/>
                <a:gd name="T4" fmla="*/ 2 w 212"/>
                <a:gd name="T5" fmla="*/ 276 h 316"/>
                <a:gd name="T6" fmla="*/ 0 w 212"/>
                <a:gd name="T7" fmla="*/ 275 h 316"/>
                <a:gd name="T8" fmla="*/ 17 w 212"/>
                <a:gd name="T9" fmla="*/ 212 h 316"/>
                <a:gd name="T10" fmla="*/ 33 w 212"/>
                <a:gd name="T11" fmla="*/ 215 h 316"/>
                <a:gd name="T12" fmla="*/ 33 w 212"/>
                <a:gd name="T13" fmla="*/ 217 h 316"/>
                <a:gd name="T14" fmla="*/ 63 w 212"/>
                <a:gd name="T15" fmla="*/ 275 h 316"/>
                <a:gd name="T16" fmla="*/ 113 w 212"/>
                <a:gd name="T17" fmla="*/ 295 h 316"/>
                <a:gd name="T18" fmla="*/ 156 w 212"/>
                <a:gd name="T19" fmla="*/ 280 h 316"/>
                <a:gd name="T20" fmla="*/ 172 w 212"/>
                <a:gd name="T21" fmla="*/ 242 h 316"/>
                <a:gd name="T22" fmla="*/ 159 w 212"/>
                <a:gd name="T23" fmla="*/ 206 h 316"/>
                <a:gd name="T24" fmla="*/ 103 w 212"/>
                <a:gd name="T25" fmla="*/ 175 h 316"/>
                <a:gd name="T26" fmla="*/ 92 w 212"/>
                <a:gd name="T27" fmla="*/ 171 h 316"/>
                <a:gd name="T28" fmla="*/ 34 w 212"/>
                <a:gd name="T29" fmla="*/ 138 h 316"/>
                <a:gd name="T30" fmla="*/ 18 w 212"/>
                <a:gd name="T31" fmla="*/ 113 h 316"/>
                <a:gd name="T32" fmla="*/ 12 w 212"/>
                <a:gd name="T33" fmla="*/ 84 h 316"/>
                <a:gd name="T34" fmla="*/ 39 w 212"/>
                <a:gd name="T35" fmla="*/ 24 h 316"/>
                <a:gd name="T36" fmla="*/ 105 w 212"/>
                <a:gd name="T37" fmla="*/ 0 h 316"/>
                <a:gd name="T38" fmla="*/ 149 w 212"/>
                <a:gd name="T39" fmla="*/ 7 h 316"/>
                <a:gd name="T40" fmla="*/ 195 w 212"/>
                <a:gd name="T41" fmla="*/ 29 h 316"/>
                <a:gd name="T42" fmla="*/ 198 w 212"/>
                <a:gd name="T43" fmla="*/ 31 h 316"/>
                <a:gd name="T44" fmla="*/ 183 w 212"/>
                <a:gd name="T45" fmla="*/ 89 h 316"/>
                <a:gd name="T46" fmla="*/ 168 w 212"/>
                <a:gd name="T47" fmla="*/ 86 h 316"/>
                <a:gd name="T48" fmla="*/ 168 w 212"/>
                <a:gd name="T49" fmla="*/ 83 h 316"/>
                <a:gd name="T50" fmla="*/ 142 w 212"/>
                <a:gd name="T51" fmla="*/ 37 h 316"/>
                <a:gd name="T52" fmla="*/ 101 w 212"/>
                <a:gd name="T53" fmla="*/ 21 h 316"/>
                <a:gd name="T54" fmla="*/ 63 w 212"/>
                <a:gd name="T55" fmla="*/ 33 h 316"/>
                <a:gd name="T56" fmla="*/ 49 w 212"/>
                <a:gd name="T57" fmla="*/ 65 h 316"/>
                <a:gd name="T58" fmla="*/ 61 w 212"/>
                <a:gd name="T59" fmla="*/ 95 h 316"/>
                <a:gd name="T60" fmla="*/ 110 w 212"/>
                <a:gd name="T61" fmla="*/ 122 h 316"/>
                <a:gd name="T62" fmla="*/ 121 w 212"/>
                <a:gd name="T63" fmla="*/ 127 h 316"/>
                <a:gd name="T64" fmla="*/ 189 w 212"/>
                <a:gd name="T65" fmla="*/ 163 h 316"/>
                <a:gd name="T66" fmla="*/ 207 w 212"/>
                <a:gd name="T67" fmla="*/ 190 h 316"/>
                <a:gd name="T68" fmla="*/ 212 w 212"/>
                <a:gd name="T69" fmla="*/ 223 h 316"/>
                <a:gd name="T70" fmla="*/ 183 w 212"/>
                <a:gd name="T71" fmla="*/ 289 h 316"/>
                <a:gd name="T72" fmla="*/ 109 w 212"/>
                <a:gd name="T73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12" h="316">
                  <a:moveTo>
                    <a:pt x="109" y="316"/>
                  </a:moveTo>
                  <a:cubicBezTo>
                    <a:pt x="89" y="316"/>
                    <a:pt x="70" y="312"/>
                    <a:pt x="51" y="306"/>
                  </a:cubicBezTo>
                  <a:cubicBezTo>
                    <a:pt x="33" y="299"/>
                    <a:pt x="16" y="289"/>
                    <a:pt x="2" y="276"/>
                  </a:cubicBezTo>
                  <a:lnTo>
                    <a:pt x="0" y="275"/>
                  </a:lnTo>
                  <a:lnTo>
                    <a:pt x="17" y="212"/>
                  </a:lnTo>
                  <a:lnTo>
                    <a:pt x="33" y="215"/>
                  </a:lnTo>
                  <a:lnTo>
                    <a:pt x="33" y="217"/>
                  </a:lnTo>
                  <a:cubicBezTo>
                    <a:pt x="39" y="242"/>
                    <a:pt x="49" y="262"/>
                    <a:pt x="63" y="275"/>
                  </a:cubicBezTo>
                  <a:cubicBezTo>
                    <a:pt x="77" y="289"/>
                    <a:pt x="94" y="295"/>
                    <a:pt x="113" y="295"/>
                  </a:cubicBezTo>
                  <a:cubicBezTo>
                    <a:pt x="131" y="295"/>
                    <a:pt x="145" y="290"/>
                    <a:pt x="156" y="280"/>
                  </a:cubicBezTo>
                  <a:cubicBezTo>
                    <a:pt x="167" y="271"/>
                    <a:pt x="172" y="258"/>
                    <a:pt x="172" y="242"/>
                  </a:cubicBezTo>
                  <a:cubicBezTo>
                    <a:pt x="172" y="228"/>
                    <a:pt x="168" y="215"/>
                    <a:pt x="159" y="206"/>
                  </a:cubicBezTo>
                  <a:cubicBezTo>
                    <a:pt x="151" y="197"/>
                    <a:pt x="132" y="186"/>
                    <a:pt x="103" y="175"/>
                  </a:cubicBezTo>
                  <a:lnTo>
                    <a:pt x="92" y="171"/>
                  </a:lnTo>
                  <a:cubicBezTo>
                    <a:pt x="63" y="160"/>
                    <a:pt x="45" y="149"/>
                    <a:pt x="34" y="138"/>
                  </a:cubicBezTo>
                  <a:cubicBezTo>
                    <a:pt x="27" y="131"/>
                    <a:pt x="21" y="122"/>
                    <a:pt x="18" y="113"/>
                  </a:cubicBezTo>
                  <a:cubicBezTo>
                    <a:pt x="14" y="104"/>
                    <a:pt x="12" y="94"/>
                    <a:pt x="12" y="84"/>
                  </a:cubicBezTo>
                  <a:cubicBezTo>
                    <a:pt x="12" y="60"/>
                    <a:pt x="21" y="40"/>
                    <a:pt x="39" y="24"/>
                  </a:cubicBezTo>
                  <a:cubicBezTo>
                    <a:pt x="56" y="8"/>
                    <a:pt x="78" y="0"/>
                    <a:pt x="105" y="0"/>
                  </a:cubicBezTo>
                  <a:cubicBezTo>
                    <a:pt x="119" y="0"/>
                    <a:pt x="134" y="2"/>
                    <a:pt x="149" y="7"/>
                  </a:cubicBezTo>
                  <a:cubicBezTo>
                    <a:pt x="164" y="12"/>
                    <a:pt x="180" y="20"/>
                    <a:pt x="195" y="29"/>
                  </a:cubicBezTo>
                  <a:lnTo>
                    <a:pt x="198" y="31"/>
                  </a:lnTo>
                  <a:lnTo>
                    <a:pt x="183" y="89"/>
                  </a:lnTo>
                  <a:lnTo>
                    <a:pt x="168" y="86"/>
                  </a:lnTo>
                  <a:lnTo>
                    <a:pt x="168" y="83"/>
                  </a:lnTo>
                  <a:cubicBezTo>
                    <a:pt x="163" y="63"/>
                    <a:pt x="154" y="48"/>
                    <a:pt x="142" y="37"/>
                  </a:cubicBezTo>
                  <a:cubicBezTo>
                    <a:pt x="130" y="26"/>
                    <a:pt x="116" y="21"/>
                    <a:pt x="101" y="21"/>
                  </a:cubicBezTo>
                  <a:cubicBezTo>
                    <a:pt x="85" y="21"/>
                    <a:pt x="72" y="25"/>
                    <a:pt x="63" y="33"/>
                  </a:cubicBezTo>
                  <a:cubicBezTo>
                    <a:pt x="54" y="41"/>
                    <a:pt x="49" y="52"/>
                    <a:pt x="49" y="65"/>
                  </a:cubicBezTo>
                  <a:cubicBezTo>
                    <a:pt x="49" y="77"/>
                    <a:pt x="53" y="87"/>
                    <a:pt x="61" y="95"/>
                  </a:cubicBezTo>
                  <a:cubicBezTo>
                    <a:pt x="69" y="103"/>
                    <a:pt x="85" y="112"/>
                    <a:pt x="110" y="122"/>
                  </a:cubicBezTo>
                  <a:cubicBezTo>
                    <a:pt x="112" y="123"/>
                    <a:pt x="116" y="125"/>
                    <a:pt x="121" y="127"/>
                  </a:cubicBezTo>
                  <a:cubicBezTo>
                    <a:pt x="157" y="141"/>
                    <a:pt x="179" y="153"/>
                    <a:pt x="189" y="163"/>
                  </a:cubicBezTo>
                  <a:cubicBezTo>
                    <a:pt x="197" y="171"/>
                    <a:pt x="203" y="180"/>
                    <a:pt x="207" y="190"/>
                  </a:cubicBezTo>
                  <a:cubicBezTo>
                    <a:pt x="210" y="199"/>
                    <a:pt x="212" y="210"/>
                    <a:pt x="212" y="223"/>
                  </a:cubicBezTo>
                  <a:cubicBezTo>
                    <a:pt x="212" y="249"/>
                    <a:pt x="203" y="272"/>
                    <a:pt x="183" y="289"/>
                  </a:cubicBezTo>
                  <a:cubicBezTo>
                    <a:pt x="164" y="307"/>
                    <a:pt x="139" y="316"/>
                    <a:pt x="109" y="316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6" name="Freeform 93"/>
            <p:cNvSpPr>
              <a:spLocks/>
            </p:cNvSpPr>
            <p:nvPr/>
          </p:nvSpPr>
          <p:spPr bwMode="auto">
            <a:xfrm>
              <a:off x="2219377" y="5058236"/>
              <a:ext cx="51885" cy="174678"/>
            </a:xfrm>
            <a:custGeom>
              <a:avLst/>
              <a:gdLst>
                <a:gd name="T0" fmla="*/ 89 w 89"/>
                <a:gd name="T1" fmla="*/ 303 h 303"/>
                <a:gd name="T2" fmla="*/ 0 w 89"/>
                <a:gd name="T3" fmla="*/ 303 h 303"/>
                <a:gd name="T4" fmla="*/ 0 w 89"/>
                <a:gd name="T5" fmla="*/ 287 h 303"/>
                <a:gd name="T6" fmla="*/ 4 w 89"/>
                <a:gd name="T7" fmla="*/ 287 h 303"/>
                <a:gd name="T8" fmla="*/ 15 w 89"/>
                <a:gd name="T9" fmla="*/ 280 h 303"/>
                <a:gd name="T10" fmla="*/ 19 w 89"/>
                <a:gd name="T11" fmla="*/ 255 h 303"/>
                <a:gd name="T12" fmla="*/ 19 w 89"/>
                <a:gd name="T13" fmla="*/ 49 h 303"/>
                <a:gd name="T14" fmla="*/ 15 w 89"/>
                <a:gd name="T15" fmla="*/ 23 h 303"/>
                <a:gd name="T16" fmla="*/ 4 w 89"/>
                <a:gd name="T17" fmla="*/ 16 h 303"/>
                <a:gd name="T18" fmla="*/ 0 w 89"/>
                <a:gd name="T19" fmla="*/ 16 h 303"/>
                <a:gd name="T20" fmla="*/ 0 w 89"/>
                <a:gd name="T21" fmla="*/ 0 h 303"/>
                <a:gd name="T22" fmla="*/ 89 w 89"/>
                <a:gd name="T23" fmla="*/ 0 h 303"/>
                <a:gd name="T24" fmla="*/ 89 w 89"/>
                <a:gd name="T25" fmla="*/ 16 h 303"/>
                <a:gd name="T26" fmla="*/ 85 w 89"/>
                <a:gd name="T27" fmla="*/ 16 h 303"/>
                <a:gd name="T28" fmla="*/ 74 w 89"/>
                <a:gd name="T29" fmla="*/ 23 h 303"/>
                <a:gd name="T30" fmla="*/ 70 w 89"/>
                <a:gd name="T31" fmla="*/ 49 h 303"/>
                <a:gd name="T32" fmla="*/ 70 w 89"/>
                <a:gd name="T33" fmla="*/ 255 h 303"/>
                <a:gd name="T34" fmla="*/ 74 w 89"/>
                <a:gd name="T35" fmla="*/ 281 h 303"/>
                <a:gd name="T36" fmla="*/ 85 w 89"/>
                <a:gd name="T37" fmla="*/ 287 h 303"/>
                <a:gd name="T38" fmla="*/ 89 w 89"/>
                <a:gd name="T39" fmla="*/ 287 h 303"/>
                <a:gd name="T40" fmla="*/ 89 w 89"/>
                <a:gd name="T41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303">
                  <a:moveTo>
                    <a:pt x="89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10" y="287"/>
                    <a:pt x="13" y="285"/>
                    <a:pt x="15" y="280"/>
                  </a:cubicBezTo>
                  <a:cubicBezTo>
                    <a:pt x="18" y="276"/>
                    <a:pt x="19" y="267"/>
                    <a:pt x="19" y="255"/>
                  </a:cubicBezTo>
                  <a:lnTo>
                    <a:pt x="19" y="49"/>
                  </a:lnTo>
                  <a:cubicBezTo>
                    <a:pt x="19" y="37"/>
                    <a:pt x="18" y="28"/>
                    <a:pt x="15" y="23"/>
                  </a:cubicBezTo>
                  <a:cubicBezTo>
                    <a:pt x="13" y="19"/>
                    <a:pt x="10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6"/>
                  </a:lnTo>
                  <a:lnTo>
                    <a:pt x="85" y="16"/>
                  </a:lnTo>
                  <a:cubicBezTo>
                    <a:pt x="80" y="17"/>
                    <a:pt x="76" y="19"/>
                    <a:pt x="74" y="23"/>
                  </a:cubicBezTo>
                  <a:cubicBezTo>
                    <a:pt x="71" y="28"/>
                    <a:pt x="70" y="36"/>
                    <a:pt x="70" y="49"/>
                  </a:cubicBezTo>
                  <a:lnTo>
                    <a:pt x="70" y="255"/>
                  </a:lnTo>
                  <a:cubicBezTo>
                    <a:pt x="70" y="267"/>
                    <a:pt x="71" y="276"/>
                    <a:pt x="74" y="281"/>
                  </a:cubicBezTo>
                  <a:cubicBezTo>
                    <a:pt x="76" y="285"/>
                    <a:pt x="79" y="287"/>
                    <a:pt x="85" y="287"/>
                  </a:cubicBezTo>
                  <a:lnTo>
                    <a:pt x="89" y="287"/>
                  </a:lnTo>
                  <a:lnTo>
                    <a:pt x="89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7" name="Freeform 94"/>
            <p:cNvSpPr>
              <a:spLocks/>
            </p:cNvSpPr>
            <p:nvPr/>
          </p:nvSpPr>
          <p:spPr bwMode="auto">
            <a:xfrm>
              <a:off x="2279910" y="5058236"/>
              <a:ext cx="150467" cy="174678"/>
            </a:xfrm>
            <a:custGeom>
              <a:avLst/>
              <a:gdLst>
                <a:gd name="T0" fmla="*/ 176 w 263"/>
                <a:gd name="T1" fmla="*/ 303 h 303"/>
                <a:gd name="T2" fmla="*/ 87 w 263"/>
                <a:gd name="T3" fmla="*/ 303 h 303"/>
                <a:gd name="T4" fmla="*/ 87 w 263"/>
                <a:gd name="T5" fmla="*/ 287 h 303"/>
                <a:gd name="T6" fmla="*/ 91 w 263"/>
                <a:gd name="T7" fmla="*/ 287 h 303"/>
                <a:gd name="T8" fmla="*/ 102 w 263"/>
                <a:gd name="T9" fmla="*/ 280 h 303"/>
                <a:gd name="T10" fmla="*/ 106 w 263"/>
                <a:gd name="T11" fmla="*/ 255 h 303"/>
                <a:gd name="T12" fmla="*/ 106 w 263"/>
                <a:gd name="T13" fmla="*/ 31 h 303"/>
                <a:gd name="T14" fmla="*/ 105 w 263"/>
                <a:gd name="T15" fmla="*/ 24 h 303"/>
                <a:gd name="T16" fmla="*/ 99 w 263"/>
                <a:gd name="T17" fmla="*/ 23 h 303"/>
                <a:gd name="T18" fmla="*/ 49 w 263"/>
                <a:gd name="T19" fmla="*/ 33 h 303"/>
                <a:gd name="T20" fmla="*/ 17 w 263"/>
                <a:gd name="T21" fmla="*/ 70 h 303"/>
                <a:gd name="T22" fmla="*/ 15 w 263"/>
                <a:gd name="T23" fmla="*/ 73 h 303"/>
                <a:gd name="T24" fmla="*/ 0 w 263"/>
                <a:gd name="T25" fmla="*/ 66 h 303"/>
                <a:gd name="T26" fmla="*/ 17 w 263"/>
                <a:gd name="T27" fmla="*/ 0 h 303"/>
                <a:gd name="T28" fmla="*/ 246 w 263"/>
                <a:gd name="T29" fmla="*/ 0 h 303"/>
                <a:gd name="T30" fmla="*/ 263 w 263"/>
                <a:gd name="T31" fmla="*/ 66 h 303"/>
                <a:gd name="T32" fmla="*/ 247 w 263"/>
                <a:gd name="T33" fmla="*/ 73 h 303"/>
                <a:gd name="T34" fmla="*/ 245 w 263"/>
                <a:gd name="T35" fmla="*/ 70 h 303"/>
                <a:gd name="T36" fmla="*/ 214 w 263"/>
                <a:gd name="T37" fmla="*/ 33 h 303"/>
                <a:gd name="T38" fmla="*/ 164 w 263"/>
                <a:gd name="T39" fmla="*/ 23 h 303"/>
                <a:gd name="T40" fmla="*/ 158 w 263"/>
                <a:gd name="T41" fmla="*/ 24 h 303"/>
                <a:gd name="T42" fmla="*/ 156 w 263"/>
                <a:gd name="T43" fmla="*/ 31 h 303"/>
                <a:gd name="T44" fmla="*/ 156 w 263"/>
                <a:gd name="T45" fmla="*/ 255 h 303"/>
                <a:gd name="T46" fmla="*/ 161 w 263"/>
                <a:gd name="T47" fmla="*/ 281 h 303"/>
                <a:gd name="T48" fmla="*/ 172 w 263"/>
                <a:gd name="T49" fmla="*/ 287 h 303"/>
                <a:gd name="T50" fmla="*/ 176 w 263"/>
                <a:gd name="T51" fmla="*/ 287 h 303"/>
                <a:gd name="T52" fmla="*/ 176 w 263"/>
                <a:gd name="T53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3" h="303">
                  <a:moveTo>
                    <a:pt x="176" y="303"/>
                  </a:moveTo>
                  <a:lnTo>
                    <a:pt x="87" y="303"/>
                  </a:lnTo>
                  <a:lnTo>
                    <a:pt x="87" y="287"/>
                  </a:lnTo>
                  <a:lnTo>
                    <a:pt x="91" y="287"/>
                  </a:lnTo>
                  <a:cubicBezTo>
                    <a:pt x="96" y="287"/>
                    <a:pt x="100" y="285"/>
                    <a:pt x="102" y="280"/>
                  </a:cubicBezTo>
                  <a:cubicBezTo>
                    <a:pt x="104" y="276"/>
                    <a:pt x="106" y="267"/>
                    <a:pt x="106" y="255"/>
                  </a:cubicBezTo>
                  <a:lnTo>
                    <a:pt x="106" y="31"/>
                  </a:lnTo>
                  <a:cubicBezTo>
                    <a:pt x="106" y="25"/>
                    <a:pt x="105" y="24"/>
                    <a:pt x="105" y="24"/>
                  </a:cubicBezTo>
                  <a:cubicBezTo>
                    <a:pt x="105" y="24"/>
                    <a:pt x="104" y="23"/>
                    <a:pt x="99" y="23"/>
                  </a:cubicBezTo>
                  <a:cubicBezTo>
                    <a:pt x="77" y="23"/>
                    <a:pt x="60" y="26"/>
                    <a:pt x="49" y="33"/>
                  </a:cubicBezTo>
                  <a:cubicBezTo>
                    <a:pt x="37" y="40"/>
                    <a:pt x="27" y="52"/>
                    <a:pt x="17" y="70"/>
                  </a:cubicBezTo>
                  <a:lnTo>
                    <a:pt x="15" y="73"/>
                  </a:lnTo>
                  <a:lnTo>
                    <a:pt x="0" y="66"/>
                  </a:lnTo>
                  <a:lnTo>
                    <a:pt x="17" y="0"/>
                  </a:lnTo>
                  <a:lnTo>
                    <a:pt x="246" y="0"/>
                  </a:lnTo>
                  <a:lnTo>
                    <a:pt x="263" y="66"/>
                  </a:lnTo>
                  <a:lnTo>
                    <a:pt x="247" y="73"/>
                  </a:lnTo>
                  <a:lnTo>
                    <a:pt x="245" y="70"/>
                  </a:lnTo>
                  <a:cubicBezTo>
                    <a:pt x="236" y="52"/>
                    <a:pt x="225" y="40"/>
                    <a:pt x="214" y="33"/>
                  </a:cubicBezTo>
                  <a:cubicBezTo>
                    <a:pt x="202" y="26"/>
                    <a:pt x="186" y="23"/>
                    <a:pt x="164" y="23"/>
                  </a:cubicBezTo>
                  <a:cubicBezTo>
                    <a:pt x="159" y="23"/>
                    <a:pt x="158" y="24"/>
                    <a:pt x="158" y="24"/>
                  </a:cubicBezTo>
                  <a:cubicBezTo>
                    <a:pt x="158" y="24"/>
                    <a:pt x="156" y="25"/>
                    <a:pt x="156" y="31"/>
                  </a:cubicBezTo>
                  <a:lnTo>
                    <a:pt x="156" y="255"/>
                  </a:lnTo>
                  <a:cubicBezTo>
                    <a:pt x="156" y="267"/>
                    <a:pt x="158" y="276"/>
                    <a:pt x="161" y="281"/>
                  </a:cubicBezTo>
                  <a:cubicBezTo>
                    <a:pt x="163" y="285"/>
                    <a:pt x="166" y="287"/>
                    <a:pt x="172" y="287"/>
                  </a:cubicBezTo>
                  <a:lnTo>
                    <a:pt x="176" y="287"/>
                  </a:lnTo>
                  <a:lnTo>
                    <a:pt x="176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8" name="Freeform 95"/>
            <p:cNvSpPr>
              <a:spLocks noEditPoints="1"/>
            </p:cNvSpPr>
            <p:nvPr/>
          </p:nvSpPr>
          <p:spPr bwMode="auto">
            <a:xfrm>
              <a:off x="2413081" y="5054776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3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80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3 h 309"/>
                <a:gd name="T24" fmla="*/ 76 w 264"/>
                <a:gd name="T25" fmla="*/ 213 h 309"/>
                <a:gd name="T26" fmla="*/ 64 w 264"/>
                <a:gd name="T27" fmla="*/ 250 h 309"/>
                <a:gd name="T28" fmla="*/ 61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8 h 309"/>
                <a:gd name="T50" fmla="*/ 122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4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3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80" y="293"/>
                  </a:lnTo>
                  <a:cubicBezTo>
                    <a:pt x="183" y="292"/>
                    <a:pt x="186" y="291"/>
                    <a:pt x="188" y="289"/>
                  </a:cubicBezTo>
                  <a:cubicBezTo>
                    <a:pt x="190" y="287"/>
                    <a:pt x="190" y="284"/>
                    <a:pt x="190" y="282"/>
                  </a:cubicBezTo>
                  <a:cubicBezTo>
                    <a:pt x="190" y="280"/>
                    <a:pt x="190" y="277"/>
                    <a:pt x="187" y="268"/>
                  </a:cubicBezTo>
                  <a:lnTo>
                    <a:pt x="170" y="213"/>
                  </a:lnTo>
                  <a:lnTo>
                    <a:pt x="76" y="213"/>
                  </a:lnTo>
                  <a:lnTo>
                    <a:pt x="64" y="250"/>
                  </a:lnTo>
                  <a:cubicBezTo>
                    <a:pt x="63" y="253"/>
                    <a:pt x="62" y="257"/>
                    <a:pt x="61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6"/>
                    <a:pt x="62" y="282"/>
                    <a:pt x="65" y="286"/>
                  </a:cubicBezTo>
                  <a:cubicBezTo>
                    <a:pt x="68" y="289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3" y="290"/>
                    <a:pt x="20" y="284"/>
                    <a:pt x="27" y="275"/>
                  </a:cubicBezTo>
                  <a:cubicBezTo>
                    <a:pt x="33" y="266"/>
                    <a:pt x="40" y="250"/>
                    <a:pt x="47" y="228"/>
                  </a:cubicBezTo>
                  <a:lnTo>
                    <a:pt x="122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4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9" name="Freeform 96"/>
            <p:cNvSpPr>
              <a:spLocks/>
            </p:cNvSpPr>
            <p:nvPr/>
          </p:nvSpPr>
          <p:spPr bwMode="auto">
            <a:xfrm>
              <a:off x="2458047" y="5001163"/>
              <a:ext cx="60533" cy="46696"/>
            </a:xfrm>
            <a:custGeom>
              <a:avLst/>
              <a:gdLst>
                <a:gd name="T0" fmla="*/ 106 w 106"/>
                <a:gd name="T1" fmla="*/ 82 h 82"/>
                <a:gd name="T2" fmla="*/ 81 w 106"/>
                <a:gd name="T3" fmla="*/ 82 h 82"/>
                <a:gd name="T4" fmla="*/ 15 w 106"/>
                <a:gd name="T5" fmla="*/ 41 h 82"/>
                <a:gd name="T6" fmla="*/ 4 w 106"/>
                <a:gd name="T7" fmla="*/ 31 h 82"/>
                <a:gd name="T8" fmla="*/ 0 w 106"/>
                <a:gd name="T9" fmla="*/ 20 h 82"/>
                <a:gd name="T10" fmla="*/ 6 w 106"/>
                <a:gd name="T11" fmla="*/ 7 h 82"/>
                <a:gd name="T12" fmla="*/ 29 w 106"/>
                <a:gd name="T13" fmla="*/ 5 h 82"/>
                <a:gd name="T14" fmla="*/ 41 w 106"/>
                <a:gd name="T15" fmla="*/ 15 h 82"/>
                <a:gd name="T16" fmla="*/ 106 w 106"/>
                <a:gd name="T17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82">
                  <a:moveTo>
                    <a:pt x="106" y="82"/>
                  </a:moveTo>
                  <a:lnTo>
                    <a:pt x="81" y="82"/>
                  </a:lnTo>
                  <a:lnTo>
                    <a:pt x="15" y="41"/>
                  </a:lnTo>
                  <a:cubicBezTo>
                    <a:pt x="10" y="38"/>
                    <a:pt x="7" y="35"/>
                    <a:pt x="4" y="31"/>
                  </a:cubicBezTo>
                  <a:cubicBezTo>
                    <a:pt x="2" y="28"/>
                    <a:pt x="0" y="24"/>
                    <a:pt x="0" y="20"/>
                  </a:cubicBezTo>
                  <a:cubicBezTo>
                    <a:pt x="0" y="15"/>
                    <a:pt x="2" y="11"/>
                    <a:pt x="6" y="7"/>
                  </a:cubicBezTo>
                  <a:cubicBezTo>
                    <a:pt x="12" y="2"/>
                    <a:pt x="21" y="0"/>
                    <a:pt x="29" y="5"/>
                  </a:cubicBezTo>
                  <a:cubicBezTo>
                    <a:pt x="32" y="7"/>
                    <a:pt x="36" y="10"/>
                    <a:pt x="41" y="15"/>
                  </a:cubicBezTo>
                  <a:lnTo>
                    <a:pt x="106" y="8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0" name="Freeform 97"/>
            <p:cNvSpPr>
              <a:spLocks noEditPoints="1"/>
            </p:cNvSpPr>
            <p:nvPr/>
          </p:nvSpPr>
          <p:spPr bwMode="auto">
            <a:xfrm>
              <a:off x="1238754" y="5262316"/>
              <a:ext cx="155655" cy="174678"/>
            </a:xfrm>
            <a:custGeom>
              <a:avLst/>
              <a:gdLst>
                <a:gd name="T0" fmla="*/ 119 w 273"/>
                <a:gd name="T1" fmla="*/ 21 h 305"/>
                <a:gd name="T2" fmla="*/ 77 w 273"/>
                <a:gd name="T3" fmla="*/ 27 h 305"/>
                <a:gd name="T4" fmla="*/ 69 w 273"/>
                <a:gd name="T5" fmla="*/ 51 h 305"/>
                <a:gd name="T6" fmla="*/ 69 w 273"/>
                <a:gd name="T7" fmla="*/ 262 h 305"/>
                <a:gd name="T8" fmla="*/ 74 w 273"/>
                <a:gd name="T9" fmla="*/ 280 h 305"/>
                <a:gd name="T10" fmla="*/ 102 w 273"/>
                <a:gd name="T11" fmla="*/ 285 h 305"/>
                <a:gd name="T12" fmla="*/ 193 w 273"/>
                <a:gd name="T13" fmla="*/ 256 h 305"/>
                <a:gd name="T14" fmla="*/ 219 w 273"/>
                <a:gd name="T15" fmla="*/ 156 h 305"/>
                <a:gd name="T16" fmla="*/ 194 w 273"/>
                <a:gd name="T17" fmla="*/ 54 h 305"/>
                <a:gd name="T18" fmla="*/ 119 w 273"/>
                <a:gd name="T19" fmla="*/ 21 h 305"/>
                <a:gd name="T20" fmla="*/ 113 w 273"/>
                <a:gd name="T21" fmla="*/ 305 h 305"/>
                <a:gd name="T22" fmla="*/ 0 w 273"/>
                <a:gd name="T23" fmla="*/ 305 h 305"/>
                <a:gd name="T24" fmla="*/ 0 w 273"/>
                <a:gd name="T25" fmla="*/ 289 h 305"/>
                <a:gd name="T26" fmla="*/ 4 w 273"/>
                <a:gd name="T27" fmla="*/ 289 h 305"/>
                <a:gd name="T28" fmla="*/ 15 w 273"/>
                <a:gd name="T29" fmla="*/ 283 h 305"/>
                <a:gd name="T30" fmla="*/ 19 w 273"/>
                <a:gd name="T31" fmla="*/ 257 h 305"/>
                <a:gd name="T32" fmla="*/ 19 w 273"/>
                <a:gd name="T33" fmla="*/ 51 h 305"/>
                <a:gd name="T34" fmla="*/ 15 w 273"/>
                <a:gd name="T35" fmla="*/ 25 h 305"/>
                <a:gd name="T36" fmla="*/ 4 w 273"/>
                <a:gd name="T37" fmla="*/ 19 h 305"/>
                <a:gd name="T38" fmla="*/ 0 w 273"/>
                <a:gd name="T39" fmla="*/ 19 h 305"/>
                <a:gd name="T40" fmla="*/ 0 w 273"/>
                <a:gd name="T41" fmla="*/ 3 h 305"/>
                <a:gd name="T42" fmla="*/ 69 w 273"/>
                <a:gd name="T43" fmla="*/ 1 h 305"/>
                <a:gd name="T44" fmla="*/ 84 w 273"/>
                <a:gd name="T45" fmla="*/ 0 h 305"/>
                <a:gd name="T46" fmla="*/ 102 w 273"/>
                <a:gd name="T47" fmla="*/ 0 h 305"/>
                <a:gd name="T48" fmla="*/ 156 w 273"/>
                <a:gd name="T49" fmla="*/ 4 h 305"/>
                <a:gd name="T50" fmla="*/ 194 w 273"/>
                <a:gd name="T51" fmla="*/ 17 h 305"/>
                <a:gd name="T52" fmla="*/ 252 w 273"/>
                <a:gd name="T53" fmla="*/ 74 h 305"/>
                <a:gd name="T54" fmla="*/ 273 w 273"/>
                <a:gd name="T55" fmla="*/ 158 h 305"/>
                <a:gd name="T56" fmla="*/ 230 w 273"/>
                <a:gd name="T57" fmla="*/ 266 h 305"/>
                <a:gd name="T58" fmla="*/ 113 w 273"/>
                <a:gd name="T59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73" h="305">
                  <a:moveTo>
                    <a:pt x="119" y="21"/>
                  </a:moveTo>
                  <a:cubicBezTo>
                    <a:pt x="92" y="21"/>
                    <a:pt x="82" y="25"/>
                    <a:pt x="77" y="27"/>
                  </a:cubicBezTo>
                  <a:cubicBezTo>
                    <a:pt x="72" y="31"/>
                    <a:pt x="69" y="39"/>
                    <a:pt x="69" y="51"/>
                  </a:cubicBezTo>
                  <a:lnTo>
                    <a:pt x="69" y="262"/>
                  </a:lnTo>
                  <a:cubicBezTo>
                    <a:pt x="69" y="271"/>
                    <a:pt x="70" y="277"/>
                    <a:pt x="74" y="280"/>
                  </a:cubicBezTo>
                  <a:cubicBezTo>
                    <a:pt x="76" y="282"/>
                    <a:pt x="83" y="285"/>
                    <a:pt x="102" y="285"/>
                  </a:cubicBezTo>
                  <a:cubicBezTo>
                    <a:pt x="145" y="285"/>
                    <a:pt x="176" y="275"/>
                    <a:pt x="193" y="256"/>
                  </a:cubicBezTo>
                  <a:cubicBezTo>
                    <a:pt x="211" y="237"/>
                    <a:pt x="219" y="204"/>
                    <a:pt x="219" y="156"/>
                  </a:cubicBezTo>
                  <a:cubicBezTo>
                    <a:pt x="219" y="111"/>
                    <a:pt x="211" y="76"/>
                    <a:pt x="194" y="54"/>
                  </a:cubicBezTo>
                  <a:cubicBezTo>
                    <a:pt x="178" y="32"/>
                    <a:pt x="153" y="21"/>
                    <a:pt x="119" y="21"/>
                  </a:cubicBezTo>
                  <a:close/>
                  <a:moveTo>
                    <a:pt x="113" y="305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4" y="289"/>
                  </a:lnTo>
                  <a:cubicBezTo>
                    <a:pt x="9" y="289"/>
                    <a:pt x="13" y="287"/>
                    <a:pt x="15" y="283"/>
                  </a:cubicBezTo>
                  <a:cubicBezTo>
                    <a:pt x="17" y="278"/>
                    <a:pt x="19" y="269"/>
                    <a:pt x="19" y="257"/>
                  </a:cubicBezTo>
                  <a:lnTo>
                    <a:pt x="19" y="51"/>
                  </a:lnTo>
                  <a:cubicBezTo>
                    <a:pt x="19" y="39"/>
                    <a:pt x="17" y="30"/>
                    <a:pt x="15" y="25"/>
                  </a:cubicBezTo>
                  <a:cubicBezTo>
                    <a:pt x="13" y="21"/>
                    <a:pt x="9" y="19"/>
                    <a:pt x="4" y="19"/>
                  </a:cubicBezTo>
                  <a:lnTo>
                    <a:pt x="0" y="19"/>
                  </a:lnTo>
                  <a:lnTo>
                    <a:pt x="0" y="3"/>
                  </a:lnTo>
                  <a:lnTo>
                    <a:pt x="69" y="1"/>
                  </a:lnTo>
                  <a:cubicBezTo>
                    <a:pt x="74" y="1"/>
                    <a:pt x="79" y="0"/>
                    <a:pt x="84" y="0"/>
                  </a:cubicBezTo>
                  <a:cubicBezTo>
                    <a:pt x="89" y="0"/>
                    <a:pt x="95" y="0"/>
                    <a:pt x="102" y="0"/>
                  </a:cubicBezTo>
                  <a:cubicBezTo>
                    <a:pt x="124" y="0"/>
                    <a:pt x="142" y="2"/>
                    <a:pt x="156" y="4"/>
                  </a:cubicBezTo>
                  <a:cubicBezTo>
                    <a:pt x="170" y="7"/>
                    <a:pt x="183" y="11"/>
                    <a:pt x="194" y="17"/>
                  </a:cubicBezTo>
                  <a:cubicBezTo>
                    <a:pt x="218" y="29"/>
                    <a:pt x="238" y="48"/>
                    <a:pt x="252" y="74"/>
                  </a:cubicBezTo>
                  <a:cubicBezTo>
                    <a:pt x="266" y="99"/>
                    <a:pt x="273" y="127"/>
                    <a:pt x="273" y="158"/>
                  </a:cubicBezTo>
                  <a:cubicBezTo>
                    <a:pt x="273" y="204"/>
                    <a:pt x="259" y="240"/>
                    <a:pt x="230" y="266"/>
                  </a:cubicBezTo>
                  <a:cubicBezTo>
                    <a:pt x="202" y="292"/>
                    <a:pt x="163" y="305"/>
                    <a:pt x="113" y="305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1" name="Freeform 98"/>
            <p:cNvSpPr>
              <a:spLocks/>
            </p:cNvSpPr>
            <p:nvPr/>
          </p:nvSpPr>
          <p:spPr bwMode="auto">
            <a:xfrm>
              <a:off x="1411704" y="5264047"/>
              <a:ext cx="136631" cy="172949"/>
            </a:xfrm>
            <a:custGeom>
              <a:avLst/>
              <a:gdLst>
                <a:gd name="T0" fmla="*/ 220 w 239"/>
                <a:gd name="T1" fmla="*/ 302 h 302"/>
                <a:gd name="T2" fmla="*/ 0 w 239"/>
                <a:gd name="T3" fmla="*/ 302 h 302"/>
                <a:gd name="T4" fmla="*/ 0 w 239"/>
                <a:gd name="T5" fmla="*/ 286 h 302"/>
                <a:gd name="T6" fmla="*/ 4 w 239"/>
                <a:gd name="T7" fmla="*/ 286 h 302"/>
                <a:gd name="T8" fmla="*/ 15 w 239"/>
                <a:gd name="T9" fmla="*/ 280 h 302"/>
                <a:gd name="T10" fmla="*/ 19 w 239"/>
                <a:gd name="T11" fmla="*/ 254 h 302"/>
                <a:gd name="T12" fmla="*/ 19 w 239"/>
                <a:gd name="T13" fmla="*/ 48 h 302"/>
                <a:gd name="T14" fmla="*/ 15 w 239"/>
                <a:gd name="T15" fmla="*/ 22 h 302"/>
                <a:gd name="T16" fmla="*/ 4 w 239"/>
                <a:gd name="T17" fmla="*/ 16 h 302"/>
                <a:gd name="T18" fmla="*/ 0 w 239"/>
                <a:gd name="T19" fmla="*/ 16 h 302"/>
                <a:gd name="T20" fmla="*/ 0 w 239"/>
                <a:gd name="T21" fmla="*/ 0 h 302"/>
                <a:gd name="T22" fmla="*/ 213 w 239"/>
                <a:gd name="T23" fmla="*/ 0 h 302"/>
                <a:gd name="T24" fmla="*/ 219 w 239"/>
                <a:gd name="T25" fmla="*/ 65 h 302"/>
                <a:gd name="T26" fmla="*/ 203 w 239"/>
                <a:gd name="T27" fmla="*/ 67 h 302"/>
                <a:gd name="T28" fmla="*/ 202 w 239"/>
                <a:gd name="T29" fmla="*/ 64 h 302"/>
                <a:gd name="T30" fmla="*/ 177 w 239"/>
                <a:gd name="T31" fmla="*/ 31 h 302"/>
                <a:gd name="T32" fmla="*/ 108 w 239"/>
                <a:gd name="T33" fmla="*/ 22 h 302"/>
                <a:gd name="T34" fmla="*/ 96 w 239"/>
                <a:gd name="T35" fmla="*/ 22 h 302"/>
                <a:gd name="T36" fmla="*/ 72 w 239"/>
                <a:gd name="T37" fmla="*/ 25 h 302"/>
                <a:gd name="T38" fmla="*/ 69 w 239"/>
                <a:gd name="T39" fmla="*/ 41 h 302"/>
                <a:gd name="T40" fmla="*/ 69 w 239"/>
                <a:gd name="T41" fmla="*/ 121 h 302"/>
                <a:gd name="T42" fmla="*/ 107 w 239"/>
                <a:gd name="T43" fmla="*/ 121 h 302"/>
                <a:gd name="T44" fmla="*/ 153 w 239"/>
                <a:gd name="T45" fmla="*/ 115 h 302"/>
                <a:gd name="T46" fmla="*/ 169 w 239"/>
                <a:gd name="T47" fmla="*/ 95 h 302"/>
                <a:gd name="T48" fmla="*/ 170 w 239"/>
                <a:gd name="T49" fmla="*/ 92 h 302"/>
                <a:gd name="T50" fmla="*/ 184 w 239"/>
                <a:gd name="T51" fmla="*/ 92 h 302"/>
                <a:gd name="T52" fmla="*/ 184 w 239"/>
                <a:gd name="T53" fmla="*/ 171 h 302"/>
                <a:gd name="T54" fmla="*/ 170 w 239"/>
                <a:gd name="T55" fmla="*/ 171 h 302"/>
                <a:gd name="T56" fmla="*/ 169 w 239"/>
                <a:gd name="T57" fmla="*/ 168 h 302"/>
                <a:gd name="T58" fmla="*/ 155 w 239"/>
                <a:gd name="T59" fmla="*/ 149 h 302"/>
                <a:gd name="T60" fmla="*/ 113 w 239"/>
                <a:gd name="T61" fmla="*/ 143 h 302"/>
                <a:gd name="T62" fmla="*/ 69 w 239"/>
                <a:gd name="T63" fmla="*/ 143 h 302"/>
                <a:gd name="T64" fmla="*/ 69 w 239"/>
                <a:gd name="T65" fmla="*/ 256 h 302"/>
                <a:gd name="T66" fmla="*/ 73 w 239"/>
                <a:gd name="T67" fmla="*/ 276 h 302"/>
                <a:gd name="T68" fmla="*/ 104 w 239"/>
                <a:gd name="T69" fmla="*/ 280 h 302"/>
                <a:gd name="T70" fmla="*/ 150 w 239"/>
                <a:gd name="T71" fmla="*/ 279 h 302"/>
                <a:gd name="T72" fmla="*/ 173 w 239"/>
                <a:gd name="T73" fmla="*/ 274 h 302"/>
                <a:gd name="T74" fmla="*/ 197 w 239"/>
                <a:gd name="T75" fmla="*/ 260 h 302"/>
                <a:gd name="T76" fmla="*/ 222 w 239"/>
                <a:gd name="T77" fmla="*/ 231 h 302"/>
                <a:gd name="T78" fmla="*/ 224 w 239"/>
                <a:gd name="T79" fmla="*/ 228 h 302"/>
                <a:gd name="T80" fmla="*/ 239 w 239"/>
                <a:gd name="T81" fmla="*/ 236 h 302"/>
                <a:gd name="T82" fmla="*/ 220 w 239"/>
                <a:gd name="T83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9" h="302">
                  <a:moveTo>
                    <a:pt x="220" y="302"/>
                  </a:moveTo>
                  <a:lnTo>
                    <a:pt x="0" y="302"/>
                  </a:lnTo>
                  <a:lnTo>
                    <a:pt x="0" y="286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7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7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9" y="65"/>
                  </a:lnTo>
                  <a:lnTo>
                    <a:pt x="203" y="67"/>
                  </a:lnTo>
                  <a:lnTo>
                    <a:pt x="202" y="64"/>
                  </a:lnTo>
                  <a:cubicBezTo>
                    <a:pt x="196" y="48"/>
                    <a:pt x="188" y="37"/>
                    <a:pt x="177" y="31"/>
                  </a:cubicBezTo>
                  <a:cubicBezTo>
                    <a:pt x="165" y="25"/>
                    <a:pt x="142" y="22"/>
                    <a:pt x="108" y="22"/>
                  </a:cubicBezTo>
                  <a:lnTo>
                    <a:pt x="96" y="22"/>
                  </a:lnTo>
                  <a:cubicBezTo>
                    <a:pt x="77" y="22"/>
                    <a:pt x="73" y="24"/>
                    <a:pt x="72" y="25"/>
                  </a:cubicBezTo>
                  <a:cubicBezTo>
                    <a:pt x="71" y="26"/>
                    <a:pt x="69" y="29"/>
                    <a:pt x="69" y="41"/>
                  </a:cubicBezTo>
                  <a:lnTo>
                    <a:pt x="69" y="121"/>
                  </a:lnTo>
                  <a:lnTo>
                    <a:pt x="107" y="121"/>
                  </a:lnTo>
                  <a:cubicBezTo>
                    <a:pt x="129" y="121"/>
                    <a:pt x="144" y="119"/>
                    <a:pt x="153" y="115"/>
                  </a:cubicBezTo>
                  <a:cubicBezTo>
                    <a:pt x="161" y="111"/>
                    <a:pt x="166" y="105"/>
                    <a:pt x="169" y="95"/>
                  </a:cubicBezTo>
                  <a:lnTo>
                    <a:pt x="170" y="92"/>
                  </a:lnTo>
                  <a:lnTo>
                    <a:pt x="184" y="92"/>
                  </a:lnTo>
                  <a:lnTo>
                    <a:pt x="184" y="171"/>
                  </a:lnTo>
                  <a:lnTo>
                    <a:pt x="170" y="171"/>
                  </a:lnTo>
                  <a:lnTo>
                    <a:pt x="169" y="168"/>
                  </a:lnTo>
                  <a:cubicBezTo>
                    <a:pt x="166" y="159"/>
                    <a:pt x="161" y="152"/>
                    <a:pt x="155" y="149"/>
                  </a:cubicBezTo>
                  <a:cubicBezTo>
                    <a:pt x="150" y="146"/>
                    <a:pt x="139" y="143"/>
                    <a:pt x="113" y="143"/>
                  </a:cubicBezTo>
                  <a:lnTo>
                    <a:pt x="69" y="143"/>
                  </a:lnTo>
                  <a:lnTo>
                    <a:pt x="69" y="256"/>
                  </a:lnTo>
                  <a:cubicBezTo>
                    <a:pt x="69" y="271"/>
                    <a:pt x="72" y="275"/>
                    <a:pt x="73" y="276"/>
                  </a:cubicBezTo>
                  <a:cubicBezTo>
                    <a:pt x="75" y="278"/>
                    <a:pt x="82" y="280"/>
                    <a:pt x="104" y="280"/>
                  </a:cubicBezTo>
                  <a:cubicBezTo>
                    <a:pt x="126" y="280"/>
                    <a:pt x="141" y="280"/>
                    <a:pt x="150" y="279"/>
                  </a:cubicBezTo>
                  <a:cubicBezTo>
                    <a:pt x="159" y="278"/>
                    <a:pt x="167" y="276"/>
                    <a:pt x="173" y="274"/>
                  </a:cubicBezTo>
                  <a:cubicBezTo>
                    <a:pt x="181" y="271"/>
                    <a:pt x="190" y="267"/>
                    <a:pt x="197" y="260"/>
                  </a:cubicBezTo>
                  <a:cubicBezTo>
                    <a:pt x="205" y="253"/>
                    <a:pt x="213" y="244"/>
                    <a:pt x="222" y="231"/>
                  </a:cubicBezTo>
                  <a:lnTo>
                    <a:pt x="224" y="228"/>
                  </a:lnTo>
                  <a:lnTo>
                    <a:pt x="239" y="236"/>
                  </a:lnTo>
                  <a:lnTo>
                    <a:pt x="220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2" name="Freeform 99"/>
            <p:cNvSpPr>
              <a:spLocks/>
            </p:cNvSpPr>
            <p:nvPr/>
          </p:nvSpPr>
          <p:spPr bwMode="auto">
            <a:xfrm>
              <a:off x="1560441" y="5264047"/>
              <a:ext cx="126254" cy="172949"/>
            </a:xfrm>
            <a:custGeom>
              <a:avLst/>
              <a:gdLst>
                <a:gd name="T0" fmla="*/ 206 w 223"/>
                <a:gd name="T1" fmla="*/ 302 h 302"/>
                <a:gd name="T2" fmla="*/ 0 w 223"/>
                <a:gd name="T3" fmla="*/ 302 h 302"/>
                <a:gd name="T4" fmla="*/ 0 w 223"/>
                <a:gd name="T5" fmla="*/ 287 h 302"/>
                <a:gd name="T6" fmla="*/ 4 w 223"/>
                <a:gd name="T7" fmla="*/ 286 h 302"/>
                <a:gd name="T8" fmla="*/ 15 w 223"/>
                <a:gd name="T9" fmla="*/ 280 h 302"/>
                <a:gd name="T10" fmla="*/ 19 w 223"/>
                <a:gd name="T11" fmla="*/ 254 h 302"/>
                <a:gd name="T12" fmla="*/ 19 w 223"/>
                <a:gd name="T13" fmla="*/ 48 h 302"/>
                <a:gd name="T14" fmla="*/ 15 w 223"/>
                <a:gd name="T15" fmla="*/ 22 h 302"/>
                <a:gd name="T16" fmla="*/ 4 w 223"/>
                <a:gd name="T17" fmla="*/ 16 h 302"/>
                <a:gd name="T18" fmla="*/ 0 w 223"/>
                <a:gd name="T19" fmla="*/ 16 h 302"/>
                <a:gd name="T20" fmla="*/ 0 w 223"/>
                <a:gd name="T21" fmla="*/ 0 h 302"/>
                <a:gd name="T22" fmla="*/ 88 w 223"/>
                <a:gd name="T23" fmla="*/ 0 h 302"/>
                <a:gd name="T24" fmla="*/ 88 w 223"/>
                <a:gd name="T25" fmla="*/ 16 h 302"/>
                <a:gd name="T26" fmla="*/ 84 w 223"/>
                <a:gd name="T27" fmla="*/ 16 h 302"/>
                <a:gd name="T28" fmla="*/ 74 w 223"/>
                <a:gd name="T29" fmla="*/ 22 h 302"/>
                <a:gd name="T30" fmla="*/ 70 w 223"/>
                <a:gd name="T31" fmla="*/ 48 h 302"/>
                <a:gd name="T32" fmla="*/ 70 w 223"/>
                <a:gd name="T33" fmla="*/ 256 h 302"/>
                <a:gd name="T34" fmla="*/ 74 w 223"/>
                <a:gd name="T35" fmla="*/ 276 h 302"/>
                <a:gd name="T36" fmla="*/ 99 w 223"/>
                <a:gd name="T37" fmla="*/ 280 h 302"/>
                <a:gd name="T38" fmla="*/ 145 w 223"/>
                <a:gd name="T39" fmla="*/ 277 h 302"/>
                <a:gd name="T40" fmla="*/ 171 w 223"/>
                <a:gd name="T41" fmla="*/ 268 h 302"/>
                <a:gd name="T42" fmla="*/ 187 w 223"/>
                <a:gd name="T43" fmla="*/ 255 h 302"/>
                <a:gd name="T44" fmla="*/ 206 w 223"/>
                <a:gd name="T45" fmla="*/ 231 h 302"/>
                <a:gd name="T46" fmla="*/ 207 w 223"/>
                <a:gd name="T47" fmla="*/ 229 h 302"/>
                <a:gd name="T48" fmla="*/ 223 w 223"/>
                <a:gd name="T49" fmla="*/ 234 h 302"/>
                <a:gd name="T50" fmla="*/ 206 w 223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3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8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8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6" y="18"/>
                    <a:pt x="74" y="22"/>
                  </a:cubicBezTo>
                  <a:cubicBezTo>
                    <a:pt x="71" y="27"/>
                    <a:pt x="70" y="36"/>
                    <a:pt x="70" y="48"/>
                  </a:cubicBezTo>
                  <a:lnTo>
                    <a:pt x="70" y="256"/>
                  </a:lnTo>
                  <a:cubicBezTo>
                    <a:pt x="70" y="271"/>
                    <a:pt x="73" y="275"/>
                    <a:pt x="74" y="276"/>
                  </a:cubicBezTo>
                  <a:cubicBezTo>
                    <a:pt x="76" y="277"/>
                    <a:pt x="82" y="280"/>
                    <a:pt x="99" y="280"/>
                  </a:cubicBezTo>
                  <a:cubicBezTo>
                    <a:pt x="120" y="280"/>
                    <a:pt x="136" y="279"/>
                    <a:pt x="145" y="277"/>
                  </a:cubicBezTo>
                  <a:cubicBezTo>
                    <a:pt x="155" y="275"/>
                    <a:pt x="163" y="272"/>
                    <a:pt x="171" y="268"/>
                  </a:cubicBezTo>
                  <a:cubicBezTo>
                    <a:pt x="176" y="265"/>
                    <a:pt x="181" y="260"/>
                    <a:pt x="187" y="255"/>
                  </a:cubicBezTo>
                  <a:cubicBezTo>
                    <a:pt x="192" y="249"/>
                    <a:pt x="199" y="241"/>
                    <a:pt x="206" y="231"/>
                  </a:cubicBezTo>
                  <a:lnTo>
                    <a:pt x="207" y="229"/>
                  </a:lnTo>
                  <a:lnTo>
                    <a:pt x="223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3" name="Freeform 100"/>
            <p:cNvSpPr>
              <a:spLocks/>
            </p:cNvSpPr>
            <p:nvPr/>
          </p:nvSpPr>
          <p:spPr bwMode="auto">
            <a:xfrm>
              <a:off x="1698799" y="5264047"/>
              <a:ext cx="126254" cy="172949"/>
            </a:xfrm>
            <a:custGeom>
              <a:avLst/>
              <a:gdLst>
                <a:gd name="T0" fmla="*/ 206 w 222"/>
                <a:gd name="T1" fmla="*/ 302 h 302"/>
                <a:gd name="T2" fmla="*/ 0 w 222"/>
                <a:gd name="T3" fmla="*/ 302 h 302"/>
                <a:gd name="T4" fmla="*/ 0 w 222"/>
                <a:gd name="T5" fmla="*/ 287 h 302"/>
                <a:gd name="T6" fmla="*/ 3 w 222"/>
                <a:gd name="T7" fmla="*/ 286 h 302"/>
                <a:gd name="T8" fmla="*/ 14 w 222"/>
                <a:gd name="T9" fmla="*/ 280 h 302"/>
                <a:gd name="T10" fmla="*/ 18 w 222"/>
                <a:gd name="T11" fmla="*/ 254 h 302"/>
                <a:gd name="T12" fmla="*/ 18 w 222"/>
                <a:gd name="T13" fmla="*/ 48 h 302"/>
                <a:gd name="T14" fmla="*/ 14 w 222"/>
                <a:gd name="T15" fmla="*/ 22 h 302"/>
                <a:gd name="T16" fmla="*/ 4 w 222"/>
                <a:gd name="T17" fmla="*/ 16 h 302"/>
                <a:gd name="T18" fmla="*/ 0 w 222"/>
                <a:gd name="T19" fmla="*/ 16 h 302"/>
                <a:gd name="T20" fmla="*/ 0 w 222"/>
                <a:gd name="T21" fmla="*/ 0 h 302"/>
                <a:gd name="T22" fmla="*/ 88 w 222"/>
                <a:gd name="T23" fmla="*/ 0 h 302"/>
                <a:gd name="T24" fmla="*/ 88 w 222"/>
                <a:gd name="T25" fmla="*/ 16 h 302"/>
                <a:gd name="T26" fmla="*/ 84 w 222"/>
                <a:gd name="T27" fmla="*/ 16 h 302"/>
                <a:gd name="T28" fmla="*/ 73 w 222"/>
                <a:gd name="T29" fmla="*/ 22 h 302"/>
                <a:gd name="T30" fmla="*/ 69 w 222"/>
                <a:gd name="T31" fmla="*/ 48 h 302"/>
                <a:gd name="T32" fmla="*/ 69 w 222"/>
                <a:gd name="T33" fmla="*/ 256 h 302"/>
                <a:gd name="T34" fmla="*/ 73 w 222"/>
                <a:gd name="T35" fmla="*/ 276 h 302"/>
                <a:gd name="T36" fmla="*/ 99 w 222"/>
                <a:gd name="T37" fmla="*/ 280 h 302"/>
                <a:gd name="T38" fmla="*/ 145 w 222"/>
                <a:gd name="T39" fmla="*/ 277 h 302"/>
                <a:gd name="T40" fmla="*/ 170 w 222"/>
                <a:gd name="T41" fmla="*/ 268 h 302"/>
                <a:gd name="T42" fmla="*/ 186 w 222"/>
                <a:gd name="T43" fmla="*/ 255 h 302"/>
                <a:gd name="T44" fmla="*/ 205 w 222"/>
                <a:gd name="T45" fmla="*/ 231 h 302"/>
                <a:gd name="T46" fmla="*/ 207 w 222"/>
                <a:gd name="T47" fmla="*/ 229 h 302"/>
                <a:gd name="T48" fmla="*/ 222 w 222"/>
                <a:gd name="T49" fmla="*/ 234 h 302"/>
                <a:gd name="T50" fmla="*/ 206 w 222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2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3" y="286"/>
                  </a:lnTo>
                  <a:cubicBezTo>
                    <a:pt x="9" y="286"/>
                    <a:pt x="12" y="284"/>
                    <a:pt x="14" y="280"/>
                  </a:cubicBezTo>
                  <a:cubicBezTo>
                    <a:pt x="17" y="275"/>
                    <a:pt x="18" y="266"/>
                    <a:pt x="18" y="254"/>
                  </a:cubicBezTo>
                  <a:lnTo>
                    <a:pt x="18" y="48"/>
                  </a:lnTo>
                  <a:cubicBezTo>
                    <a:pt x="18" y="36"/>
                    <a:pt x="17" y="27"/>
                    <a:pt x="14" y="22"/>
                  </a:cubicBezTo>
                  <a:cubicBezTo>
                    <a:pt x="12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5" y="18"/>
                    <a:pt x="73" y="22"/>
                  </a:cubicBezTo>
                  <a:cubicBezTo>
                    <a:pt x="70" y="27"/>
                    <a:pt x="69" y="36"/>
                    <a:pt x="69" y="48"/>
                  </a:cubicBezTo>
                  <a:lnTo>
                    <a:pt x="69" y="256"/>
                  </a:lnTo>
                  <a:cubicBezTo>
                    <a:pt x="69" y="271"/>
                    <a:pt x="72" y="275"/>
                    <a:pt x="73" y="276"/>
                  </a:cubicBezTo>
                  <a:cubicBezTo>
                    <a:pt x="75" y="277"/>
                    <a:pt x="81" y="280"/>
                    <a:pt x="99" y="280"/>
                  </a:cubicBezTo>
                  <a:cubicBezTo>
                    <a:pt x="119" y="280"/>
                    <a:pt x="135" y="279"/>
                    <a:pt x="145" y="277"/>
                  </a:cubicBezTo>
                  <a:cubicBezTo>
                    <a:pt x="154" y="275"/>
                    <a:pt x="163" y="272"/>
                    <a:pt x="170" y="268"/>
                  </a:cubicBezTo>
                  <a:cubicBezTo>
                    <a:pt x="175" y="265"/>
                    <a:pt x="181" y="260"/>
                    <a:pt x="186" y="255"/>
                  </a:cubicBezTo>
                  <a:cubicBezTo>
                    <a:pt x="192" y="249"/>
                    <a:pt x="198" y="241"/>
                    <a:pt x="205" y="231"/>
                  </a:cubicBezTo>
                  <a:lnTo>
                    <a:pt x="207" y="229"/>
                  </a:lnTo>
                  <a:lnTo>
                    <a:pt x="222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4" name="Freeform 101"/>
            <p:cNvSpPr>
              <a:spLocks noEditPoints="1"/>
            </p:cNvSpPr>
            <p:nvPr/>
          </p:nvSpPr>
          <p:spPr bwMode="auto">
            <a:xfrm>
              <a:off x="1828512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3 w 264"/>
                <a:gd name="T3" fmla="*/ 191 h 309"/>
                <a:gd name="T4" fmla="*/ 124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7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5 w 264"/>
                <a:gd name="T25" fmla="*/ 214 h 309"/>
                <a:gd name="T26" fmla="*/ 63 w 264"/>
                <a:gd name="T27" fmla="*/ 250 h 309"/>
                <a:gd name="T28" fmla="*/ 61 w 264"/>
                <a:gd name="T29" fmla="*/ 261 h 309"/>
                <a:gd name="T30" fmla="*/ 60 w 264"/>
                <a:gd name="T31" fmla="*/ 270 h 309"/>
                <a:gd name="T32" fmla="*/ 64 w 264"/>
                <a:gd name="T33" fmla="*/ 286 h 309"/>
                <a:gd name="T34" fmla="*/ 77 w 264"/>
                <a:gd name="T35" fmla="*/ 293 h 309"/>
                <a:gd name="T36" fmla="*/ 80 w 264"/>
                <a:gd name="T37" fmla="*/ 294 h 309"/>
                <a:gd name="T38" fmla="*/ 80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6 w 264"/>
                <a:gd name="T47" fmla="*/ 275 h 309"/>
                <a:gd name="T48" fmla="*/ 46 w 264"/>
                <a:gd name="T49" fmla="*/ 229 h 309"/>
                <a:gd name="T50" fmla="*/ 121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5 w 264"/>
                <a:gd name="T57" fmla="*/ 254 h 309"/>
                <a:gd name="T58" fmla="*/ 248 w 264"/>
                <a:gd name="T59" fmla="*/ 285 h 309"/>
                <a:gd name="T60" fmla="*/ 259 w 264"/>
                <a:gd name="T61" fmla="*/ 293 h 309"/>
                <a:gd name="T62" fmla="*/ 263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3" y="191"/>
                  </a:lnTo>
                  <a:lnTo>
                    <a:pt x="124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2" y="293"/>
                    <a:pt x="185" y="291"/>
                    <a:pt x="187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89" y="277"/>
                    <a:pt x="187" y="268"/>
                  </a:cubicBezTo>
                  <a:lnTo>
                    <a:pt x="170" y="214"/>
                  </a:lnTo>
                  <a:lnTo>
                    <a:pt x="75" y="214"/>
                  </a:lnTo>
                  <a:lnTo>
                    <a:pt x="63" y="250"/>
                  </a:lnTo>
                  <a:cubicBezTo>
                    <a:pt x="62" y="254"/>
                    <a:pt x="61" y="257"/>
                    <a:pt x="61" y="261"/>
                  </a:cubicBezTo>
                  <a:cubicBezTo>
                    <a:pt x="60" y="264"/>
                    <a:pt x="60" y="267"/>
                    <a:pt x="60" y="270"/>
                  </a:cubicBezTo>
                  <a:cubicBezTo>
                    <a:pt x="60" y="277"/>
                    <a:pt x="61" y="282"/>
                    <a:pt x="64" y="286"/>
                  </a:cubicBezTo>
                  <a:cubicBezTo>
                    <a:pt x="67" y="290"/>
                    <a:pt x="71" y="292"/>
                    <a:pt x="77" y="293"/>
                  </a:cubicBezTo>
                  <a:lnTo>
                    <a:pt x="80" y="294"/>
                  </a:lnTo>
                  <a:lnTo>
                    <a:pt x="80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6" y="275"/>
                  </a:cubicBezTo>
                  <a:cubicBezTo>
                    <a:pt x="33" y="266"/>
                    <a:pt x="39" y="251"/>
                    <a:pt x="46" y="229"/>
                  </a:cubicBezTo>
                  <a:lnTo>
                    <a:pt x="121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5" y="254"/>
                  </a:lnTo>
                  <a:cubicBezTo>
                    <a:pt x="240" y="268"/>
                    <a:pt x="244" y="278"/>
                    <a:pt x="248" y="285"/>
                  </a:cubicBezTo>
                  <a:cubicBezTo>
                    <a:pt x="252" y="290"/>
                    <a:pt x="256" y="293"/>
                    <a:pt x="259" y="293"/>
                  </a:cubicBezTo>
                  <a:lnTo>
                    <a:pt x="263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5" name="Freeform 102"/>
            <p:cNvSpPr>
              <a:spLocks/>
            </p:cNvSpPr>
            <p:nvPr/>
          </p:nvSpPr>
          <p:spPr bwMode="auto">
            <a:xfrm>
              <a:off x="2055075" y="5257128"/>
              <a:ext cx="148736" cy="183327"/>
            </a:xfrm>
            <a:custGeom>
              <a:avLst/>
              <a:gdLst>
                <a:gd name="T0" fmla="*/ 135 w 259"/>
                <a:gd name="T1" fmla="*/ 319 h 319"/>
                <a:gd name="T2" fmla="*/ 37 w 259"/>
                <a:gd name="T3" fmla="*/ 278 h 319"/>
                <a:gd name="T4" fmla="*/ 0 w 259"/>
                <a:gd name="T5" fmla="*/ 170 h 319"/>
                <a:gd name="T6" fmla="*/ 14 w 259"/>
                <a:gd name="T7" fmla="*/ 93 h 319"/>
                <a:gd name="T8" fmla="*/ 55 w 259"/>
                <a:gd name="T9" fmla="*/ 33 h 319"/>
                <a:gd name="T10" fmla="*/ 93 w 259"/>
                <a:gd name="T11" fmla="*/ 11 h 319"/>
                <a:gd name="T12" fmla="*/ 190 w 259"/>
                <a:gd name="T13" fmla="*/ 12 h 319"/>
                <a:gd name="T14" fmla="*/ 243 w 259"/>
                <a:gd name="T15" fmla="*/ 39 h 319"/>
                <a:gd name="T16" fmla="*/ 246 w 259"/>
                <a:gd name="T17" fmla="*/ 40 h 319"/>
                <a:gd name="T18" fmla="*/ 228 w 259"/>
                <a:gd name="T19" fmla="*/ 96 h 319"/>
                <a:gd name="T20" fmla="*/ 213 w 259"/>
                <a:gd name="T21" fmla="*/ 94 h 319"/>
                <a:gd name="T22" fmla="*/ 212 w 259"/>
                <a:gd name="T23" fmla="*/ 92 h 319"/>
                <a:gd name="T24" fmla="*/ 181 w 259"/>
                <a:gd name="T25" fmla="*/ 41 h 319"/>
                <a:gd name="T26" fmla="*/ 132 w 259"/>
                <a:gd name="T27" fmla="*/ 24 h 319"/>
                <a:gd name="T28" fmla="*/ 72 w 259"/>
                <a:gd name="T29" fmla="*/ 56 h 319"/>
                <a:gd name="T30" fmla="*/ 49 w 259"/>
                <a:gd name="T31" fmla="*/ 146 h 319"/>
                <a:gd name="T32" fmla="*/ 78 w 259"/>
                <a:gd name="T33" fmla="*/ 248 h 319"/>
                <a:gd name="T34" fmla="*/ 153 w 259"/>
                <a:gd name="T35" fmla="*/ 287 h 319"/>
                <a:gd name="T36" fmla="*/ 202 w 259"/>
                <a:gd name="T37" fmla="*/ 274 h 319"/>
                <a:gd name="T38" fmla="*/ 243 w 259"/>
                <a:gd name="T39" fmla="*/ 234 h 319"/>
                <a:gd name="T40" fmla="*/ 245 w 259"/>
                <a:gd name="T41" fmla="*/ 231 h 319"/>
                <a:gd name="T42" fmla="*/ 259 w 259"/>
                <a:gd name="T43" fmla="*/ 241 h 319"/>
                <a:gd name="T44" fmla="*/ 257 w 259"/>
                <a:gd name="T45" fmla="*/ 244 h 319"/>
                <a:gd name="T46" fmla="*/ 204 w 259"/>
                <a:gd name="T47" fmla="*/ 301 h 319"/>
                <a:gd name="T48" fmla="*/ 135 w 259"/>
                <a:gd name="T49" fmla="*/ 31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9" h="319">
                  <a:moveTo>
                    <a:pt x="135" y="319"/>
                  </a:moveTo>
                  <a:cubicBezTo>
                    <a:pt x="95" y="319"/>
                    <a:pt x="62" y="305"/>
                    <a:pt x="37" y="278"/>
                  </a:cubicBezTo>
                  <a:cubicBezTo>
                    <a:pt x="12" y="251"/>
                    <a:pt x="0" y="214"/>
                    <a:pt x="0" y="170"/>
                  </a:cubicBezTo>
                  <a:cubicBezTo>
                    <a:pt x="0" y="142"/>
                    <a:pt x="5" y="116"/>
                    <a:pt x="14" y="93"/>
                  </a:cubicBezTo>
                  <a:cubicBezTo>
                    <a:pt x="23" y="70"/>
                    <a:pt x="37" y="50"/>
                    <a:pt x="55" y="33"/>
                  </a:cubicBezTo>
                  <a:cubicBezTo>
                    <a:pt x="66" y="24"/>
                    <a:pt x="78" y="16"/>
                    <a:pt x="93" y="11"/>
                  </a:cubicBezTo>
                  <a:cubicBezTo>
                    <a:pt x="123" y="1"/>
                    <a:pt x="156" y="0"/>
                    <a:pt x="190" y="12"/>
                  </a:cubicBezTo>
                  <a:cubicBezTo>
                    <a:pt x="207" y="18"/>
                    <a:pt x="225" y="27"/>
                    <a:pt x="243" y="39"/>
                  </a:cubicBezTo>
                  <a:lnTo>
                    <a:pt x="246" y="40"/>
                  </a:lnTo>
                  <a:lnTo>
                    <a:pt x="228" y="96"/>
                  </a:lnTo>
                  <a:lnTo>
                    <a:pt x="213" y="94"/>
                  </a:lnTo>
                  <a:lnTo>
                    <a:pt x="212" y="92"/>
                  </a:lnTo>
                  <a:cubicBezTo>
                    <a:pt x="205" y="69"/>
                    <a:pt x="194" y="52"/>
                    <a:pt x="181" y="41"/>
                  </a:cubicBezTo>
                  <a:cubicBezTo>
                    <a:pt x="167" y="30"/>
                    <a:pt x="151" y="24"/>
                    <a:pt x="132" y="24"/>
                  </a:cubicBezTo>
                  <a:cubicBezTo>
                    <a:pt x="107" y="24"/>
                    <a:pt x="87" y="34"/>
                    <a:pt x="72" y="56"/>
                  </a:cubicBezTo>
                  <a:cubicBezTo>
                    <a:pt x="57" y="79"/>
                    <a:pt x="49" y="109"/>
                    <a:pt x="49" y="146"/>
                  </a:cubicBezTo>
                  <a:cubicBezTo>
                    <a:pt x="49" y="187"/>
                    <a:pt x="59" y="222"/>
                    <a:pt x="78" y="248"/>
                  </a:cubicBezTo>
                  <a:cubicBezTo>
                    <a:pt x="98" y="274"/>
                    <a:pt x="123" y="287"/>
                    <a:pt x="153" y="287"/>
                  </a:cubicBezTo>
                  <a:cubicBezTo>
                    <a:pt x="171" y="287"/>
                    <a:pt x="187" y="283"/>
                    <a:pt x="202" y="274"/>
                  </a:cubicBezTo>
                  <a:cubicBezTo>
                    <a:pt x="216" y="266"/>
                    <a:pt x="230" y="252"/>
                    <a:pt x="243" y="234"/>
                  </a:cubicBezTo>
                  <a:lnTo>
                    <a:pt x="245" y="231"/>
                  </a:lnTo>
                  <a:lnTo>
                    <a:pt x="259" y="241"/>
                  </a:lnTo>
                  <a:lnTo>
                    <a:pt x="257" y="244"/>
                  </a:lnTo>
                  <a:cubicBezTo>
                    <a:pt x="242" y="270"/>
                    <a:pt x="224" y="289"/>
                    <a:pt x="204" y="301"/>
                  </a:cubicBezTo>
                  <a:cubicBezTo>
                    <a:pt x="185" y="313"/>
                    <a:pt x="161" y="319"/>
                    <a:pt x="135" y="319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6" name="Freeform 103"/>
            <p:cNvSpPr>
              <a:spLocks noEditPoints="1"/>
            </p:cNvSpPr>
            <p:nvPr/>
          </p:nvSpPr>
          <p:spPr bwMode="auto">
            <a:xfrm>
              <a:off x="2193435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80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2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9 h 309"/>
                <a:gd name="T50" fmla="*/ 122 w 264"/>
                <a:gd name="T51" fmla="*/ 0 h 309"/>
                <a:gd name="T52" fmla="*/ 154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80" y="293"/>
                  </a:lnTo>
                  <a:cubicBezTo>
                    <a:pt x="183" y="293"/>
                    <a:pt x="186" y="291"/>
                    <a:pt x="188" y="289"/>
                  </a:cubicBezTo>
                  <a:cubicBezTo>
                    <a:pt x="190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2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7"/>
                    <a:pt x="62" y="282"/>
                    <a:pt x="65" y="286"/>
                  </a:cubicBezTo>
                  <a:cubicBezTo>
                    <a:pt x="68" y="290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3" y="290"/>
                    <a:pt x="20" y="284"/>
                    <a:pt x="27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2" y="0"/>
                  </a:lnTo>
                  <a:lnTo>
                    <a:pt x="154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5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7" name="Freeform 104"/>
            <p:cNvSpPr>
              <a:spLocks/>
            </p:cNvSpPr>
            <p:nvPr/>
          </p:nvSpPr>
          <p:spPr bwMode="auto">
            <a:xfrm>
              <a:off x="2349090" y="5264047"/>
              <a:ext cx="127982" cy="172949"/>
            </a:xfrm>
            <a:custGeom>
              <a:avLst/>
              <a:gdLst>
                <a:gd name="T0" fmla="*/ 206 w 222"/>
                <a:gd name="T1" fmla="*/ 302 h 302"/>
                <a:gd name="T2" fmla="*/ 0 w 222"/>
                <a:gd name="T3" fmla="*/ 302 h 302"/>
                <a:gd name="T4" fmla="*/ 0 w 222"/>
                <a:gd name="T5" fmla="*/ 287 h 302"/>
                <a:gd name="T6" fmla="*/ 4 w 222"/>
                <a:gd name="T7" fmla="*/ 286 h 302"/>
                <a:gd name="T8" fmla="*/ 15 w 222"/>
                <a:gd name="T9" fmla="*/ 280 h 302"/>
                <a:gd name="T10" fmla="*/ 18 w 222"/>
                <a:gd name="T11" fmla="*/ 254 h 302"/>
                <a:gd name="T12" fmla="*/ 18 w 222"/>
                <a:gd name="T13" fmla="*/ 48 h 302"/>
                <a:gd name="T14" fmla="*/ 14 w 222"/>
                <a:gd name="T15" fmla="*/ 22 h 302"/>
                <a:gd name="T16" fmla="*/ 4 w 222"/>
                <a:gd name="T17" fmla="*/ 16 h 302"/>
                <a:gd name="T18" fmla="*/ 0 w 222"/>
                <a:gd name="T19" fmla="*/ 16 h 302"/>
                <a:gd name="T20" fmla="*/ 0 w 222"/>
                <a:gd name="T21" fmla="*/ 0 h 302"/>
                <a:gd name="T22" fmla="*/ 88 w 222"/>
                <a:gd name="T23" fmla="*/ 0 h 302"/>
                <a:gd name="T24" fmla="*/ 88 w 222"/>
                <a:gd name="T25" fmla="*/ 16 h 302"/>
                <a:gd name="T26" fmla="*/ 84 w 222"/>
                <a:gd name="T27" fmla="*/ 16 h 302"/>
                <a:gd name="T28" fmla="*/ 73 w 222"/>
                <a:gd name="T29" fmla="*/ 22 h 302"/>
                <a:gd name="T30" fmla="*/ 69 w 222"/>
                <a:gd name="T31" fmla="*/ 48 h 302"/>
                <a:gd name="T32" fmla="*/ 69 w 222"/>
                <a:gd name="T33" fmla="*/ 256 h 302"/>
                <a:gd name="T34" fmla="*/ 74 w 222"/>
                <a:gd name="T35" fmla="*/ 276 h 302"/>
                <a:gd name="T36" fmla="*/ 99 w 222"/>
                <a:gd name="T37" fmla="*/ 280 h 302"/>
                <a:gd name="T38" fmla="*/ 145 w 222"/>
                <a:gd name="T39" fmla="*/ 277 h 302"/>
                <a:gd name="T40" fmla="*/ 171 w 222"/>
                <a:gd name="T41" fmla="*/ 268 h 302"/>
                <a:gd name="T42" fmla="*/ 186 w 222"/>
                <a:gd name="T43" fmla="*/ 255 h 302"/>
                <a:gd name="T44" fmla="*/ 205 w 222"/>
                <a:gd name="T45" fmla="*/ 231 h 302"/>
                <a:gd name="T46" fmla="*/ 207 w 222"/>
                <a:gd name="T47" fmla="*/ 229 h 302"/>
                <a:gd name="T48" fmla="*/ 222 w 222"/>
                <a:gd name="T49" fmla="*/ 234 h 302"/>
                <a:gd name="T50" fmla="*/ 206 w 222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2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2" y="284"/>
                    <a:pt x="15" y="280"/>
                  </a:cubicBezTo>
                  <a:cubicBezTo>
                    <a:pt x="17" y="275"/>
                    <a:pt x="18" y="266"/>
                    <a:pt x="18" y="254"/>
                  </a:cubicBezTo>
                  <a:lnTo>
                    <a:pt x="18" y="48"/>
                  </a:lnTo>
                  <a:cubicBezTo>
                    <a:pt x="18" y="36"/>
                    <a:pt x="17" y="27"/>
                    <a:pt x="14" y="22"/>
                  </a:cubicBezTo>
                  <a:cubicBezTo>
                    <a:pt x="12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5" y="18"/>
                    <a:pt x="73" y="22"/>
                  </a:cubicBezTo>
                  <a:cubicBezTo>
                    <a:pt x="71" y="27"/>
                    <a:pt x="69" y="36"/>
                    <a:pt x="69" y="48"/>
                  </a:cubicBezTo>
                  <a:lnTo>
                    <a:pt x="69" y="256"/>
                  </a:lnTo>
                  <a:cubicBezTo>
                    <a:pt x="69" y="271"/>
                    <a:pt x="72" y="275"/>
                    <a:pt x="74" y="276"/>
                  </a:cubicBezTo>
                  <a:cubicBezTo>
                    <a:pt x="75" y="277"/>
                    <a:pt x="81" y="280"/>
                    <a:pt x="99" y="280"/>
                  </a:cubicBezTo>
                  <a:cubicBezTo>
                    <a:pt x="120" y="280"/>
                    <a:pt x="135" y="279"/>
                    <a:pt x="145" y="277"/>
                  </a:cubicBezTo>
                  <a:cubicBezTo>
                    <a:pt x="154" y="275"/>
                    <a:pt x="163" y="272"/>
                    <a:pt x="171" y="268"/>
                  </a:cubicBezTo>
                  <a:cubicBezTo>
                    <a:pt x="175" y="265"/>
                    <a:pt x="181" y="260"/>
                    <a:pt x="186" y="255"/>
                  </a:cubicBezTo>
                  <a:cubicBezTo>
                    <a:pt x="192" y="249"/>
                    <a:pt x="198" y="241"/>
                    <a:pt x="205" y="231"/>
                  </a:cubicBezTo>
                  <a:lnTo>
                    <a:pt x="207" y="229"/>
                  </a:lnTo>
                  <a:lnTo>
                    <a:pt x="222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8" name="Freeform 105"/>
            <p:cNvSpPr>
              <a:spLocks noEditPoints="1"/>
            </p:cNvSpPr>
            <p:nvPr/>
          </p:nvSpPr>
          <p:spPr bwMode="auto">
            <a:xfrm>
              <a:off x="2475343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3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7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1 w 264"/>
                <a:gd name="T29" fmla="*/ 261 h 309"/>
                <a:gd name="T30" fmla="*/ 60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0 w 264"/>
                <a:gd name="T37" fmla="*/ 294 h 309"/>
                <a:gd name="T38" fmla="*/ 80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6 w 264"/>
                <a:gd name="T47" fmla="*/ 275 h 309"/>
                <a:gd name="T48" fmla="*/ 47 w 264"/>
                <a:gd name="T49" fmla="*/ 229 h 309"/>
                <a:gd name="T50" fmla="*/ 121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3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3" y="293"/>
                    <a:pt x="185" y="291"/>
                    <a:pt x="187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1" y="261"/>
                  </a:cubicBezTo>
                  <a:cubicBezTo>
                    <a:pt x="61" y="264"/>
                    <a:pt x="60" y="267"/>
                    <a:pt x="60" y="270"/>
                  </a:cubicBezTo>
                  <a:cubicBezTo>
                    <a:pt x="60" y="277"/>
                    <a:pt x="62" y="282"/>
                    <a:pt x="65" y="286"/>
                  </a:cubicBezTo>
                  <a:cubicBezTo>
                    <a:pt x="67" y="290"/>
                    <a:pt x="71" y="292"/>
                    <a:pt x="77" y="293"/>
                  </a:cubicBezTo>
                  <a:lnTo>
                    <a:pt x="80" y="294"/>
                  </a:lnTo>
                  <a:lnTo>
                    <a:pt x="80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6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1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4" y="278"/>
                    <a:pt x="249" y="285"/>
                  </a:cubicBezTo>
                  <a:cubicBezTo>
                    <a:pt x="252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9" name="Freeform 106"/>
            <p:cNvSpPr>
              <a:spLocks noEditPoints="1"/>
            </p:cNvSpPr>
            <p:nvPr/>
          </p:nvSpPr>
          <p:spPr bwMode="auto">
            <a:xfrm>
              <a:off x="2629268" y="5262316"/>
              <a:ext cx="136631" cy="174678"/>
            </a:xfrm>
            <a:custGeom>
              <a:avLst/>
              <a:gdLst>
                <a:gd name="T0" fmla="*/ 69 w 240"/>
                <a:gd name="T1" fmla="*/ 134 h 305"/>
                <a:gd name="T2" fmla="*/ 91 w 240"/>
                <a:gd name="T3" fmla="*/ 134 h 305"/>
                <a:gd name="T4" fmla="*/ 161 w 240"/>
                <a:gd name="T5" fmla="*/ 120 h 305"/>
                <a:gd name="T6" fmla="*/ 180 w 240"/>
                <a:gd name="T7" fmla="*/ 78 h 305"/>
                <a:gd name="T8" fmla="*/ 162 w 240"/>
                <a:gd name="T9" fmla="*/ 36 h 305"/>
                <a:gd name="T10" fmla="*/ 109 w 240"/>
                <a:gd name="T11" fmla="*/ 21 h 305"/>
                <a:gd name="T12" fmla="*/ 76 w 240"/>
                <a:gd name="T13" fmla="*/ 26 h 305"/>
                <a:gd name="T14" fmla="*/ 69 w 240"/>
                <a:gd name="T15" fmla="*/ 51 h 305"/>
                <a:gd name="T16" fmla="*/ 69 w 240"/>
                <a:gd name="T17" fmla="*/ 134 h 305"/>
                <a:gd name="T18" fmla="*/ 69 w 240"/>
                <a:gd name="T19" fmla="*/ 154 h 305"/>
                <a:gd name="T20" fmla="*/ 69 w 240"/>
                <a:gd name="T21" fmla="*/ 258 h 305"/>
                <a:gd name="T22" fmla="*/ 75 w 240"/>
                <a:gd name="T23" fmla="*/ 280 h 305"/>
                <a:gd name="T24" fmla="*/ 107 w 240"/>
                <a:gd name="T25" fmla="*/ 285 h 305"/>
                <a:gd name="T26" fmla="*/ 170 w 240"/>
                <a:gd name="T27" fmla="*/ 269 h 305"/>
                <a:gd name="T28" fmla="*/ 189 w 240"/>
                <a:gd name="T29" fmla="*/ 220 h 305"/>
                <a:gd name="T30" fmla="*/ 171 w 240"/>
                <a:gd name="T31" fmla="*/ 170 h 305"/>
                <a:gd name="T32" fmla="*/ 111 w 240"/>
                <a:gd name="T33" fmla="*/ 154 h 305"/>
                <a:gd name="T34" fmla="*/ 69 w 240"/>
                <a:gd name="T35" fmla="*/ 154 h 305"/>
                <a:gd name="T36" fmla="*/ 113 w 240"/>
                <a:gd name="T37" fmla="*/ 305 h 305"/>
                <a:gd name="T38" fmla="*/ 0 w 240"/>
                <a:gd name="T39" fmla="*/ 305 h 305"/>
                <a:gd name="T40" fmla="*/ 0 w 240"/>
                <a:gd name="T41" fmla="*/ 289 h 305"/>
                <a:gd name="T42" fmla="*/ 4 w 240"/>
                <a:gd name="T43" fmla="*/ 289 h 305"/>
                <a:gd name="T44" fmla="*/ 15 w 240"/>
                <a:gd name="T45" fmla="*/ 283 h 305"/>
                <a:gd name="T46" fmla="*/ 19 w 240"/>
                <a:gd name="T47" fmla="*/ 257 h 305"/>
                <a:gd name="T48" fmla="*/ 19 w 240"/>
                <a:gd name="T49" fmla="*/ 51 h 305"/>
                <a:gd name="T50" fmla="*/ 15 w 240"/>
                <a:gd name="T51" fmla="*/ 25 h 305"/>
                <a:gd name="T52" fmla="*/ 4 w 240"/>
                <a:gd name="T53" fmla="*/ 19 h 305"/>
                <a:gd name="T54" fmla="*/ 0 w 240"/>
                <a:gd name="T55" fmla="*/ 19 h 305"/>
                <a:gd name="T56" fmla="*/ 0 w 240"/>
                <a:gd name="T57" fmla="*/ 3 h 305"/>
                <a:gd name="T58" fmla="*/ 69 w 240"/>
                <a:gd name="T59" fmla="*/ 1 h 305"/>
                <a:gd name="T60" fmla="*/ 92 w 240"/>
                <a:gd name="T61" fmla="*/ 1 h 305"/>
                <a:gd name="T62" fmla="*/ 105 w 240"/>
                <a:gd name="T63" fmla="*/ 0 h 305"/>
                <a:gd name="T64" fmla="*/ 194 w 240"/>
                <a:gd name="T65" fmla="*/ 22 h 305"/>
                <a:gd name="T66" fmla="*/ 229 w 240"/>
                <a:gd name="T67" fmla="*/ 78 h 305"/>
                <a:gd name="T68" fmla="*/ 209 w 240"/>
                <a:gd name="T69" fmla="*/ 121 h 305"/>
                <a:gd name="T70" fmla="*/ 168 w 240"/>
                <a:gd name="T71" fmla="*/ 143 h 305"/>
                <a:gd name="T72" fmla="*/ 216 w 240"/>
                <a:gd name="T73" fmla="*/ 169 h 305"/>
                <a:gd name="T74" fmla="*/ 240 w 240"/>
                <a:gd name="T75" fmla="*/ 224 h 305"/>
                <a:gd name="T76" fmla="*/ 207 w 240"/>
                <a:gd name="T77" fmla="*/ 285 h 305"/>
                <a:gd name="T78" fmla="*/ 113 w 240"/>
                <a:gd name="T79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0" h="305">
                  <a:moveTo>
                    <a:pt x="69" y="134"/>
                  </a:moveTo>
                  <a:lnTo>
                    <a:pt x="91" y="134"/>
                  </a:lnTo>
                  <a:cubicBezTo>
                    <a:pt x="124" y="134"/>
                    <a:pt x="147" y="129"/>
                    <a:pt x="161" y="120"/>
                  </a:cubicBezTo>
                  <a:cubicBezTo>
                    <a:pt x="174" y="112"/>
                    <a:pt x="180" y="98"/>
                    <a:pt x="180" y="78"/>
                  </a:cubicBezTo>
                  <a:cubicBezTo>
                    <a:pt x="180" y="60"/>
                    <a:pt x="174" y="46"/>
                    <a:pt x="162" y="36"/>
                  </a:cubicBezTo>
                  <a:cubicBezTo>
                    <a:pt x="150" y="26"/>
                    <a:pt x="132" y="21"/>
                    <a:pt x="109" y="21"/>
                  </a:cubicBezTo>
                  <a:cubicBezTo>
                    <a:pt x="88" y="21"/>
                    <a:pt x="79" y="24"/>
                    <a:pt x="76" y="26"/>
                  </a:cubicBezTo>
                  <a:cubicBezTo>
                    <a:pt x="71" y="29"/>
                    <a:pt x="69" y="38"/>
                    <a:pt x="69" y="51"/>
                  </a:cubicBezTo>
                  <a:lnTo>
                    <a:pt x="69" y="134"/>
                  </a:lnTo>
                  <a:close/>
                  <a:moveTo>
                    <a:pt x="69" y="154"/>
                  </a:moveTo>
                  <a:lnTo>
                    <a:pt x="69" y="258"/>
                  </a:lnTo>
                  <a:cubicBezTo>
                    <a:pt x="69" y="274"/>
                    <a:pt x="73" y="279"/>
                    <a:pt x="75" y="280"/>
                  </a:cubicBezTo>
                  <a:cubicBezTo>
                    <a:pt x="77" y="282"/>
                    <a:pt x="84" y="285"/>
                    <a:pt x="107" y="285"/>
                  </a:cubicBezTo>
                  <a:cubicBezTo>
                    <a:pt x="136" y="285"/>
                    <a:pt x="157" y="279"/>
                    <a:pt x="170" y="269"/>
                  </a:cubicBezTo>
                  <a:cubicBezTo>
                    <a:pt x="183" y="258"/>
                    <a:pt x="189" y="242"/>
                    <a:pt x="189" y="220"/>
                  </a:cubicBezTo>
                  <a:cubicBezTo>
                    <a:pt x="189" y="198"/>
                    <a:pt x="183" y="181"/>
                    <a:pt x="171" y="170"/>
                  </a:cubicBezTo>
                  <a:cubicBezTo>
                    <a:pt x="158" y="160"/>
                    <a:pt x="138" y="154"/>
                    <a:pt x="111" y="154"/>
                  </a:cubicBezTo>
                  <a:lnTo>
                    <a:pt x="69" y="154"/>
                  </a:lnTo>
                  <a:close/>
                  <a:moveTo>
                    <a:pt x="113" y="305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4" y="289"/>
                  </a:lnTo>
                  <a:cubicBezTo>
                    <a:pt x="10" y="289"/>
                    <a:pt x="13" y="287"/>
                    <a:pt x="15" y="283"/>
                  </a:cubicBezTo>
                  <a:cubicBezTo>
                    <a:pt x="18" y="278"/>
                    <a:pt x="19" y="269"/>
                    <a:pt x="19" y="257"/>
                  </a:cubicBezTo>
                  <a:lnTo>
                    <a:pt x="19" y="51"/>
                  </a:lnTo>
                  <a:cubicBezTo>
                    <a:pt x="19" y="39"/>
                    <a:pt x="18" y="30"/>
                    <a:pt x="15" y="25"/>
                  </a:cubicBezTo>
                  <a:cubicBezTo>
                    <a:pt x="13" y="21"/>
                    <a:pt x="10" y="19"/>
                    <a:pt x="4" y="19"/>
                  </a:cubicBezTo>
                  <a:lnTo>
                    <a:pt x="0" y="19"/>
                  </a:lnTo>
                  <a:lnTo>
                    <a:pt x="0" y="3"/>
                  </a:lnTo>
                  <a:lnTo>
                    <a:pt x="69" y="1"/>
                  </a:lnTo>
                  <a:cubicBezTo>
                    <a:pt x="76" y="1"/>
                    <a:pt x="84" y="1"/>
                    <a:pt x="92" y="1"/>
                  </a:cubicBezTo>
                  <a:cubicBezTo>
                    <a:pt x="100" y="0"/>
                    <a:pt x="105" y="0"/>
                    <a:pt x="105" y="0"/>
                  </a:cubicBezTo>
                  <a:cubicBezTo>
                    <a:pt x="141" y="0"/>
                    <a:pt x="171" y="7"/>
                    <a:pt x="194" y="22"/>
                  </a:cubicBezTo>
                  <a:cubicBezTo>
                    <a:pt x="217" y="36"/>
                    <a:pt x="229" y="55"/>
                    <a:pt x="229" y="78"/>
                  </a:cubicBezTo>
                  <a:cubicBezTo>
                    <a:pt x="229" y="95"/>
                    <a:pt x="222" y="110"/>
                    <a:pt x="209" y="121"/>
                  </a:cubicBezTo>
                  <a:cubicBezTo>
                    <a:pt x="199" y="130"/>
                    <a:pt x="185" y="138"/>
                    <a:pt x="168" y="143"/>
                  </a:cubicBezTo>
                  <a:cubicBezTo>
                    <a:pt x="187" y="149"/>
                    <a:pt x="204" y="158"/>
                    <a:pt x="216" y="169"/>
                  </a:cubicBezTo>
                  <a:cubicBezTo>
                    <a:pt x="232" y="185"/>
                    <a:pt x="240" y="203"/>
                    <a:pt x="240" y="224"/>
                  </a:cubicBezTo>
                  <a:cubicBezTo>
                    <a:pt x="240" y="250"/>
                    <a:pt x="229" y="271"/>
                    <a:pt x="207" y="285"/>
                  </a:cubicBezTo>
                  <a:cubicBezTo>
                    <a:pt x="185" y="298"/>
                    <a:pt x="154" y="305"/>
                    <a:pt x="113" y="305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70" name="Freeform 107"/>
            <p:cNvSpPr>
              <a:spLocks noEditPoints="1"/>
            </p:cNvSpPr>
            <p:nvPr/>
          </p:nvSpPr>
          <p:spPr bwMode="auto">
            <a:xfrm>
              <a:off x="2779734" y="5260587"/>
              <a:ext cx="141818" cy="197162"/>
            </a:xfrm>
            <a:custGeom>
              <a:avLst/>
              <a:gdLst>
                <a:gd name="T0" fmla="*/ 68 w 249"/>
                <a:gd name="T1" fmla="*/ 151 h 343"/>
                <a:gd name="T2" fmla="*/ 77 w 249"/>
                <a:gd name="T3" fmla="*/ 152 h 343"/>
                <a:gd name="T4" fmla="*/ 95 w 249"/>
                <a:gd name="T5" fmla="*/ 153 h 343"/>
                <a:gd name="T6" fmla="*/ 166 w 249"/>
                <a:gd name="T7" fmla="*/ 136 h 343"/>
                <a:gd name="T8" fmla="*/ 189 w 249"/>
                <a:gd name="T9" fmla="*/ 88 h 343"/>
                <a:gd name="T10" fmla="*/ 169 w 249"/>
                <a:gd name="T11" fmla="*/ 37 h 343"/>
                <a:gd name="T12" fmla="*/ 111 w 249"/>
                <a:gd name="T13" fmla="*/ 20 h 343"/>
                <a:gd name="T14" fmla="*/ 77 w 249"/>
                <a:gd name="T15" fmla="*/ 26 h 343"/>
                <a:gd name="T16" fmla="*/ 68 w 249"/>
                <a:gd name="T17" fmla="*/ 49 h 343"/>
                <a:gd name="T18" fmla="*/ 68 w 249"/>
                <a:gd name="T19" fmla="*/ 151 h 343"/>
                <a:gd name="T20" fmla="*/ 249 w 249"/>
                <a:gd name="T21" fmla="*/ 343 h 343"/>
                <a:gd name="T22" fmla="*/ 243 w 249"/>
                <a:gd name="T23" fmla="*/ 340 h 343"/>
                <a:gd name="T24" fmla="*/ 164 w 249"/>
                <a:gd name="T25" fmla="*/ 278 h 343"/>
                <a:gd name="T26" fmla="*/ 107 w 249"/>
                <a:gd name="T27" fmla="*/ 172 h 343"/>
                <a:gd name="T28" fmla="*/ 101 w 249"/>
                <a:gd name="T29" fmla="*/ 172 h 343"/>
                <a:gd name="T30" fmla="*/ 91 w 249"/>
                <a:gd name="T31" fmla="*/ 172 h 343"/>
                <a:gd name="T32" fmla="*/ 68 w 249"/>
                <a:gd name="T33" fmla="*/ 172 h 343"/>
                <a:gd name="T34" fmla="*/ 68 w 249"/>
                <a:gd name="T35" fmla="*/ 259 h 343"/>
                <a:gd name="T36" fmla="*/ 72 w 249"/>
                <a:gd name="T37" fmla="*/ 285 h 343"/>
                <a:gd name="T38" fmla="*/ 83 w 249"/>
                <a:gd name="T39" fmla="*/ 291 h 343"/>
                <a:gd name="T40" fmla="*/ 87 w 249"/>
                <a:gd name="T41" fmla="*/ 291 h 343"/>
                <a:gd name="T42" fmla="*/ 87 w 249"/>
                <a:gd name="T43" fmla="*/ 307 h 343"/>
                <a:gd name="T44" fmla="*/ 0 w 249"/>
                <a:gd name="T45" fmla="*/ 307 h 343"/>
                <a:gd name="T46" fmla="*/ 0 w 249"/>
                <a:gd name="T47" fmla="*/ 291 h 343"/>
                <a:gd name="T48" fmla="*/ 4 w 249"/>
                <a:gd name="T49" fmla="*/ 291 h 343"/>
                <a:gd name="T50" fmla="*/ 14 w 249"/>
                <a:gd name="T51" fmla="*/ 285 h 343"/>
                <a:gd name="T52" fmla="*/ 18 w 249"/>
                <a:gd name="T53" fmla="*/ 259 h 343"/>
                <a:gd name="T54" fmla="*/ 18 w 249"/>
                <a:gd name="T55" fmla="*/ 53 h 343"/>
                <a:gd name="T56" fmla="*/ 14 w 249"/>
                <a:gd name="T57" fmla="*/ 27 h 343"/>
                <a:gd name="T58" fmla="*/ 3 w 249"/>
                <a:gd name="T59" fmla="*/ 21 h 343"/>
                <a:gd name="T60" fmla="*/ 0 w 249"/>
                <a:gd name="T61" fmla="*/ 21 h 343"/>
                <a:gd name="T62" fmla="*/ 0 w 249"/>
                <a:gd name="T63" fmla="*/ 5 h 343"/>
                <a:gd name="T64" fmla="*/ 70 w 249"/>
                <a:gd name="T65" fmla="*/ 1 h 343"/>
                <a:gd name="T66" fmla="*/ 94 w 249"/>
                <a:gd name="T67" fmla="*/ 1 h 343"/>
                <a:gd name="T68" fmla="*/ 109 w 249"/>
                <a:gd name="T69" fmla="*/ 0 h 343"/>
                <a:gd name="T70" fmla="*/ 205 w 249"/>
                <a:gd name="T71" fmla="*/ 24 h 343"/>
                <a:gd name="T72" fmla="*/ 242 w 249"/>
                <a:gd name="T73" fmla="*/ 89 h 343"/>
                <a:gd name="T74" fmla="*/ 219 w 249"/>
                <a:gd name="T75" fmla="*/ 140 h 343"/>
                <a:gd name="T76" fmla="*/ 162 w 249"/>
                <a:gd name="T77" fmla="*/ 168 h 343"/>
                <a:gd name="T78" fmla="*/ 204 w 249"/>
                <a:gd name="T79" fmla="*/ 266 h 343"/>
                <a:gd name="T80" fmla="*/ 248 w 249"/>
                <a:gd name="T81" fmla="*/ 325 h 343"/>
                <a:gd name="T82" fmla="*/ 249 w 249"/>
                <a:gd name="T83" fmla="*/ 326 h 343"/>
                <a:gd name="T84" fmla="*/ 249 w 249"/>
                <a:gd name="T8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9" h="343">
                  <a:moveTo>
                    <a:pt x="68" y="151"/>
                  </a:moveTo>
                  <a:cubicBezTo>
                    <a:pt x="71" y="152"/>
                    <a:pt x="74" y="152"/>
                    <a:pt x="77" y="152"/>
                  </a:cubicBezTo>
                  <a:cubicBezTo>
                    <a:pt x="82" y="153"/>
                    <a:pt x="88" y="153"/>
                    <a:pt x="95" y="153"/>
                  </a:cubicBezTo>
                  <a:cubicBezTo>
                    <a:pt x="127" y="153"/>
                    <a:pt x="151" y="147"/>
                    <a:pt x="166" y="136"/>
                  </a:cubicBezTo>
                  <a:cubicBezTo>
                    <a:pt x="181" y="126"/>
                    <a:pt x="189" y="110"/>
                    <a:pt x="189" y="88"/>
                  </a:cubicBezTo>
                  <a:cubicBezTo>
                    <a:pt x="189" y="66"/>
                    <a:pt x="182" y="49"/>
                    <a:pt x="169" y="37"/>
                  </a:cubicBezTo>
                  <a:cubicBezTo>
                    <a:pt x="155" y="26"/>
                    <a:pt x="136" y="20"/>
                    <a:pt x="111" y="20"/>
                  </a:cubicBezTo>
                  <a:cubicBezTo>
                    <a:pt x="94" y="20"/>
                    <a:pt x="83" y="22"/>
                    <a:pt x="77" y="26"/>
                  </a:cubicBezTo>
                  <a:cubicBezTo>
                    <a:pt x="71" y="30"/>
                    <a:pt x="68" y="38"/>
                    <a:pt x="68" y="49"/>
                  </a:cubicBezTo>
                  <a:lnTo>
                    <a:pt x="68" y="151"/>
                  </a:lnTo>
                  <a:close/>
                  <a:moveTo>
                    <a:pt x="249" y="343"/>
                  </a:moveTo>
                  <a:lnTo>
                    <a:pt x="243" y="340"/>
                  </a:lnTo>
                  <a:cubicBezTo>
                    <a:pt x="214" y="328"/>
                    <a:pt x="188" y="307"/>
                    <a:pt x="164" y="278"/>
                  </a:cubicBezTo>
                  <a:cubicBezTo>
                    <a:pt x="142" y="250"/>
                    <a:pt x="123" y="214"/>
                    <a:pt x="107" y="172"/>
                  </a:cubicBezTo>
                  <a:cubicBezTo>
                    <a:pt x="106" y="172"/>
                    <a:pt x="103" y="172"/>
                    <a:pt x="101" y="172"/>
                  </a:cubicBezTo>
                  <a:cubicBezTo>
                    <a:pt x="97" y="172"/>
                    <a:pt x="93" y="172"/>
                    <a:pt x="91" y="172"/>
                  </a:cubicBezTo>
                  <a:cubicBezTo>
                    <a:pt x="86" y="172"/>
                    <a:pt x="78" y="172"/>
                    <a:pt x="68" y="172"/>
                  </a:cubicBezTo>
                  <a:lnTo>
                    <a:pt x="68" y="259"/>
                  </a:lnTo>
                  <a:cubicBezTo>
                    <a:pt x="68" y="272"/>
                    <a:pt x="70" y="280"/>
                    <a:pt x="72" y="285"/>
                  </a:cubicBezTo>
                  <a:cubicBezTo>
                    <a:pt x="74" y="289"/>
                    <a:pt x="78" y="291"/>
                    <a:pt x="83" y="291"/>
                  </a:cubicBezTo>
                  <a:lnTo>
                    <a:pt x="87" y="291"/>
                  </a:lnTo>
                  <a:lnTo>
                    <a:pt x="87" y="307"/>
                  </a:lnTo>
                  <a:lnTo>
                    <a:pt x="0" y="307"/>
                  </a:lnTo>
                  <a:lnTo>
                    <a:pt x="0" y="291"/>
                  </a:lnTo>
                  <a:lnTo>
                    <a:pt x="4" y="291"/>
                  </a:lnTo>
                  <a:cubicBezTo>
                    <a:pt x="9" y="291"/>
                    <a:pt x="12" y="289"/>
                    <a:pt x="14" y="285"/>
                  </a:cubicBezTo>
                  <a:cubicBezTo>
                    <a:pt x="17" y="280"/>
                    <a:pt x="18" y="271"/>
                    <a:pt x="18" y="259"/>
                  </a:cubicBezTo>
                  <a:lnTo>
                    <a:pt x="18" y="53"/>
                  </a:lnTo>
                  <a:cubicBezTo>
                    <a:pt x="18" y="41"/>
                    <a:pt x="17" y="32"/>
                    <a:pt x="14" y="27"/>
                  </a:cubicBezTo>
                  <a:cubicBezTo>
                    <a:pt x="12" y="23"/>
                    <a:pt x="9" y="21"/>
                    <a:pt x="3" y="21"/>
                  </a:cubicBezTo>
                  <a:lnTo>
                    <a:pt x="0" y="21"/>
                  </a:lnTo>
                  <a:lnTo>
                    <a:pt x="0" y="5"/>
                  </a:lnTo>
                  <a:lnTo>
                    <a:pt x="70" y="1"/>
                  </a:lnTo>
                  <a:cubicBezTo>
                    <a:pt x="80" y="1"/>
                    <a:pt x="88" y="1"/>
                    <a:pt x="94" y="1"/>
                  </a:cubicBezTo>
                  <a:cubicBezTo>
                    <a:pt x="101" y="0"/>
                    <a:pt x="106" y="0"/>
                    <a:pt x="109" y="0"/>
                  </a:cubicBezTo>
                  <a:cubicBezTo>
                    <a:pt x="149" y="0"/>
                    <a:pt x="181" y="8"/>
                    <a:pt x="205" y="24"/>
                  </a:cubicBezTo>
                  <a:cubicBezTo>
                    <a:pt x="230" y="40"/>
                    <a:pt x="242" y="62"/>
                    <a:pt x="242" y="89"/>
                  </a:cubicBezTo>
                  <a:cubicBezTo>
                    <a:pt x="242" y="109"/>
                    <a:pt x="235" y="126"/>
                    <a:pt x="219" y="140"/>
                  </a:cubicBezTo>
                  <a:cubicBezTo>
                    <a:pt x="205" y="154"/>
                    <a:pt x="186" y="163"/>
                    <a:pt x="162" y="168"/>
                  </a:cubicBezTo>
                  <a:cubicBezTo>
                    <a:pt x="176" y="207"/>
                    <a:pt x="190" y="240"/>
                    <a:pt x="204" y="266"/>
                  </a:cubicBezTo>
                  <a:cubicBezTo>
                    <a:pt x="219" y="293"/>
                    <a:pt x="233" y="313"/>
                    <a:pt x="248" y="325"/>
                  </a:cubicBezTo>
                  <a:lnTo>
                    <a:pt x="249" y="326"/>
                  </a:lnTo>
                  <a:lnTo>
                    <a:pt x="249" y="34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71" name="Freeform 108"/>
            <p:cNvSpPr>
              <a:spLocks/>
            </p:cNvSpPr>
            <p:nvPr/>
          </p:nvSpPr>
          <p:spPr bwMode="auto">
            <a:xfrm>
              <a:off x="2928470" y="5264047"/>
              <a:ext cx="50156" cy="172949"/>
            </a:xfrm>
            <a:custGeom>
              <a:avLst/>
              <a:gdLst>
                <a:gd name="T0" fmla="*/ 88 w 88"/>
                <a:gd name="T1" fmla="*/ 302 h 302"/>
                <a:gd name="T2" fmla="*/ 0 w 88"/>
                <a:gd name="T3" fmla="*/ 302 h 302"/>
                <a:gd name="T4" fmla="*/ 0 w 88"/>
                <a:gd name="T5" fmla="*/ 287 h 302"/>
                <a:gd name="T6" fmla="*/ 4 w 88"/>
                <a:gd name="T7" fmla="*/ 286 h 302"/>
                <a:gd name="T8" fmla="*/ 15 w 88"/>
                <a:gd name="T9" fmla="*/ 280 h 302"/>
                <a:gd name="T10" fmla="*/ 19 w 88"/>
                <a:gd name="T11" fmla="*/ 254 h 302"/>
                <a:gd name="T12" fmla="*/ 19 w 88"/>
                <a:gd name="T13" fmla="*/ 48 h 302"/>
                <a:gd name="T14" fmla="*/ 15 w 88"/>
                <a:gd name="T15" fmla="*/ 22 h 302"/>
                <a:gd name="T16" fmla="*/ 4 w 88"/>
                <a:gd name="T17" fmla="*/ 16 h 302"/>
                <a:gd name="T18" fmla="*/ 0 w 88"/>
                <a:gd name="T19" fmla="*/ 16 h 302"/>
                <a:gd name="T20" fmla="*/ 0 w 88"/>
                <a:gd name="T21" fmla="*/ 0 h 302"/>
                <a:gd name="T22" fmla="*/ 88 w 88"/>
                <a:gd name="T23" fmla="*/ 0 h 302"/>
                <a:gd name="T24" fmla="*/ 88 w 88"/>
                <a:gd name="T25" fmla="*/ 16 h 302"/>
                <a:gd name="T26" fmla="*/ 84 w 88"/>
                <a:gd name="T27" fmla="*/ 16 h 302"/>
                <a:gd name="T28" fmla="*/ 73 w 88"/>
                <a:gd name="T29" fmla="*/ 22 h 302"/>
                <a:gd name="T30" fmla="*/ 69 w 88"/>
                <a:gd name="T31" fmla="*/ 48 h 302"/>
                <a:gd name="T32" fmla="*/ 69 w 88"/>
                <a:gd name="T33" fmla="*/ 254 h 302"/>
                <a:gd name="T34" fmla="*/ 73 w 88"/>
                <a:gd name="T35" fmla="*/ 280 h 302"/>
                <a:gd name="T36" fmla="*/ 84 w 88"/>
                <a:gd name="T37" fmla="*/ 286 h 302"/>
                <a:gd name="T38" fmla="*/ 88 w 88"/>
                <a:gd name="T39" fmla="*/ 286 h 302"/>
                <a:gd name="T40" fmla="*/ 88 w 88"/>
                <a:gd name="T4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302">
                  <a:moveTo>
                    <a:pt x="88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7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7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6" y="18"/>
                    <a:pt x="73" y="22"/>
                  </a:cubicBezTo>
                  <a:cubicBezTo>
                    <a:pt x="71" y="27"/>
                    <a:pt x="69" y="36"/>
                    <a:pt x="69" y="48"/>
                  </a:cubicBezTo>
                  <a:lnTo>
                    <a:pt x="69" y="254"/>
                  </a:lnTo>
                  <a:cubicBezTo>
                    <a:pt x="69" y="267"/>
                    <a:pt x="71" y="275"/>
                    <a:pt x="73" y="280"/>
                  </a:cubicBezTo>
                  <a:cubicBezTo>
                    <a:pt x="75" y="284"/>
                    <a:pt x="79" y="286"/>
                    <a:pt x="84" y="286"/>
                  </a:cubicBezTo>
                  <a:lnTo>
                    <a:pt x="88" y="286"/>
                  </a:lnTo>
                  <a:lnTo>
                    <a:pt x="88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72" name="Freeform 109"/>
            <p:cNvSpPr>
              <a:spLocks noEditPoints="1"/>
            </p:cNvSpPr>
            <p:nvPr/>
          </p:nvSpPr>
          <p:spPr bwMode="auto">
            <a:xfrm>
              <a:off x="2987272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1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9 h 309"/>
                <a:gd name="T50" fmla="*/ 122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3" y="293"/>
                    <a:pt x="186" y="291"/>
                    <a:pt x="188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1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7"/>
                    <a:pt x="62" y="282"/>
                    <a:pt x="65" y="286"/>
                  </a:cubicBezTo>
                  <a:cubicBezTo>
                    <a:pt x="68" y="290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7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2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5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73" name="CasellaDiTesto 472"/>
            <p:cNvSpPr txBox="1"/>
            <p:nvPr/>
          </p:nvSpPr>
          <p:spPr>
            <a:xfrm>
              <a:off x="1156944" y="5471588"/>
              <a:ext cx="236189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b="0">
                  <a:solidFill>
                    <a:schemeClr val="bg2"/>
                  </a:solidFill>
                </a:rPr>
                <a:t>DIPARTIMENTO DI</a:t>
              </a:r>
              <a:r>
                <a:rPr lang="it-IT" sz="1100" b="0" baseline="0">
                  <a:solidFill>
                    <a:schemeClr val="bg2"/>
                  </a:solidFill>
                </a:rPr>
                <a:t> INGEGNERIA INFORMATICA, MODELLISTICA, ELETTRONICA E SISTEMISTICA</a:t>
              </a:r>
              <a:endParaRPr lang="it-IT" sz="1100" b="0">
                <a:solidFill>
                  <a:schemeClr val="bg2"/>
                </a:solidFill>
              </a:endParaRPr>
            </a:p>
          </p:txBody>
        </p:sp>
        <p:cxnSp>
          <p:nvCxnSpPr>
            <p:cNvPr id="474" name="Connettore diritto 473"/>
            <p:cNvCxnSpPr/>
            <p:nvPr/>
          </p:nvCxnSpPr>
          <p:spPr>
            <a:xfrm>
              <a:off x="1176336" y="4979530"/>
              <a:ext cx="0" cy="1107775"/>
            </a:xfrm>
            <a:prstGeom prst="line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8" name="Immagine 157">
            <a:extLst>
              <a:ext uri="{FF2B5EF4-FFF2-40B4-BE49-F238E27FC236}">
                <a16:creationId xmlns:a16="http://schemas.microsoft.com/office/drawing/2014/main" id="{F993C318-1FE1-43C1-9CA1-0781DEECD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111" y="5008899"/>
            <a:ext cx="2799284" cy="860078"/>
          </a:xfrm>
          <a:prstGeom prst="rect">
            <a:avLst/>
          </a:prstGeom>
        </p:spPr>
      </p:pic>
      <p:sp>
        <p:nvSpPr>
          <p:cNvPr id="159" name="CasellaDiTesto 158">
            <a:extLst>
              <a:ext uri="{FF2B5EF4-FFF2-40B4-BE49-F238E27FC236}">
                <a16:creationId xmlns:a16="http://schemas.microsoft.com/office/drawing/2014/main" id="{A4BF8397-ADAC-47BF-BDAE-295DB9E10642}"/>
              </a:ext>
            </a:extLst>
          </p:cNvPr>
          <p:cNvSpPr txBox="1"/>
          <p:nvPr/>
        </p:nvSpPr>
        <p:spPr>
          <a:xfrm>
            <a:off x="8874644" y="6266388"/>
            <a:ext cx="3272868" cy="58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RESEARCH LABORATORY</a:t>
            </a:r>
          </a:p>
        </p:txBody>
      </p:sp>
      <p:sp>
        <p:nvSpPr>
          <p:cNvPr id="160" name="CasellaDiTesto 159">
            <a:extLst>
              <a:ext uri="{FF2B5EF4-FFF2-40B4-BE49-F238E27FC236}">
                <a16:creationId xmlns:a16="http://schemas.microsoft.com/office/drawing/2014/main" id="{2A64B22E-9C41-484A-8855-9788DBB5ADB5}"/>
              </a:ext>
            </a:extLst>
          </p:cNvPr>
          <p:cNvSpPr txBox="1"/>
          <p:nvPr/>
        </p:nvSpPr>
        <p:spPr>
          <a:xfrm>
            <a:off x="8886113" y="5479885"/>
            <a:ext cx="3384184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mm-wave antennas &amp; integrated circuits</a:t>
            </a:r>
          </a:p>
        </p:txBody>
      </p:sp>
      <p:sp>
        <p:nvSpPr>
          <p:cNvPr id="161" name="CasellaDiTesto 160">
            <a:extLst>
              <a:ext uri="{FF2B5EF4-FFF2-40B4-BE49-F238E27FC236}">
                <a16:creationId xmlns:a16="http://schemas.microsoft.com/office/drawing/2014/main" id="{F772027C-36B7-4704-9F9F-ADFA88A41B6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91186" y="6070624"/>
            <a:ext cx="2143634" cy="68480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t-IT" sz="1200">
                <a:solidFill>
                  <a:schemeClr val="bg1"/>
                </a:solidFill>
              </a:rPr>
              <a:t>MAIC LAB</a:t>
            </a:r>
          </a:p>
          <a:p>
            <a:pPr>
              <a:defRPr/>
            </a:pPr>
            <a:r>
              <a:rPr lang="it-IT" sz="1200">
                <a:solidFill>
                  <a:schemeClr val="bg1"/>
                </a:solidFill>
              </a:rPr>
              <a:t>Via Bucci, 42-B – Rende - </a:t>
            </a:r>
            <a:r>
              <a:rPr lang="it-IT" sz="1200" err="1">
                <a:solidFill>
                  <a:schemeClr val="bg1"/>
                </a:solidFill>
              </a:rPr>
              <a:t>Italy</a:t>
            </a:r>
            <a:endParaRPr lang="it-IT" sz="12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600">
                <a:solidFill>
                  <a:schemeClr val="bg1"/>
                </a:solidFill>
              </a:rPr>
              <a:t>Luigi.Boccia@unical.it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0703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prima aut extr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0"/>
          <p:cNvSpPr/>
          <p:nvPr/>
        </p:nvSpPr>
        <p:spPr>
          <a:xfrm>
            <a:off x="1" y="0"/>
            <a:ext cx="12192000" cy="6855299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>
          <a:xfrm>
            <a:off x="762000" y="217669"/>
            <a:ext cx="108085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it-IT"/>
          </a:p>
        </p:txBody>
      </p:sp>
      <p:sp>
        <p:nvSpPr>
          <p:cNvPr id="124" name="Rectangle 2"/>
          <p:cNvSpPr/>
          <p:nvPr/>
        </p:nvSpPr>
        <p:spPr>
          <a:xfrm>
            <a:off x="1721713" y="2286913"/>
            <a:ext cx="8700828" cy="2004145"/>
          </a:xfrm>
          <a:prstGeom prst="rect">
            <a:avLst/>
          </a:prstGeom>
          <a:solidFill>
            <a:schemeClr val="tx1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125" name="Title 1"/>
          <p:cNvSpPr>
            <a:spLocks noGrp="1"/>
          </p:cNvSpPr>
          <p:nvPr>
            <p:ph type="ctrTitle"/>
          </p:nvPr>
        </p:nvSpPr>
        <p:spPr>
          <a:xfrm>
            <a:off x="1909124" y="2307714"/>
            <a:ext cx="8326006" cy="15665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 cap="all" normalizeH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" name="Subtitle 2"/>
          <p:cNvSpPr>
            <a:spLocks noGrp="1"/>
          </p:cNvSpPr>
          <p:nvPr>
            <p:ph type="subTitle" idx="1"/>
          </p:nvPr>
        </p:nvSpPr>
        <p:spPr>
          <a:xfrm>
            <a:off x="1909124" y="3898651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7" name="Segnaposto testo 4"/>
          <p:cNvSpPr>
            <a:spLocks noGrp="1"/>
          </p:cNvSpPr>
          <p:nvPr>
            <p:ph type="body" sz="quarter" idx="11"/>
          </p:nvPr>
        </p:nvSpPr>
        <p:spPr>
          <a:xfrm>
            <a:off x="1909124" y="4207457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4" name="Gruppo 153"/>
          <p:cNvGrpSpPr/>
          <p:nvPr/>
        </p:nvGrpSpPr>
        <p:grpSpPr>
          <a:xfrm>
            <a:off x="4779466" y="834518"/>
            <a:ext cx="2631888" cy="852448"/>
            <a:chOff x="4591629" y="4382295"/>
            <a:chExt cx="3007562" cy="974127"/>
          </a:xfrm>
        </p:grpSpPr>
        <p:sp>
          <p:nvSpPr>
            <p:cNvPr id="78" name="Rettangolo 77"/>
            <p:cNvSpPr/>
            <p:nvPr/>
          </p:nvSpPr>
          <p:spPr>
            <a:xfrm>
              <a:off x="5065159" y="4382296"/>
              <a:ext cx="718828" cy="97412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5" name="Rettangolo 104"/>
            <p:cNvSpPr/>
            <p:nvPr/>
          </p:nvSpPr>
          <p:spPr>
            <a:xfrm>
              <a:off x="5141379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6" name="Rettangolo 105"/>
            <p:cNvSpPr/>
            <p:nvPr/>
          </p:nvSpPr>
          <p:spPr>
            <a:xfrm>
              <a:off x="5247120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7" name="Rettangolo 106"/>
            <p:cNvSpPr/>
            <p:nvPr/>
          </p:nvSpPr>
          <p:spPr>
            <a:xfrm>
              <a:off x="5344757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8" name="Rettangolo 107"/>
            <p:cNvSpPr/>
            <p:nvPr/>
          </p:nvSpPr>
          <p:spPr>
            <a:xfrm>
              <a:off x="5450498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9" name="Rettangolo 108"/>
            <p:cNvSpPr/>
            <p:nvPr/>
          </p:nvSpPr>
          <p:spPr>
            <a:xfrm>
              <a:off x="5548054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0" name="Rettangolo 109"/>
            <p:cNvSpPr/>
            <p:nvPr/>
          </p:nvSpPr>
          <p:spPr>
            <a:xfrm>
              <a:off x="5653795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9" name="Rettangolo 98"/>
            <p:cNvSpPr/>
            <p:nvPr/>
          </p:nvSpPr>
          <p:spPr>
            <a:xfrm>
              <a:off x="5141379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0" name="Rettangolo 99"/>
            <p:cNvSpPr/>
            <p:nvPr/>
          </p:nvSpPr>
          <p:spPr>
            <a:xfrm>
              <a:off x="5247120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1" name="Rettangolo 100"/>
            <p:cNvSpPr/>
            <p:nvPr/>
          </p:nvSpPr>
          <p:spPr>
            <a:xfrm>
              <a:off x="5344757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2" name="Rettangolo 101"/>
            <p:cNvSpPr/>
            <p:nvPr/>
          </p:nvSpPr>
          <p:spPr>
            <a:xfrm>
              <a:off x="5450498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3" name="Rettangolo 102"/>
            <p:cNvSpPr/>
            <p:nvPr/>
          </p:nvSpPr>
          <p:spPr>
            <a:xfrm>
              <a:off x="5548054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4" name="Rettangolo 103"/>
            <p:cNvSpPr/>
            <p:nvPr/>
          </p:nvSpPr>
          <p:spPr>
            <a:xfrm>
              <a:off x="5653795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1" name="Rettangolo 80"/>
            <p:cNvSpPr/>
            <p:nvPr/>
          </p:nvSpPr>
          <p:spPr>
            <a:xfrm>
              <a:off x="514137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514137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3" name="Rettangolo 82"/>
            <p:cNvSpPr/>
            <p:nvPr/>
          </p:nvSpPr>
          <p:spPr>
            <a:xfrm>
              <a:off x="524760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524760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344757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344757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45049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8" name="Rettangolo 87"/>
            <p:cNvSpPr/>
            <p:nvPr/>
          </p:nvSpPr>
          <p:spPr>
            <a:xfrm>
              <a:off x="545049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9" name="Rettangolo 88"/>
            <p:cNvSpPr/>
            <p:nvPr/>
          </p:nvSpPr>
          <p:spPr>
            <a:xfrm>
              <a:off x="554805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0" name="Rettangolo 89"/>
            <p:cNvSpPr/>
            <p:nvPr/>
          </p:nvSpPr>
          <p:spPr>
            <a:xfrm>
              <a:off x="554805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1" name="Rettangolo 90"/>
            <p:cNvSpPr/>
            <p:nvPr/>
          </p:nvSpPr>
          <p:spPr>
            <a:xfrm>
              <a:off x="5653796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2" name="Rettangolo 91"/>
            <p:cNvSpPr/>
            <p:nvPr/>
          </p:nvSpPr>
          <p:spPr>
            <a:xfrm>
              <a:off x="5653796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3" name="Rettangolo 92"/>
            <p:cNvSpPr/>
            <p:nvPr/>
          </p:nvSpPr>
          <p:spPr>
            <a:xfrm>
              <a:off x="514137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4" name="Rettangolo 93"/>
            <p:cNvSpPr/>
            <p:nvPr/>
          </p:nvSpPr>
          <p:spPr>
            <a:xfrm>
              <a:off x="524760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5" name="Rettangolo 94"/>
            <p:cNvSpPr/>
            <p:nvPr/>
          </p:nvSpPr>
          <p:spPr>
            <a:xfrm>
              <a:off x="5344757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6" name="Rettangolo 95"/>
            <p:cNvSpPr/>
            <p:nvPr/>
          </p:nvSpPr>
          <p:spPr>
            <a:xfrm>
              <a:off x="545049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7" name="Rettangolo 96"/>
            <p:cNvSpPr/>
            <p:nvPr/>
          </p:nvSpPr>
          <p:spPr>
            <a:xfrm>
              <a:off x="554805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8" name="Rettangolo 97"/>
            <p:cNvSpPr/>
            <p:nvPr/>
          </p:nvSpPr>
          <p:spPr>
            <a:xfrm>
              <a:off x="5653796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5" name="Rettangolo 44"/>
            <p:cNvSpPr/>
            <p:nvPr/>
          </p:nvSpPr>
          <p:spPr>
            <a:xfrm>
              <a:off x="6407595" y="4382296"/>
              <a:ext cx="718828" cy="97412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2" name="Rettangolo 71"/>
            <p:cNvSpPr/>
            <p:nvPr/>
          </p:nvSpPr>
          <p:spPr>
            <a:xfrm>
              <a:off x="6483815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3" name="Rettangolo 72"/>
            <p:cNvSpPr/>
            <p:nvPr/>
          </p:nvSpPr>
          <p:spPr>
            <a:xfrm>
              <a:off x="6589556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4" name="Rettangolo 73"/>
            <p:cNvSpPr/>
            <p:nvPr/>
          </p:nvSpPr>
          <p:spPr>
            <a:xfrm>
              <a:off x="6687193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5" name="Rettangolo 74"/>
            <p:cNvSpPr/>
            <p:nvPr/>
          </p:nvSpPr>
          <p:spPr>
            <a:xfrm>
              <a:off x="6792934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6" name="Rettangolo 75"/>
            <p:cNvSpPr/>
            <p:nvPr/>
          </p:nvSpPr>
          <p:spPr>
            <a:xfrm>
              <a:off x="6890490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7" name="Rettangolo 76"/>
            <p:cNvSpPr/>
            <p:nvPr/>
          </p:nvSpPr>
          <p:spPr>
            <a:xfrm>
              <a:off x="6996231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6" name="Rettangolo 65"/>
            <p:cNvSpPr/>
            <p:nvPr/>
          </p:nvSpPr>
          <p:spPr>
            <a:xfrm>
              <a:off x="6483815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7" name="Rettangolo 66"/>
            <p:cNvSpPr/>
            <p:nvPr/>
          </p:nvSpPr>
          <p:spPr>
            <a:xfrm>
              <a:off x="6589556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8" name="Rettangolo 67"/>
            <p:cNvSpPr/>
            <p:nvPr/>
          </p:nvSpPr>
          <p:spPr>
            <a:xfrm>
              <a:off x="6687193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9" name="Rettangolo 68"/>
            <p:cNvSpPr/>
            <p:nvPr/>
          </p:nvSpPr>
          <p:spPr>
            <a:xfrm>
              <a:off x="6792934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0" name="Rettangolo 69"/>
            <p:cNvSpPr/>
            <p:nvPr/>
          </p:nvSpPr>
          <p:spPr>
            <a:xfrm>
              <a:off x="6890490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1" name="Rettangolo 70"/>
            <p:cNvSpPr/>
            <p:nvPr/>
          </p:nvSpPr>
          <p:spPr>
            <a:xfrm>
              <a:off x="6996231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8" name="Rettangolo 47"/>
            <p:cNvSpPr/>
            <p:nvPr/>
          </p:nvSpPr>
          <p:spPr>
            <a:xfrm>
              <a:off x="648381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9" name="Rettangolo 48"/>
            <p:cNvSpPr/>
            <p:nvPr/>
          </p:nvSpPr>
          <p:spPr>
            <a:xfrm>
              <a:off x="648381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0" name="Rettangolo 49"/>
            <p:cNvSpPr/>
            <p:nvPr/>
          </p:nvSpPr>
          <p:spPr>
            <a:xfrm>
              <a:off x="659004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1" name="Rettangolo 50"/>
            <p:cNvSpPr/>
            <p:nvPr/>
          </p:nvSpPr>
          <p:spPr>
            <a:xfrm>
              <a:off x="659004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2" name="Rettangolo 51"/>
            <p:cNvSpPr/>
            <p:nvPr/>
          </p:nvSpPr>
          <p:spPr>
            <a:xfrm>
              <a:off x="6687193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3" name="Rettangolo 52"/>
            <p:cNvSpPr/>
            <p:nvPr/>
          </p:nvSpPr>
          <p:spPr>
            <a:xfrm>
              <a:off x="6687193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4" name="Rettangolo 53"/>
            <p:cNvSpPr/>
            <p:nvPr/>
          </p:nvSpPr>
          <p:spPr>
            <a:xfrm>
              <a:off x="679293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5" name="Rettangolo 54"/>
            <p:cNvSpPr/>
            <p:nvPr/>
          </p:nvSpPr>
          <p:spPr>
            <a:xfrm>
              <a:off x="679293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6" name="Rettangolo 55"/>
            <p:cNvSpPr/>
            <p:nvPr/>
          </p:nvSpPr>
          <p:spPr>
            <a:xfrm>
              <a:off x="689049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7" name="Rettangolo 56"/>
            <p:cNvSpPr/>
            <p:nvPr/>
          </p:nvSpPr>
          <p:spPr>
            <a:xfrm>
              <a:off x="689049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8" name="Rettangolo 57"/>
            <p:cNvSpPr/>
            <p:nvPr/>
          </p:nvSpPr>
          <p:spPr>
            <a:xfrm>
              <a:off x="6996232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9" name="Rettangolo 58"/>
            <p:cNvSpPr/>
            <p:nvPr/>
          </p:nvSpPr>
          <p:spPr>
            <a:xfrm>
              <a:off x="6996232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0" name="Rettangolo 59"/>
            <p:cNvSpPr/>
            <p:nvPr/>
          </p:nvSpPr>
          <p:spPr>
            <a:xfrm>
              <a:off x="648381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1" name="Rettangolo 60"/>
            <p:cNvSpPr/>
            <p:nvPr/>
          </p:nvSpPr>
          <p:spPr>
            <a:xfrm>
              <a:off x="659004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2" name="Rettangolo 61"/>
            <p:cNvSpPr/>
            <p:nvPr/>
          </p:nvSpPr>
          <p:spPr>
            <a:xfrm>
              <a:off x="6687193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3" name="Rettangolo 62"/>
            <p:cNvSpPr/>
            <p:nvPr/>
          </p:nvSpPr>
          <p:spPr>
            <a:xfrm>
              <a:off x="679293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4" name="Rettangolo 63"/>
            <p:cNvSpPr/>
            <p:nvPr/>
          </p:nvSpPr>
          <p:spPr>
            <a:xfrm>
              <a:off x="689049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5" name="Rettangolo 64"/>
            <p:cNvSpPr/>
            <p:nvPr/>
          </p:nvSpPr>
          <p:spPr>
            <a:xfrm>
              <a:off x="6996232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783987" y="4382295"/>
              <a:ext cx="623608" cy="331095"/>
            </a:xfrm>
            <a:prstGeom prst="rect">
              <a:avLst/>
            </a:prstGeom>
            <a:solidFill>
              <a:schemeClr val="bg2">
                <a:lumMod val="95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9" name="Rettangolo 38"/>
            <p:cNvSpPr/>
            <p:nvPr/>
          </p:nvSpPr>
          <p:spPr>
            <a:xfrm>
              <a:off x="583710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0" name="Rettangolo 39"/>
            <p:cNvSpPr/>
            <p:nvPr/>
          </p:nvSpPr>
          <p:spPr>
            <a:xfrm>
              <a:off x="592525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1" name="Rettangolo 40"/>
            <p:cNvSpPr/>
            <p:nvPr/>
          </p:nvSpPr>
          <p:spPr>
            <a:xfrm>
              <a:off x="601340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2" name="Rettangolo 41"/>
            <p:cNvSpPr/>
            <p:nvPr/>
          </p:nvSpPr>
          <p:spPr>
            <a:xfrm>
              <a:off x="610155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3" name="Rettangolo 42"/>
            <p:cNvSpPr/>
            <p:nvPr/>
          </p:nvSpPr>
          <p:spPr>
            <a:xfrm>
              <a:off x="618970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4" name="Rettangolo 43"/>
            <p:cNvSpPr/>
            <p:nvPr/>
          </p:nvSpPr>
          <p:spPr>
            <a:xfrm>
              <a:off x="627785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8" name="Rettangolo 37"/>
            <p:cNvSpPr/>
            <p:nvPr/>
          </p:nvSpPr>
          <p:spPr>
            <a:xfrm>
              <a:off x="5783987" y="4713390"/>
              <a:ext cx="623608" cy="180663"/>
            </a:xfrm>
            <a:prstGeom prst="rect">
              <a:avLst/>
            </a:prstGeom>
            <a:solidFill>
              <a:schemeClr val="bg2">
                <a:lumMod val="85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grpSp>
          <p:nvGrpSpPr>
            <p:cNvPr id="8" name="Gruppo 7"/>
            <p:cNvGrpSpPr/>
            <p:nvPr/>
          </p:nvGrpSpPr>
          <p:grpSpPr>
            <a:xfrm>
              <a:off x="7125661" y="4670304"/>
              <a:ext cx="473530" cy="223749"/>
              <a:chOff x="5615939" y="3209925"/>
              <a:chExt cx="946814" cy="447498"/>
            </a:xfrm>
          </p:grpSpPr>
          <p:sp>
            <p:nvSpPr>
              <p:cNvPr id="9" name="Rettangolo 8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0" name="Rettangolo 9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1" name="Rettangolo 10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2" name="Connettore 1 11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1 12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1 14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1 15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1 16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ttore 1 17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ttore 1 18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ttore 1 19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o 140"/>
            <p:cNvGrpSpPr/>
            <p:nvPr/>
          </p:nvGrpSpPr>
          <p:grpSpPr>
            <a:xfrm>
              <a:off x="4591629" y="4670304"/>
              <a:ext cx="473530" cy="223749"/>
              <a:chOff x="5615939" y="3209925"/>
              <a:chExt cx="946814" cy="447498"/>
            </a:xfrm>
          </p:grpSpPr>
          <p:sp>
            <p:nvSpPr>
              <p:cNvPr id="142" name="Rettangolo 141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3" name="Rettangolo 142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4" name="Rettangolo 143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45" name="Connettore 1 144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nettore 1 145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nettore 1 146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ttore 1 147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ttore 1 148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ttore 1 149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ttore 1 150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ttore 1 151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ttore 1 152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3" name="CasellaDiTesto 122"/>
          <p:cNvSpPr txBox="1"/>
          <p:nvPr>
            <p:custDataLst>
              <p:tags r:id="rId1"/>
            </p:custDataLst>
          </p:nvPr>
        </p:nvSpPr>
        <p:spPr>
          <a:xfrm>
            <a:off x="10048367" y="5945176"/>
            <a:ext cx="2143634" cy="68480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t-IT" sz="1200">
                <a:solidFill>
                  <a:schemeClr val="bg1"/>
                </a:solidFill>
              </a:rPr>
              <a:t>MAIC LAB</a:t>
            </a:r>
          </a:p>
          <a:p>
            <a:pPr>
              <a:defRPr/>
            </a:pPr>
            <a:r>
              <a:rPr lang="it-IT" sz="1200">
                <a:solidFill>
                  <a:schemeClr val="bg1"/>
                </a:solidFill>
              </a:rPr>
              <a:t>Via Bucci, 42-B – Rende - </a:t>
            </a:r>
            <a:r>
              <a:rPr lang="it-IT" sz="1200" err="1">
                <a:solidFill>
                  <a:schemeClr val="bg1"/>
                </a:solidFill>
              </a:rPr>
              <a:t>Italy</a:t>
            </a:r>
            <a:endParaRPr lang="it-IT" sz="12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600">
                <a:solidFill>
                  <a:schemeClr val="bg1"/>
                </a:solidFill>
              </a:rPr>
              <a:t>Luigi.Boccia@unical.it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8" name="Gruppo 127"/>
          <p:cNvGrpSpPr/>
          <p:nvPr/>
        </p:nvGrpSpPr>
        <p:grpSpPr>
          <a:xfrm>
            <a:off x="378530" y="5552124"/>
            <a:ext cx="3097103" cy="1107775"/>
            <a:chOff x="421739" y="4979530"/>
            <a:chExt cx="3097103" cy="1107775"/>
          </a:xfrm>
        </p:grpSpPr>
        <p:grpSp>
          <p:nvGrpSpPr>
            <p:cNvPr id="130" name="Gruppo 129"/>
            <p:cNvGrpSpPr/>
            <p:nvPr/>
          </p:nvGrpSpPr>
          <p:grpSpPr>
            <a:xfrm>
              <a:off x="421739" y="4994245"/>
              <a:ext cx="680385" cy="442749"/>
              <a:chOff x="355600" y="4737100"/>
              <a:chExt cx="367261" cy="238989"/>
            </a:xfrm>
          </p:grpSpPr>
          <p:sp>
            <p:nvSpPr>
              <p:cNvPr id="171" name="Rectangle 78"/>
              <p:cNvSpPr>
                <a:spLocks noChangeArrowheads="1"/>
              </p:cNvSpPr>
              <p:nvPr/>
            </p:nvSpPr>
            <p:spPr bwMode="auto">
              <a:xfrm>
                <a:off x="355600" y="4935582"/>
                <a:ext cx="237639" cy="40507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2" name="Rectangle 79"/>
              <p:cNvSpPr>
                <a:spLocks noChangeArrowheads="1"/>
              </p:cNvSpPr>
              <p:nvPr/>
            </p:nvSpPr>
            <p:spPr bwMode="auto">
              <a:xfrm>
                <a:off x="355600" y="4886974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3" name="Rectangle 80"/>
              <p:cNvSpPr>
                <a:spLocks noChangeArrowheads="1"/>
              </p:cNvSpPr>
              <p:nvPr/>
            </p:nvSpPr>
            <p:spPr bwMode="auto">
              <a:xfrm>
                <a:off x="355600" y="4837016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4" name="Rectangle 81"/>
              <p:cNvSpPr>
                <a:spLocks noChangeArrowheads="1"/>
              </p:cNvSpPr>
              <p:nvPr/>
            </p:nvSpPr>
            <p:spPr bwMode="auto">
              <a:xfrm>
                <a:off x="355600" y="4787058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5" name="Rectangle 82"/>
              <p:cNvSpPr>
                <a:spLocks noChangeArrowheads="1"/>
              </p:cNvSpPr>
              <p:nvPr/>
            </p:nvSpPr>
            <p:spPr bwMode="auto">
              <a:xfrm>
                <a:off x="355600" y="4737100"/>
                <a:ext cx="237639" cy="39156"/>
              </a:xfrm>
              <a:prstGeom prst="rect">
                <a:avLst/>
              </a:prstGeom>
              <a:solidFill>
                <a:srgbClr val="B7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6" name="Freeform 83"/>
              <p:cNvSpPr>
                <a:spLocks/>
              </p:cNvSpPr>
              <p:nvPr/>
            </p:nvSpPr>
            <p:spPr bwMode="auto">
              <a:xfrm>
                <a:off x="604041" y="4886974"/>
                <a:ext cx="89115" cy="89115"/>
              </a:xfrm>
              <a:custGeom>
                <a:avLst/>
                <a:gdLst>
                  <a:gd name="T0" fmla="*/ 0 w 200"/>
                  <a:gd name="T1" fmla="*/ 200 h 200"/>
                  <a:gd name="T2" fmla="*/ 200 w 200"/>
                  <a:gd name="T3" fmla="*/ 0 h 200"/>
                  <a:gd name="T4" fmla="*/ 0 w 200"/>
                  <a:gd name="T5" fmla="*/ 0 h 200"/>
                  <a:gd name="T6" fmla="*/ 0 w 200"/>
                  <a:gd name="T7" fmla="*/ 20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0" h="200">
                    <a:moveTo>
                      <a:pt x="0" y="200"/>
                    </a:moveTo>
                    <a:lnTo>
                      <a:pt x="200" y="0"/>
                    </a:lnTo>
                    <a:lnTo>
                      <a:pt x="0" y="0"/>
                    </a:lnTo>
                    <a:lnTo>
                      <a:pt x="0" y="20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7" name="Rectangle 84"/>
              <p:cNvSpPr>
                <a:spLocks noChangeArrowheads="1"/>
              </p:cNvSpPr>
              <p:nvPr/>
            </p:nvSpPr>
            <p:spPr bwMode="auto">
              <a:xfrm>
                <a:off x="604041" y="4837016"/>
                <a:ext cx="118820" cy="39156"/>
              </a:xfrm>
              <a:prstGeom prst="rect">
                <a:avLst/>
              </a:prstGeom>
              <a:solidFill>
                <a:srgbClr val="91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178" name="Rectangle 85"/>
              <p:cNvSpPr>
                <a:spLocks noChangeArrowheads="1"/>
              </p:cNvSpPr>
              <p:nvPr/>
            </p:nvSpPr>
            <p:spPr bwMode="auto">
              <a:xfrm>
                <a:off x="604041" y="4787058"/>
                <a:ext cx="118820" cy="39156"/>
              </a:xfrm>
              <a:prstGeom prst="rect">
                <a:avLst/>
              </a:prstGeom>
              <a:solidFill>
                <a:srgbClr val="91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sp>
          <p:nvSpPr>
            <p:cNvPr id="131" name="Freeform 86"/>
            <p:cNvSpPr>
              <a:spLocks/>
            </p:cNvSpPr>
            <p:nvPr/>
          </p:nvSpPr>
          <p:spPr bwMode="auto">
            <a:xfrm>
              <a:off x="1238754" y="5058236"/>
              <a:ext cx="153925" cy="178137"/>
            </a:xfrm>
            <a:custGeom>
              <a:avLst/>
              <a:gdLst>
                <a:gd name="T0" fmla="*/ 130 w 270"/>
                <a:gd name="T1" fmla="*/ 310 h 310"/>
                <a:gd name="T2" fmla="*/ 76 w 270"/>
                <a:gd name="T3" fmla="*/ 300 h 310"/>
                <a:gd name="T4" fmla="*/ 38 w 270"/>
                <a:gd name="T5" fmla="*/ 273 h 310"/>
                <a:gd name="T6" fmla="*/ 23 w 270"/>
                <a:gd name="T7" fmla="*/ 242 h 310"/>
                <a:gd name="T8" fmla="*/ 19 w 270"/>
                <a:gd name="T9" fmla="*/ 186 h 310"/>
                <a:gd name="T10" fmla="*/ 19 w 270"/>
                <a:gd name="T11" fmla="*/ 49 h 310"/>
                <a:gd name="T12" fmla="*/ 15 w 270"/>
                <a:gd name="T13" fmla="*/ 23 h 310"/>
                <a:gd name="T14" fmla="*/ 4 w 270"/>
                <a:gd name="T15" fmla="*/ 16 h 310"/>
                <a:gd name="T16" fmla="*/ 0 w 270"/>
                <a:gd name="T17" fmla="*/ 16 h 310"/>
                <a:gd name="T18" fmla="*/ 0 w 270"/>
                <a:gd name="T19" fmla="*/ 0 h 310"/>
                <a:gd name="T20" fmla="*/ 88 w 270"/>
                <a:gd name="T21" fmla="*/ 0 h 310"/>
                <a:gd name="T22" fmla="*/ 88 w 270"/>
                <a:gd name="T23" fmla="*/ 16 h 310"/>
                <a:gd name="T24" fmla="*/ 84 w 270"/>
                <a:gd name="T25" fmla="*/ 16 h 310"/>
                <a:gd name="T26" fmla="*/ 73 w 270"/>
                <a:gd name="T27" fmla="*/ 23 h 310"/>
                <a:gd name="T28" fmla="*/ 69 w 270"/>
                <a:gd name="T29" fmla="*/ 49 h 310"/>
                <a:gd name="T30" fmla="*/ 69 w 270"/>
                <a:gd name="T31" fmla="*/ 195 h 310"/>
                <a:gd name="T32" fmla="*/ 86 w 270"/>
                <a:gd name="T33" fmla="*/ 264 h 310"/>
                <a:gd name="T34" fmla="*/ 142 w 270"/>
                <a:gd name="T35" fmla="*/ 284 h 310"/>
                <a:gd name="T36" fmla="*/ 174 w 270"/>
                <a:gd name="T37" fmla="*/ 280 h 310"/>
                <a:gd name="T38" fmla="*/ 197 w 270"/>
                <a:gd name="T39" fmla="*/ 268 h 310"/>
                <a:gd name="T40" fmla="*/ 215 w 270"/>
                <a:gd name="T41" fmla="*/ 239 h 310"/>
                <a:gd name="T42" fmla="*/ 221 w 270"/>
                <a:gd name="T43" fmla="*/ 173 h 310"/>
                <a:gd name="T44" fmla="*/ 221 w 270"/>
                <a:gd name="T45" fmla="*/ 76 h 310"/>
                <a:gd name="T46" fmla="*/ 214 w 270"/>
                <a:gd name="T47" fmla="*/ 32 h 310"/>
                <a:gd name="T48" fmla="*/ 196 w 270"/>
                <a:gd name="T49" fmla="*/ 16 h 310"/>
                <a:gd name="T50" fmla="*/ 192 w 270"/>
                <a:gd name="T51" fmla="*/ 16 h 310"/>
                <a:gd name="T52" fmla="*/ 192 w 270"/>
                <a:gd name="T53" fmla="*/ 0 h 310"/>
                <a:gd name="T54" fmla="*/ 270 w 270"/>
                <a:gd name="T55" fmla="*/ 0 h 310"/>
                <a:gd name="T56" fmla="*/ 270 w 270"/>
                <a:gd name="T57" fmla="*/ 15 h 310"/>
                <a:gd name="T58" fmla="*/ 267 w 270"/>
                <a:gd name="T59" fmla="*/ 16 h 310"/>
                <a:gd name="T60" fmla="*/ 249 w 270"/>
                <a:gd name="T61" fmla="*/ 32 h 310"/>
                <a:gd name="T62" fmla="*/ 244 w 270"/>
                <a:gd name="T63" fmla="*/ 78 h 310"/>
                <a:gd name="T64" fmla="*/ 244 w 270"/>
                <a:gd name="T65" fmla="*/ 173 h 310"/>
                <a:gd name="T66" fmla="*/ 239 w 270"/>
                <a:gd name="T67" fmla="*/ 236 h 310"/>
                <a:gd name="T68" fmla="*/ 224 w 270"/>
                <a:gd name="T69" fmla="*/ 272 h 310"/>
                <a:gd name="T70" fmla="*/ 186 w 270"/>
                <a:gd name="T71" fmla="*/ 300 h 310"/>
                <a:gd name="T72" fmla="*/ 130 w 270"/>
                <a:gd name="T73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70" h="310">
                  <a:moveTo>
                    <a:pt x="130" y="310"/>
                  </a:moveTo>
                  <a:cubicBezTo>
                    <a:pt x="110" y="310"/>
                    <a:pt x="91" y="306"/>
                    <a:pt x="76" y="300"/>
                  </a:cubicBezTo>
                  <a:cubicBezTo>
                    <a:pt x="60" y="294"/>
                    <a:pt x="47" y="285"/>
                    <a:pt x="38" y="273"/>
                  </a:cubicBezTo>
                  <a:cubicBezTo>
                    <a:pt x="31" y="264"/>
                    <a:pt x="26" y="254"/>
                    <a:pt x="23" y="242"/>
                  </a:cubicBezTo>
                  <a:cubicBezTo>
                    <a:pt x="20" y="230"/>
                    <a:pt x="19" y="211"/>
                    <a:pt x="19" y="186"/>
                  </a:cubicBezTo>
                  <a:lnTo>
                    <a:pt x="19" y="49"/>
                  </a:lnTo>
                  <a:cubicBezTo>
                    <a:pt x="19" y="37"/>
                    <a:pt x="17" y="28"/>
                    <a:pt x="15" y="23"/>
                  </a:cubicBezTo>
                  <a:cubicBezTo>
                    <a:pt x="12" y="19"/>
                    <a:pt x="9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7"/>
                    <a:pt x="76" y="19"/>
                    <a:pt x="73" y="23"/>
                  </a:cubicBezTo>
                  <a:cubicBezTo>
                    <a:pt x="71" y="28"/>
                    <a:pt x="69" y="36"/>
                    <a:pt x="69" y="49"/>
                  </a:cubicBezTo>
                  <a:lnTo>
                    <a:pt x="69" y="195"/>
                  </a:lnTo>
                  <a:cubicBezTo>
                    <a:pt x="69" y="228"/>
                    <a:pt x="75" y="251"/>
                    <a:pt x="86" y="264"/>
                  </a:cubicBezTo>
                  <a:cubicBezTo>
                    <a:pt x="97" y="277"/>
                    <a:pt x="115" y="284"/>
                    <a:pt x="142" y="284"/>
                  </a:cubicBezTo>
                  <a:cubicBezTo>
                    <a:pt x="154" y="284"/>
                    <a:pt x="165" y="282"/>
                    <a:pt x="174" y="280"/>
                  </a:cubicBezTo>
                  <a:cubicBezTo>
                    <a:pt x="183" y="277"/>
                    <a:pt x="190" y="273"/>
                    <a:pt x="197" y="268"/>
                  </a:cubicBezTo>
                  <a:cubicBezTo>
                    <a:pt x="206" y="261"/>
                    <a:pt x="212" y="251"/>
                    <a:pt x="215" y="239"/>
                  </a:cubicBezTo>
                  <a:cubicBezTo>
                    <a:pt x="219" y="226"/>
                    <a:pt x="221" y="204"/>
                    <a:pt x="221" y="173"/>
                  </a:cubicBezTo>
                  <a:lnTo>
                    <a:pt x="221" y="76"/>
                  </a:lnTo>
                  <a:cubicBezTo>
                    <a:pt x="221" y="56"/>
                    <a:pt x="219" y="41"/>
                    <a:pt x="214" y="32"/>
                  </a:cubicBezTo>
                  <a:cubicBezTo>
                    <a:pt x="210" y="23"/>
                    <a:pt x="204" y="18"/>
                    <a:pt x="196" y="16"/>
                  </a:cubicBezTo>
                  <a:lnTo>
                    <a:pt x="192" y="16"/>
                  </a:lnTo>
                  <a:lnTo>
                    <a:pt x="192" y="0"/>
                  </a:lnTo>
                  <a:lnTo>
                    <a:pt x="270" y="0"/>
                  </a:lnTo>
                  <a:lnTo>
                    <a:pt x="270" y="15"/>
                  </a:lnTo>
                  <a:lnTo>
                    <a:pt x="267" y="16"/>
                  </a:lnTo>
                  <a:cubicBezTo>
                    <a:pt x="258" y="19"/>
                    <a:pt x="253" y="24"/>
                    <a:pt x="249" y="32"/>
                  </a:cubicBezTo>
                  <a:cubicBezTo>
                    <a:pt x="246" y="41"/>
                    <a:pt x="244" y="57"/>
                    <a:pt x="244" y="78"/>
                  </a:cubicBezTo>
                  <a:lnTo>
                    <a:pt x="244" y="173"/>
                  </a:lnTo>
                  <a:cubicBezTo>
                    <a:pt x="244" y="201"/>
                    <a:pt x="242" y="222"/>
                    <a:pt x="239" y="236"/>
                  </a:cubicBezTo>
                  <a:cubicBezTo>
                    <a:pt x="236" y="251"/>
                    <a:pt x="231" y="263"/>
                    <a:pt x="224" y="272"/>
                  </a:cubicBezTo>
                  <a:cubicBezTo>
                    <a:pt x="215" y="285"/>
                    <a:pt x="202" y="294"/>
                    <a:pt x="186" y="300"/>
                  </a:cubicBezTo>
                  <a:cubicBezTo>
                    <a:pt x="171" y="306"/>
                    <a:pt x="152" y="310"/>
                    <a:pt x="130" y="310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2" name="Freeform 87"/>
            <p:cNvSpPr>
              <a:spLocks/>
            </p:cNvSpPr>
            <p:nvPr/>
          </p:nvSpPr>
          <p:spPr bwMode="auto">
            <a:xfrm>
              <a:off x="1397868" y="5058236"/>
              <a:ext cx="155655" cy="176409"/>
            </a:xfrm>
            <a:custGeom>
              <a:avLst/>
              <a:gdLst>
                <a:gd name="T0" fmla="*/ 252 w 274"/>
                <a:gd name="T1" fmla="*/ 306 h 306"/>
                <a:gd name="T2" fmla="*/ 229 w 274"/>
                <a:gd name="T3" fmla="*/ 306 h 306"/>
                <a:gd name="T4" fmla="*/ 228 w 274"/>
                <a:gd name="T5" fmla="*/ 304 h 306"/>
                <a:gd name="T6" fmla="*/ 50 w 274"/>
                <a:gd name="T7" fmla="*/ 55 h 306"/>
                <a:gd name="T8" fmla="*/ 50 w 274"/>
                <a:gd name="T9" fmla="*/ 236 h 306"/>
                <a:gd name="T10" fmla="*/ 57 w 274"/>
                <a:gd name="T11" fmla="*/ 272 h 306"/>
                <a:gd name="T12" fmla="*/ 75 w 274"/>
                <a:gd name="T13" fmla="*/ 287 h 306"/>
                <a:gd name="T14" fmla="*/ 79 w 274"/>
                <a:gd name="T15" fmla="*/ 288 h 306"/>
                <a:gd name="T16" fmla="*/ 79 w 274"/>
                <a:gd name="T17" fmla="*/ 303 h 306"/>
                <a:gd name="T18" fmla="*/ 0 w 274"/>
                <a:gd name="T19" fmla="*/ 303 h 306"/>
                <a:gd name="T20" fmla="*/ 0 w 274"/>
                <a:gd name="T21" fmla="*/ 288 h 306"/>
                <a:gd name="T22" fmla="*/ 2 w 274"/>
                <a:gd name="T23" fmla="*/ 287 h 306"/>
                <a:gd name="T24" fmla="*/ 21 w 274"/>
                <a:gd name="T25" fmla="*/ 271 h 306"/>
                <a:gd name="T26" fmla="*/ 28 w 274"/>
                <a:gd name="T27" fmla="*/ 239 h 306"/>
                <a:gd name="T28" fmla="*/ 28 w 274"/>
                <a:gd name="T29" fmla="*/ 51 h 306"/>
                <a:gd name="T30" fmla="*/ 22 w 274"/>
                <a:gd name="T31" fmla="*/ 25 h 306"/>
                <a:gd name="T32" fmla="*/ 7 w 274"/>
                <a:gd name="T33" fmla="*/ 16 h 306"/>
                <a:gd name="T34" fmla="*/ 3 w 274"/>
                <a:gd name="T35" fmla="*/ 16 h 306"/>
                <a:gd name="T36" fmla="*/ 3 w 274"/>
                <a:gd name="T37" fmla="*/ 0 h 306"/>
                <a:gd name="T38" fmla="*/ 71 w 274"/>
                <a:gd name="T39" fmla="*/ 0 h 306"/>
                <a:gd name="T40" fmla="*/ 73 w 274"/>
                <a:gd name="T41" fmla="*/ 2 h 306"/>
                <a:gd name="T42" fmla="*/ 230 w 274"/>
                <a:gd name="T43" fmla="*/ 223 h 306"/>
                <a:gd name="T44" fmla="*/ 230 w 274"/>
                <a:gd name="T45" fmla="*/ 90 h 306"/>
                <a:gd name="T46" fmla="*/ 223 w 274"/>
                <a:gd name="T47" fmla="*/ 34 h 306"/>
                <a:gd name="T48" fmla="*/ 203 w 274"/>
                <a:gd name="T49" fmla="*/ 16 h 306"/>
                <a:gd name="T50" fmla="*/ 200 w 274"/>
                <a:gd name="T51" fmla="*/ 16 h 306"/>
                <a:gd name="T52" fmla="*/ 200 w 274"/>
                <a:gd name="T53" fmla="*/ 0 h 306"/>
                <a:gd name="T54" fmla="*/ 274 w 274"/>
                <a:gd name="T55" fmla="*/ 0 h 306"/>
                <a:gd name="T56" fmla="*/ 274 w 274"/>
                <a:gd name="T57" fmla="*/ 15 h 306"/>
                <a:gd name="T58" fmla="*/ 272 w 274"/>
                <a:gd name="T59" fmla="*/ 16 h 306"/>
                <a:gd name="T60" fmla="*/ 257 w 274"/>
                <a:gd name="T61" fmla="*/ 35 h 306"/>
                <a:gd name="T62" fmla="*/ 252 w 274"/>
                <a:gd name="T63" fmla="*/ 87 h 306"/>
                <a:gd name="T64" fmla="*/ 252 w 274"/>
                <a:gd name="T65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4" h="306">
                  <a:moveTo>
                    <a:pt x="252" y="306"/>
                  </a:moveTo>
                  <a:lnTo>
                    <a:pt x="229" y="306"/>
                  </a:lnTo>
                  <a:lnTo>
                    <a:pt x="228" y="304"/>
                  </a:lnTo>
                  <a:lnTo>
                    <a:pt x="50" y="55"/>
                  </a:lnTo>
                  <a:lnTo>
                    <a:pt x="50" y="236"/>
                  </a:lnTo>
                  <a:cubicBezTo>
                    <a:pt x="50" y="251"/>
                    <a:pt x="52" y="264"/>
                    <a:pt x="57" y="272"/>
                  </a:cubicBezTo>
                  <a:cubicBezTo>
                    <a:pt x="61" y="280"/>
                    <a:pt x="67" y="285"/>
                    <a:pt x="75" y="287"/>
                  </a:cubicBezTo>
                  <a:lnTo>
                    <a:pt x="79" y="288"/>
                  </a:lnTo>
                  <a:lnTo>
                    <a:pt x="79" y="303"/>
                  </a:lnTo>
                  <a:lnTo>
                    <a:pt x="0" y="303"/>
                  </a:lnTo>
                  <a:lnTo>
                    <a:pt x="0" y="288"/>
                  </a:lnTo>
                  <a:lnTo>
                    <a:pt x="2" y="287"/>
                  </a:lnTo>
                  <a:cubicBezTo>
                    <a:pt x="11" y="284"/>
                    <a:pt x="17" y="279"/>
                    <a:pt x="21" y="271"/>
                  </a:cubicBezTo>
                  <a:cubicBezTo>
                    <a:pt x="25" y="264"/>
                    <a:pt x="28" y="253"/>
                    <a:pt x="28" y="239"/>
                  </a:cubicBezTo>
                  <a:lnTo>
                    <a:pt x="28" y="51"/>
                  </a:lnTo>
                  <a:cubicBezTo>
                    <a:pt x="28" y="39"/>
                    <a:pt x="26" y="30"/>
                    <a:pt x="22" y="25"/>
                  </a:cubicBezTo>
                  <a:cubicBezTo>
                    <a:pt x="19" y="20"/>
                    <a:pt x="14" y="17"/>
                    <a:pt x="7" y="16"/>
                  </a:cubicBezTo>
                  <a:lnTo>
                    <a:pt x="3" y="16"/>
                  </a:lnTo>
                  <a:lnTo>
                    <a:pt x="3" y="0"/>
                  </a:lnTo>
                  <a:lnTo>
                    <a:pt x="71" y="0"/>
                  </a:lnTo>
                  <a:lnTo>
                    <a:pt x="73" y="2"/>
                  </a:lnTo>
                  <a:lnTo>
                    <a:pt x="230" y="223"/>
                  </a:lnTo>
                  <a:lnTo>
                    <a:pt x="230" y="90"/>
                  </a:lnTo>
                  <a:cubicBezTo>
                    <a:pt x="230" y="64"/>
                    <a:pt x="227" y="45"/>
                    <a:pt x="223" y="34"/>
                  </a:cubicBezTo>
                  <a:cubicBezTo>
                    <a:pt x="219" y="24"/>
                    <a:pt x="213" y="18"/>
                    <a:pt x="203" y="16"/>
                  </a:cubicBezTo>
                  <a:lnTo>
                    <a:pt x="200" y="16"/>
                  </a:lnTo>
                  <a:lnTo>
                    <a:pt x="200" y="0"/>
                  </a:lnTo>
                  <a:lnTo>
                    <a:pt x="274" y="0"/>
                  </a:lnTo>
                  <a:lnTo>
                    <a:pt x="274" y="15"/>
                  </a:lnTo>
                  <a:lnTo>
                    <a:pt x="272" y="16"/>
                  </a:lnTo>
                  <a:cubicBezTo>
                    <a:pt x="264" y="20"/>
                    <a:pt x="260" y="26"/>
                    <a:pt x="257" y="35"/>
                  </a:cubicBezTo>
                  <a:cubicBezTo>
                    <a:pt x="254" y="44"/>
                    <a:pt x="252" y="61"/>
                    <a:pt x="252" y="87"/>
                  </a:cubicBezTo>
                  <a:lnTo>
                    <a:pt x="252" y="306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3" name="Freeform 88"/>
            <p:cNvSpPr>
              <a:spLocks/>
            </p:cNvSpPr>
            <p:nvPr/>
          </p:nvSpPr>
          <p:spPr bwMode="auto">
            <a:xfrm>
              <a:off x="1569087" y="5058236"/>
              <a:ext cx="50156" cy="174678"/>
            </a:xfrm>
            <a:custGeom>
              <a:avLst/>
              <a:gdLst>
                <a:gd name="T0" fmla="*/ 89 w 89"/>
                <a:gd name="T1" fmla="*/ 303 h 303"/>
                <a:gd name="T2" fmla="*/ 0 w 89"/>
                <a:gd name="T3" fmla="*/ 303 h 303"/>
                <a:gd name="T4" fmla="*/ 0 w 89"/>
                <a:gd name="T5" fmla="*/ 287 h 303"/>
                <a:gd name="T6" fmla="*/ 4 w 89"/>
                <a:gd name="T7" fmla="*/ 287 h 303"/>
                <a:gd name="T8" fmla="*/ 15 w 89"/>
                <a:gd name="T9" fmla="*/ 280 h 303"/>
                <a:gd name="T10" fmla="*/ 19 w 89"/>
                <a:gd name="T11" fmla="*/ 255 h 303"/>
                <a:gd name="T12" fmla="*/ 19 w 89"/>
                <a:gd name="T13" fmla="*/ 49 h 303"/>
                <a:gd name="T14" fmla="*/ 15 w 89"/>
                <a:gd name="T15" fmla="*/ 23 h 303"/>
                <a:gd name="T16" fmla="*/ 4 w 89"/>
                <a:gd name="T17" fmla="*/ 16 h 303"/>
                <a:gd name="T18" fmla="*/ 0 w 89"/>
                <a:gd name="T19" fmla="*/ 16 h 303"/>
                <a:gd name="T20" fmla="*/ 0 w 89"/>
                <a:gd name="T21" fmla="*/ 0 h 303"/>
                <a:gd name="T22" fmla="*/ 89 w 89"/>
                <a:gd name="T23" fmla="*/ 0 h 303"/>
                <a:gd name="T24" fmla="*/ 89 w 89"/>
                <a:gd name="T25" fmla="*/ 16 h 303"/>
                <a:gd name="T26" fmla="*/ 85 w 89"/>
                <a:gd name="T27" fmla="*/ 16 h 303"/>
                <a:gd name="T28" fmla="*/ 74 w 89"/>
                <a:gd name="T29" fmla="*/ 23 h 303"/>
                <a:gd name="T30" fmla="*/ 70 w 89"/>
                <a:gd name="T31" fmla="*/ 49 h 303"/>
                <a:gd name="T32" fmla="*/ 70 w 89"/>
                <a:gd name="T33" fmla="*/ 255 h 303"/>
                <a:gd name="T34" fmla="*/ 74 w 89"/>
                <a:gd name="T35" fmla="*/ 281 h 303"/>
                <a:gd name="T36" fmla="*/ 85 w 89"/>
                <a:gd name="T37" fmla="*/ 287 h 303"/>
                <a:gd name="T38" fmla="*/ 89 w 89"/>
                <a:gd name="T39" fmla="*/ 287 h 303"/>
                <a:gd name="T40" fmla="*/ 89 w 89"/>
                <a:gd name="T41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303">
                  <a:moveTo>
                    <a:pt x="89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10" y="287"/>
                    <a:pt x="13" y="285"/>
                    <a:pt x="15" y="280"/>
                  </a:cubicBezTo>
                  <a:cubicBezTo>
                    <a:pt x="18" y="276"/>
                    <a:pt x="19" y="267"/>
                    <a:pt x="19" y="255"/>
                  </a:cubicBezTo>
                  <a:lnTo>
                    <a:pt x="19" y="49"/>
                  </a:lnTo>
                  <a:cubicBezTo>
                    <a:pt x="19" y="37"/>
                    <a:pt x="18" y="28"/>
                    <a:pt x="15" y="23"/>
                  </a:cubicBezTo>
                  <a:cubicBezTo>
                    <a:pt x="13" y="19"/>
                    <a:pt x="10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6"/>
                  </a:lnTo>
                  <a:lnTo>
                    <a:pt x="85" y="16"/>
                  </a:lnTo>
                  <a:cubicBezTo>
                    <a:pt x="80" y="17"/>
                    <a:pt x="76" y="19"/>
                    <a:pt x="74" y="23"/>
                  </a:cubicBezTo>
                  <a:cubicBezTo>
                    <a:pt x="71" y="28"/>
                    <a:pt x="70" y="36"/>
                    <a:pt x="70" y="49"/>
                  </a:cubicBezTo>
                  <a:lnTo>
                    <a:pt x="70" y="255"/>
                  </a:lnTo>
                  <a:cubicBezTo>
                    <a:pt x="70" y="267"/>
                    <a:pt x="71" y="276"/>
                    <a:pt x="74" y="281"/>
                  </a:cubicBezTo>
                  <a:cubicBezTo>
                    <a:pt x="76" y="285"/>
                    <a:pt x="80" y="287"/>
                    <a:pt x="85" y="287"/>
                  </a:cubicBezTo>
                  <a:lnTo>
                    <a:pt x="89" y="287"/>
                  </a:lnTo>
                  <a:lnTo>
                    <a:pt x="89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4" name="Freeform 89"/>
            <p:cNvSpPr>
              <a:spLocks/>
            </p:cNvSpPr>
            <p:nvPr/>
          </p:nvSpPr>
          <p:spPr bwMode="auto">
            <a:xfrm>
              <a:off x="1627890" y="5058236"/>
              <a:ext cx="148736" cy="178137"/>
            </a:xfrm>
            <a:custGeom>
              <a:avLst/>
              <a:gdLst>
                <a:gd name="T0" fmla="*/ 146 w 261"/>
                <a:gd name="T1" fmla="*/ 310 h 310"/>
                <a:gd name="T2" fmla="*/ 115 w 261"/>
                <a:gd name="T3" fmla="*/ 310 h 310"/>
                <a:gd name="T4" fmla="*/ 27 w 261"/>
                <a:gd name="T5" fmla="*/ 53 h 310"/>
                <a:gd name="T6" fmla="*/ 15 w 261"/>
                <a:gd name="T7" fmla="*/ 27 h 310"/>
                <a:gd name="T8" fmla="*/ 3 w 261"/>
                <a:gd name="T9" fmla="*/ 16 h 310"/>
                <a:gd name="T10" fmla="*/ 0 w 261"/>
                <a:gd name="T11" fmla="*/ 15 h 310"/>
                <a:gd name="T12" fmla="*/ 0 w 261"/>
                <a:gd name="T13" fmla="*/ 0 h 310"/>
                <a:gd name="T14" fmla="*/ 87 w 261"/>
                <a:gd name="T15" fmla="*/ 0 h 310"/>
                <a:gd name="T16" fmla="*/ 87 w 261"/>
                <a:gd name="T17" fmla="*/ 16 h 310"/>
                <a:gd name="T18" fmla="*/ 84 w 261"/>
                <a:gd name="T19" fmla="*/ 16 h 310"/>
                <a:gd name="T20" fmla="*/ 76 w 261"/>
                <a:gd name="T21" fmla="*/ 20 h 310"/>
                <a:gd name="T22" fmla="*/ 73 w 261"/>
                <a:gd name="T23" fmla="*/ 28 h 310"/>
                <a:gd name="T24" fmla="*/ 74 w 261"/>
                <a:gd name="T25" fmla="*/ 33 h 310"/>
                <a:gd name="T26" fmla="*/ 76 w 261"/>
                <a:gd name="T27" fmla="*/ 42 h 310"/>
                <a:gd name="T28" fmla="*/ 143 w 261"/>
                <a:gd name="T29" fmla="*/ 242 h 310"/>
                <a:gd name="T30" fmla="*/ 201 w 261"/>
                <a:gd name="T31" fmla="*/ 58 h 310"/>
                <a:gd name="T32" fmla="*/ 202 w 261"/>
                <a:gd name="T33" fmla="*/ 50 h 310"/>
                <a:gd name="T34" fmla="*/ 203 w 261"/>
                <a:gd name="T35" fmla="*/ 41 h 310"/>
                <a:gd name="T36" fmla="*/ 198 w 261"/>
                <a:gd name="T37" fmla="*/ 24 h 310"/>
                <a:gd name="T38" fmla="*/ 187 w 261"/>
                <a:gd name="T39" fmla="*/ 16 h 310"/>
                <a:gd name="T40" fmla="*/ 183 w 261"/>
                <a:gd name="T41" fmla="*/ 16 h 310"/>
                <a:gd name="T42" fmla="*/ 183 w 261"/>
                <a:gd name="T43" fmla="*/ 0 h 310"/>
                <a:gd name="T44" fmla="*/ 261 w 261"/>
                <a:gd name="T45" fmla="*/ 0 h 310"/>
                <a:gd name="T46" fmla="*/ 261 w 261"/>
                <a:gd name="T47" fmla="*/ 15 h 310"/>
                <a:gd name="T48" fmla="*/ 258 w 261"/>
                <a:gd name="T49" fmla="*/ 16 h 310"/>
                <a:gd name="T50" fmla="*/ 236 w 261"/>
                <a:gd name="T51" fmla="*/ 34 h 310"/>
                <a:gd name="T52" fmla="*/ 220 w 261"/>
                <a:gd name="T53" fmla="*/ 70 h 310"/>
                <a:gd name="T54" fmla="*/ 146 w 261"/>
                <a:gd name="T55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1" h="310">
                  <a:moveTo>
                    <a:pt x="146" y="310"/>
                  </a:moveTo>
                  <a:lnTo>
                    <a:pt x="115" y="310"/>
                  </a:lnTo>
                  <a:lnTo>
                    <a:pt x="27" y="53"/>
                  </a:lnTo>
                  <a:cubicBezTo>
                    <a:pt x="23" y="41"/>
                    <a:pt x="19" y="33"/>
                    <a:pt x="15" y="27"/>
                  </a:cubicBezTo>
                  <a:cubicBezTo>
                    <a:pt x="11" y="21"/>
                    <a:pt x="7" y="18"/>
                    <a:pt x="3" y="16"/>
                  </a:cubicBezTo>
                  <a:lnTo>
                    <a:pt x="0" y="15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6"/>
                  </a:lnTo>
                  <a:lnTo>
                    <a:pt x="84" y="16"/>
                  </a:lnTo>
                  <a:cubicBezTo>
                    <a:pt x="80" y="17"/>
                    <a:pt x="77" y="18"/>
                    <a:pt x="76" y="20"/>
                  </a:cubicBezTo>
                  <a:cubicBezTo>
                    <a:pt x="74" y="22"/>
                    <a:pt x="73" y="25"/>
                    <a:pt x="73" y="28"/>
                  </a:cubicBezTo>
                  <a:cubicBezTo>
                    <a:pt x="73" y="29"/>
                    <a:pt x="73" y="30"/>
                    <a:pt x="74" y="33"/>
                  </a:cubicBezTo>
                  <a:cubicBezTo>
                    <a:pt x="74" y="35"/>
                    <a:pt x="75" y="38"/>
                    <a:pt x="76" y="42"/>
                  </a:cubicBezTo>
                  <a:lnTo>
                    <a:pt x="143" y="242"/>
                  </a:lnTo>
                  <a:lnTo>
                    <a:pt x="201" y="58"/>
                  </a:lnTo>
                  <a:cubicBezTo>
                    <a:pt x="201" y="55"/>
                    <a:pt x="202" y="53"/>
                    <a:pt x="202" y="50"/>
                  </a:cubicBezTo>
                  <a:cubicBezTo>
                    <a:pt x="203" y="47"/>
                    <a:pt x="203" y="44"/>
                    <a:pt x="203" y="41"/>
                  </a:cubicBezTo>
                  <a:cubicBezTo>
                    <a:pt x="203" y="35"/>
                    <a:pt x="201" y="29"/>
                    <a:pt x="198" y="24"/>
                  </a:cubicBezTo>
                  <a:cubicBezTo>
                    <a:pt x="194" y="20"/>
                    <a:pt x="191" y="17"/>
                    <a:pt x="187" y="16"/>
                  </a:cubicBezTo>
                  <a:lnTo>
                    <a:pt x="183" y="16"/>
                  </a:lnTo>
                  <a:lnTo>
                    <a:pt x="183" y="0"/>
                  </a:lnTo>
                  <a:lnTo>
                    <a:pt x="261" y="0"/>
                  </a:lnTo>
                  <a:lnTo>
                    <a:pt x="261" y="15"/>
                  </a:lnTo>
                  <a:lnTo>
                    <a:pt x="258" y="16"/>
                  </a:lnTo>
                  <a:cubicBezTo>
                    <a:pt x="250" y="20"/>
                    <a:pt x="242" y="26"/>
                    <a:pt x="236" y="34"/>
                  </a:cubicBezTo>
                  <a:cubicBezTo>
                    <a:pt x="231" y="42"/>
                    <a:pt x="225" y="54"/>
                    <a:pt x="220" y="70"/>
                  </a:cubicBezTo>
                  <a:lnTo>
                    <a:pt x="146" y="310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5" name="Freeform 90"/>
            <p:cNvSpPr>
              <a:spLocks/>
            </p:cNvSpPr>
            <p:nvPr/>
          </p:nvSpPr>
          <p:spPr bwMode="auto">
            <a:xfrm>
              <a:off x="1781815" y="5058236"/>
              <a:ext cx="136631" cy="174678"/>
            </a:xfrm>
            <a:custGeom>
              <a:avLst/>
              <a:gdLst>
                <a:gd name="T0" fmla="*/ 220 w 239"/>
                <a:gd name="T1" fmla="*/ 303 h 303"/>
                <a:gd name="T2" fmla="*/ 0 w 239"/>
                <a:gd name="T3" fmla="*/ 303 h 303"/>
                <a:gd name="T4" fmla="*/ 0 w 239"/>
                <a:gd name="T5" fmla="*/ 287 h 303"/>
                <a:gd name="T6" fmla="*/ 4 w 239"/>
                <a:gd name="T7" fmla="*/ 287 h 303"/>
                <a:gd name="T8" fmla="*/ 14 w 239"/>
                <a:gd name="T9" fmla="*/ 281 h 303"/>
                <a:gd name="T10" fmla="*/ 18 w 239"/>
                <a:gd name="T11" fmla="*/ 255 h 303"/>
                <a:gd name="T12" fmla="*/ 18 w 239"/>
                <a:gd name="T13" fmla="*/ 49 h 303"/>
                <a:gd name="T14" fmla="*/ 14 w 239"/>
                <a:gd name="T15" fmla="*/ 23 h 303"/>
                <a:gd name="T16" fmla="*/ 4 w 239"/>
                <a:gd name="T17" fmla="*/ 16 h 303"/>
                <a:gd name="T18" fmla="*/ 0 w 239"/>
                <a:gd name="T19" fmla="*/ 16 h 303"/>
                <a:gd name="T20" fmla="*/ 0 w 239"/>
                <a:gd name="T21" fmla="*/ 0 h 303"/>
                <a:gd name="T22" fmla="*/ 213 w 239"/>
                <a:gd name="T23" fmla="*/ 0 h 303"/>
                <a:gd name="T24" fmla="*/ 219 w 239"/>
                <a:gd name="T25" fmla="*/ 65 h 303"/>
                <a:gd name="T26" fmla="*/ 203 w 239"/>
                <a:gd name="T27" fmla="*/ 68 h 303"/>
                <a:gd name="T28" fmla="*/ 202 w 239"/>
                <a:gd name="T29" fmla="*/ 64 h 303"/>
                <a:gd name="T30" fmla="*/ 176 w 239"/>
                <a:gd name="T31" fmla="*/ 32 h 303"/>
                <a:gd name="T32" fmla="*/ 108 w 239"/>
                <a:gd name="T33" fmla="*/ 23 h 303"/>
                <a:gd name="T34" fmla="*/ 95 w 239"/>
                <a:gd name="T35" fmla="*/ 23 h 303"/>
                <a:gd name="T36" fmla="*/ 71 w 239"/>
                <a:gd name="T37" fmla="*/ 26 h 303"/>
                <a:gd name="T38" fmla="*/ 68 w 239"/>
                <a:gd name="T39" fmla="*/ 42 h 303"/>
                <a:gd name="T40" fmla="*/ 68 w 239"/>
                <a:gd name="T41" fmla="*/ 121 h 303"/>
                <a:gd name="T42" fmla="*/ 107 w 239"/>
                <a:gd name="T43" fmla="*/ 121 h 303"/>
                <a:gd name="T44" fmla="*/ 152 w 239"/>
                <a:gd name="T45" fmla="*/ 116 h 303"/>
                <a:gd name="T46" fmla="*/ 169 w 239"/>
                <a:gd name="T47" fmla="*/ 96 h 303"/>
                <a:gd name="T48" fmla="*/ 170 w 239"/>
                <a:gd name="T49" fmla="*/ 93 h 303"/>
                <a:gd name="T50" fmla="*/ 184 w 239"/>
                <a:gd name="T51" fmla="*/ 93 h 303"/>
                <a:gd name="T52" fmla="*/ 184 w 239"/>
                <a:gd name="T53" fmla="*/ 171 h 303"/>
                <a:gd name="T54" fmla="*/ 170 w 239"/>
                <a:gd name="T55" fmla="*/ 171 h 303"/>
                <a:gd name="T56" fmla="*/ 169 w 239"/>
                <a:gd name="T57" fmla="*/ 169 h 303"/>
                <a:gd name="T58" fmla="*/ 154 w 239"/>
                <a:gd name="T59" fmla="*/ 149 h 303"/>
                <a:gd name="T60" fmla="*/ 113 w 239"/>
                <a:gd name="T61" fmla="*/ 144 h 303"/>
                <a:gd name="T62" fmla="*/ 68 w 239"/>
                <a:gd name="T63" fmla="*/ 144 h 303"/>
                <a:gd name="T64" fmla="*/ 68 w 239"/>
                <a:gd name="T65" fmla="*/ 256 h 303"/>
                <a:gd name="T66" fmla="*/ 73 w 239"/>
                <a:gd name="T67" fmla="*/ 277 h 303"/>
                <a:gd name="T68" fmla="*/ 104 w 239"/>
                <a:gd name="T69" fmla="*/ 281 h 303"/>
                <a:gd name="T70" fmla="*/ 150 w 239"/>
                <a:gd name="T71" fmla="*/ 279 h 303"/>
                <a:gd name="T72" fmla="*/ 173 w 239"/>
                <a:gd name="T73" fmla="*/ 275 h 303"/>
                <a:gd name="T74" fmla="*/ 197 w 239"/>
                <a:gd name="T75" fmla="*/ 261 h 303"/>
                <a:gd name="T76" fmla="*/ 222 w 239"/>
                <a:gd name="T77" fmla="*/ 232 h 303"/>
                <a:gd name="T78" fmla="*/ 224 w 239"/>
                <a:gd name="T79" fmla="*/ 229 h 303"/>
                <a:gd name="T80" fmla="*/ 239 w 239"/>
                <a:gd name="T81" fmla="*/ 237 h 303"/>
                <a:gd name="T82" fmla="*/ 220 w 239"/>
                <a:gd name="T83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9" h="303">
                  <a:moveTo>
                    <a:pt x="220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9" y="287"/>
                    <a:pt x="12" y="285"/>
                    <a:pt x="14" y="281"/>
                  </a:cubicBezTo>
                  <a:cubicBezTo>
                    <a:pt x="17" y="276"/>
                    <a:pt x="18" y="267"/>
                    <a:pt x="18" y="255"/>
                  </a:cubicBezTo>
                  <a:lnTo>
                    <a:pt x="18" y="49"/>
                  </a:lnTo>
                  <a:cubicBezTo>
                    <a:pt x="18" y="36"/>
                    <a:pt x="17" y="28"/>
                    <a:pt x="14" y="23"/>
                  </a:cubicBezTo>
                  <a:cubicBezTo>
                    <a:pt x="12" y="19"/>
                    <a:pt x="9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9" y="65"/>
                  </a:lnTo>
                  <a:lnTo>
                    <a:pt x="203" y="68"/>
                  </a:lnTo>
                  <a:lnTo>
                    <a:pt x="202" y="64"/>
                  </a:lnTo>
                  <a:cubicBezTo>
                    <a:pt x="196" y="49"/>
                    <a:pt x="187" y="38"/>
                    <a:pt x="176" y="32"/>
                  </a:cubicBezTo>
                  <a:cubicBezTo>
                    <a:pt x="165" y="26"/>
                    <a:pt x="142" y="23"/>
                    <a:pt x="108" y="23"/>
                  </a:cubicBezTo>
                  <a:lnTo>
                    <a:pt x="95" y="23"/>
                  </a:lnTo>
                  <a:cubicBezTo>
                    <a:pt x="76" y="23"/>
                    <a:pt x="72" y="25"/>
                    <a:pt x="71" y="26"/>
                  </a:cubicBezTo>
                  <a:cubicBezTo>
                    <a:pt x="71" y="26"/>
                    <a:pt x="68" y="29"/>
                    <a:pt x="68" y="42"/>
                  </a:cubicBezTo>
                  <a:lnTo>
                    <a:pt x="68" y="121"/>
                  </a:lnTo>
                  <a:lnTo>
                    <a:pt x="107" y="121"/>
                  </a:lnTo>
                  <a:cubicBezTo>
                    <a:pt x="128" y="121"/>
                    <a:pt x="144" y="119"/>
                    <a:pt x="152" y="116"/>
                  </a:cubicBezTo>
                  <a:cubicBezTo>
                    <a:pt x="160" y="112"/>
                    <a:pt x="166" y="105"/>
                    <a:pt x="169" y="96"/>
                  </a:cubicBezTo>
                  <a:lnTo>
                    <a:pt x="170" y="93"/>
                  </a:lnTo>
                  <a:lnTo>
                    <a:pt x="184" y="93"/>
                  </a:lnTo>
                  <a:lnTo>
                    <a:pt x="184" y="171"/>
                  </a:lnTo>
                  <a:lnTo>
                    <a:pt x="170" y="171"/>
                  </a:lnTo>
                  <a:lnTo>
                    <a:pt x="169" y="169"/>
                  </a:lnTo>
                  <a:cubicBezTo>
                    <a:pt x="165" y="159"/>
                    <a:pt x="161" y="153"/>
                    <a:pt x="154" y="149"/>
                  </a:cubicBezTo>
                  <a:cubicBezTo>
                    <a:pt x="150" y="147"/>
                    <a:pt x="139" y="144"/>
                    <a:pt x="113" y="144"/>
                  </a:cubicBezTo>
                  <a:lnTo>
                    <a:pt x="68" y="144"/>
                  </a:lnTo>
                  <a:lnTo>
                    <a:pt x="68" y="256"/>
                  </a:lnTo>
                  <a:cubicBezTo>
                    <a:pt x="68" y="272"/>
                    <a:pt x="72" y="276"/>
                    <a:pt x="73" y="277"/>
                  </a:cubicBezTo>
                  <a:cubicBezTo>
                    <a:pt x="75" y="278"/>
                    <a:pt x="82" y="281"/>
                    <a:pt x="104" y="281"/>
                  </a:cubicBezTo>
                  <a:cubicBezTo>
                    <a:pt x="125" y="281"/>
                    <a:pt x="141" y="280"/>
                    <a:pt x="150" y="279"/>
                  </a:cubicBezTo>
                  <a:cubicBezTo>
                    <a:pt x="158" y="278"/>
                    <a:pt x="166" y="277"/>
                    <a:pt x="173" y="275"/>
                  </a:cubicBezTo>
                  <a:cubicBezTo>
                    <a:pt x="181" y="272"/>
                    <a:pt x="189" y="267"/>
                    <a:pt x="197" y="261"/>
                  </a:cubicBezTo>
                  <a:cubicBezTo>
                    <a:pt x="205" y="254"/>
                    <a:pt x="213" y="244"/>
                    <a:pt x="222" y="232"/>
                  </a:cubicBezTo>
                  <a:lnTo>
                    <a:pt x="224" y="229"/>
                  </a:lnTo>
                  <a:lnTo>
                    <a:pt x="239" y="237"/>
                  </a:lnTo>
                  <a:lnTo>
                    <a:pt x="220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6" name="Freeform 91"/>
            <p:cNvSpPr>
              <a:spLocks noEditPoints="1"/>
            </p:cNvSpPr>
            <p:nvPr/>
          </p:nvSpPr>
          <p:spPr bwMode="auto">
            <a:xfrm>
              <a:off x="1928823" y="5056507"/>
              <a:ext cx="143549" cy="195433"/>
            </a:xfrm>
            <a:custGeom>
              <a:avLst/>
              <a:gdLst>
                <a:gd name="T0" fmla="*/ 69 w 250"/>
                <a:gd name="T1" fmla="*/ 151 h 343"/>
                <a:gd name="T2" fmla="*/ 78 w 250"/>
                <a:gd name="T3" fmla="*/ 152 h 343"/>
                <a:gd name="T4" fmla="*/ 95 w 250"/>
                <a:gd name="T5" fmla="*/ 152 h 343"/>
                <a:gd name="T6" fmla="*/ 167 w 250"/>
                <a:gd name="T7" fmla="*/ 136 h 343"/>
                <a:gd name="T8" fmla="*/ 189 w 250"/>
                <a:gd name="T9" fmla="*/ 88 h 343"/>
                <a:gd name="T10" fmla="*/ 169 w 250"/>
                <a:gd name="T11" fmla="*/ 37 h 343"/>
                <a:gd name="T12" fmla="*/ 111 w 250"/>
                <a:gd name="T13" fmla="*/ 19 h 343"/>
                <a:gd name="T14" fmla="*/ 77 w 250"/>
                <a:gd name="T15" fmla="*/ 26 h 343"/>
                <a:gd name="T16" fmla="*/ 69 w 250"/>
                <a:gd name="T17" fmla="*/ 49 h 343"/>
                <a:gd name="T18" fmla="*/ 69 w 250"/>
                <a:gd name="T19" fmla="*/ 151 h 343"/>
                <a:gd name="T20" fmla="*/ 250 w 250"/>
                <a:gd name="T21" fmla="*/ 343 h 343"/>
                <a:gd name="T22" fmla="*/ 244 w 250"/>
                <a:gd name="T23" fmla="*/ 340 h 343"/>
                <a:gd name="T24" fmla="*/ 165 w 250"/>
                <a:gd name="T25" fmla="*/ 278 h 343"/>
                <a:gd name="T26" fmla="*/ 108 w 250"/>
                <a:gd name="T27" fmla="*/ 172 h 343"/>
                <a:gd name="T28" fmla="*/ 101 w 250"/>
                <a:gd name="T29" fmla="*/ 172 h 343"/>
                <a:gd name="T30" fmla="*/ 92 w 250"/>
                <a:gd name="T31" fmla="*/ 172 h 343"/>
                <a:gd name="T32" fmla="*/ 69 w 250"/>
                <a:gd name="T33" fmla="*/ 171 h 343"/>
                <a:gd name="T34" fmla="*/ 69 w 250"/>
                <a:gd name="T35" fmla="*/ 259 h 343"/>
                <a:gd name="T36" fmla="*/ 72 w 250"/>
                <a:gd name="T37" fmla="*/ 285 h 343"/>
                <a:gd name="T38" fmla="*/ 83 w 250"/>
                <a:gd name="T39" fmla="*/ 291 h 343"/>
                <a:gd name="T40" fmla="*/ 87 w 250"/>
                <a:gd name="T41" fmla="*/ 291 h 343"/>
                <a:gd name="T42" fmla="*/ 87 w 250"/>
                <a:gd name="T43" fmla="*/ 307 h 343"/>
                <a:gd name="T44" fmla="*/ 0 w 250"/>
                <a:gd name="T45" fmla="*/ 307 h 343"/>
                <a:gd name="T46" fmla="*/ 0 w 250"/>
                <a:gd name="T47" fmla="*/ 291 h 343"/>
                <a:gd name="T48" fmla="*/ 4 w 250"/>
                <a:gd name="T49" fmla="*/ 291 h 343"/>
                <a:gd name="T50" fmla="*/ 15 w 250"/>
                <a:gd name="T51" fmla="*/ 285 h 343"/>
                <a:gd name="T52" fmla="*/ 19 w 250"/>
                <a:gd name="T53" fmla="*/ 259 h 343"/>
                <a:gd name="T54" fmla="*/ 19 w 250"/>
                <a:gd name="T55" fmla="*/ 53 h 343"/>
                <a:gd name="T56" fmla="*/ 15 w 250"/>
                <a:gd name="T57" fmla="*/ 27 h 343"/>
                <a:gd name="T58" fmla="*/ 4 w 250"/>
                <a:gd name="T59" fmla="*/ 20 h 343"/>
                <a:gd name="T60" fmla="*/ 0 w 250"/>
                <a:gd name="T61" fmla="*/ 20 h 343"/>
                <a:gd name="T62" fmla="*/ 0 w 250"/>
                <a:gd name="T63" fmla="*/ 5 h 343"/>
                <a:gd name="T64" fmla="*/ 70 w 250"/>
                <a:gd name="T65" fmla="*/ 1 h 343"/>
                <a:gd name="T66" fmla="*/ 95 w 250"/>
                <a:gd name="T67" fmla="*/ 0 h 343"/>
                <a:gd name="T68" fmla="*/ 109 w 250"/>
                <a:gd name="T69" fmla="*/ 0 h 343"/>
                <a:gd name="T70" fmla="*/ 206 w 250"/>
                <a:gd name="T71" fmla="*/ 24 h 343"/>
                <a:gd name="T72" fmla="*/ 243 w 250"/>
                <a:gd name="T73" fmla="*/ 89 h 343"/>
                <a:gd name="T74" fmla="*/ 219 w 250"/>
                <a:gd name="T75" fmla="*/ 140 h 343"/>
                <a:gd name="T76" fmla="*/ 162 w 250"/>
                <a:gd name="T77" fmla="*/ 167 h 343"/>
                <a:gd name="T78" fmla="*/ 204 w 250"/>
                <a:gd name="T79" fmla="*/ 265 h 343"/>
                <a:gd name="T80" fmla="*/ 248 w 250"/>
                <a:gd name="T81" fmla="*/ 325 h 343"/>
                <a:gd name="T82" fmla="*/ 250 w 250"/>
                <a:gd name="T83" fmla="*/ 326 h 343"/>
                <a:gd name="T84" fmla="*/ 250 w 250"/>
                <a:gd name="T8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343">
                  <a:moveTo>
                    <a:pt x="69" y="151"/>
                  </a:moveTo>
                  <a:cubicBezTo>
                    <a:pt x="71" y="151"/>
                    <a:pt x="74" y="152"/>
                    <a:pt x="78" y="152"/>
                  </a:cubicBezTo>
                  <a:cubicBezTo>
                    <a:pt x="82" y="152"/>
                    <a:pt x="88" y="152"/>
                    <a:pt x="95" y="152"/>
                  </a:cubicBezTo>
                  <a:cubicBezTo>
                    <a:pt x="127" y="152"/>
                    <a:pt x="151" y="147"/>
                    <a:pt x="167" y="136"/>
                  </a:cubicBezTo>
                  <a:cubicBezTo>
                    <a:pt x="182" y="126"/>
                    <a:pt x="189" y="110"/>
                    <a:pt x="189" y="88"/>
                  </a:cubicBezTo>
                  <a:cubicBezTo>
                    <a:pt x="189" y="66"/>
                    <a:pt x="182" y="49"/>
                    <a:pt x="169" y="37"/>
                  </a:cubicBezTo>
                  <a:cubicBezTo>
                    <a:pt x="156" y="25"/>
                    <a:pt x="136" y="19"/>
                    <a:pt x="111" y="19"/>
                  </a:cubicBezTo>
                  <a:cubicBezTo>
                    <a:pt x="95" y="19"/>
                    <a:pt x="83" y="21"/>
                    <a:pt x="77" y="26"/>
                  </a:cubicBezTo>
                  <a:cubicBezTo>
                    <a:pt x="71" y="30"/>
                    <a:pt x="69" y="37"/>
                    <a:pt x="69" y="49"/>
                  </a:cubicBezTo>
                  <a:lnTo>
                    <a:pt x="69" y="151"/>
                  </a:lnTo>
                  <a:close/>
                  <a:moveTo>
                    <a:pt x="250" y="343"/>
                  </a:moveTo>
                  <a:lnTo>
                    <a:pt x="244" y="340"/>
                  </a:lnTo>
                  <a:cubicBezTo>
                    <a:pt x="215" y="328"/>
                    <a:pt x="188" y="307"/>
                    <a:pt x="165" y="278"/>
                  </a:cubicBezTo>
                  <a:cubicBezTo>
                    <a:pt x="142" y="249"/>
                    <a:pt x="123" y="214"/>
                    <a:pt x="108" y="172"/>
                  </a:cubicBezTo>
                  <a:cubicBezTo>
                    <a:pt x="106" y="172"/>
                    <a:pt x="104" y="172"/>
                    <a:pt x="101" y="172"/>
                  </a:cubicBezTo>
                  <a:cubicBezTo>
                    <a:pt x="97" y="172"/>
                    <a:pt x="94" y="172"/>
                    <a:pt x="92" y="172"/>
                  </a:cubicBezTo>
                  <a:cubicBezTo>
                    <a:pt x="87" y="172"/>
                    <a:pt x="79" y="172"/>
                    <a:pt x="69" y="171"/>
                  </a:cubicBezTo>
                  <a:lnTo>
                    <a:pt x="69" y="259"/>
                  </a:lnTo>
                  <a:cubicBezTo>
                    <a:pt x="69" y="271"/>
                    <a:pt x="70" y="280"/>
                    <a:pt x="72" y="285"/>
                  </a:cubicBezTo>
                  <a:cubicBezTo>
                    <a:pt x="75" y="289"/>
                    <a:pt x="78" y="291"/>
                    <a:pt x="83" y="291"/>
                  </a:cubicBezTo>
                  <a:lnTo>
                    <a:pt x="87" y="291"/>
                  </a:lnTo>
                  <a:lnTo>
                    <a:pt x="87" y="307"/>
                  </a:lnTo>
                  <a:lnTo>
                    <a:pt x="0" y="307"/>
                  </a:lnTo>
                  <a:lnTo>
                    <a:pt x="0" y="291"/>
                  </a:lnTo>
                  <a:lnTo>
                    <a:pt x="4" y="291"/>
                  </a:lnTo>
                  <a:cubicBezTo>
                    <a:pt x="9" y="291"/>
                    <a:pt x="12" y="289"/>
                    <a:pt x="15" y="285"/>
                  </a:cubicBezTo>
                  <a:cubicBezTo>
                    <a:pt x="17" y="280"/>
                    <a:pt x="19" y="271"/>
                    <a:pt x="19" y="259"/>
                  </a:cubicBezTo>
                  <a:lnTo>
                    <a:pt x="19" y="53"/>
                  </a:lnTo>
                  <a:cubicBezTo>
                    <a:pt x="19" y="40"/>
                    <a:pt x="17" y="32"/>
                    <a:pt x="15" y="27"/>
                  </a:cubicBezTo>
                  <a:cubicBezTo>
                    <a:pt x="12" y="23"/>
                    <a:pt x="9" y="21"/>
                    <a:pt x="4" y="20"/>
                  </a:cubicBezTo>
                  <a:lnTo>
                    <a:pt x="0" y="20"/>
                  </a:lnTo>
                  <a:lnTo>
                    <a:pt x="0" y="5"/>
                  </a:lnTo>
                  <a:lnTo>
                    <a:pt x="70" y="1"/>
                  </a:lnTo>
                  <a:cubicBezTo>
                    <a:pt x="80" y="1"/>
                    <a:pt x="88" y="0"/>
                    <a:pt x="95" y="0"/>
                  </a:cubicBezTo>
                  <a:cubicBezTo>
                    <a:pt x="101" y="0"/>
                    <a:pt x="106" y="0"/>
                    <a:pt x="109" y="0"/>
                  </a:cubicBezTo>
                  <a:cubicBezTo>
                    <a:pt x="149" y="0"/>
                    <a:pt x="182" y="8"/>
                    <a:pt x="206" y="24"/>
                  </a:cubicBezTo>
                  <a:cubicBezTo>
                    <a:pt x="230" y="40"/>
                    <a:pt x="243" y="62"/>
                    <a:pt x="243" y="89"/>
                  </a:cubicBezTo>
                  <a:cubicBezTo>
                    <a:pt x="243" y="109"/>
                    <a:pt x="235" y="126"/>
                    <a:pt x="219" y="140"/>
                  </a:cubicBezTo>
                  <a:cubicBezTo>
                    <a:pt x="205" y="153"/>
                    <a:pt x="186" y="162"/>
                    <a:pt x="162" y="167"/>
                  </a:cubicBezTo>
                  <a:cubicBezTo>
                    <a:pt x="176" y="206"/>
                    <a:pt x="190" y="239"/>
                    <a:pt x="204" y="265"/>
                  </a:cubicBezTo>
                  <a:cubicBezTo>
                    <a:pt x="219" y="292"/>
                    <a:pt x="234" y="312"/>
                    <a:pt x="248" y="325"/>
                  </a:cubicBezTo>
                  <a:lnTo>
                    <a:pt x="250" y="326"/>
                  </a:lnTo>
                  <a:lnTo>
                    <a:pt x="250" y="34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7" name="Freeform 92"/>
            <p:cNvSpPr>
              <a:spLocks/>
            </p:cNvSpPr>
            <p:nvPr/>
          </p:nvSpPr>
          <p:spPr bwMode="auto">
            <a:xfrm>
              <a:off x="2081017" y="5054776"/>
              <a:ext cx="121065" cy="181597"/>
            </a:xfrm>
            <a:custGeom>
              <a:avLst/>
              <a:gdLst>
                <a:gd name="T0" fmla="*/ 109 w 212"/>
                <a:gd name="T1" fmla="*/ 316 h 316"/>
                <a:gd name="T2" fmla="*/ 51 w 212"/>
                <a:gd name="T3" fmla="*/ 306 h 316"/>
                <a:gd name="T4" fmla="*/ 2 w 212"/>
                <a:gd name="T5" fmla="*/ 276 h 316"/>
                <a:gd name="T6" fmla="*/ 0 w 212"/>
                <a:gd name="T7" fmla="*/ 275 h 316"/>
                <a:gd name="T8" fmla="*/ 17 w 212"/>
                <a:gd name="T9" fmla="*/ 212 h 316"/>
                <a:gd name="T10" fmla="*/ 33 w 212"/>
                <a:gd name="T11" fmla="*/ 215 h 316"/>
                <a:gd name="T12" fmla="*/ 33 w 212"/>
                <a:gd name="T13" fmla="*/ 217 h 316"/>
                <a:gd name="T14" fmla="*/ 63 w 212"/>
                <a:gd name="T15" fmla="*/ 275 h 316"/>
                <a:gd name="T16" fmla="*/ 113 w 212"/>
                <a:gd name="T17" fmla="*/ 295 h 316"/>
                <a:gd name="T18" fmla="*/ 156 w 212"/>
                <a:gd name="T19" fmla="*/ 280 h 316"/>
                <a:gd name="T20" fmla="*/ 172 w 212"/>
                <a:gd name="T21" fmla="*/ 242 h 316"/>
                <a:gd name="T22" fmla="*/ 159 w 212"/>
                <a:gd name="T23" fmla="*/ 206 h 316"/>
                <a:gd name="T24" fmla="*/ 103 w 212"/>
                <a:gd name="T25" fmla="*/ 175 h 316"/>
                <a:gd name="T26" fmla="*/ 92 w 212"/>
                <a:gd name="T27" fmla="*/ 171 h 316"/>
                <a:gd name="T28" fmla="*/ 34 w 212"/>
                <a:gd name="T29" fmla="*/ 138 h 316"/>
                <a:gd name="T30" fmla="*/ 18 w 212"/>
                <a:gd name="T31" fmla="*/ 113 h 316"/>
                <a:gd name="T32" fmla="*/ 12 w 212"/>
                <a:gd name="T33" fmla="*/ 84 h 316"/>
                <a:gd name="T34" fmla="*/ 39 w 212"/>
                <a:gd name="T35" fmla="*/ 24 h 316"/>
                <a:gd name="T36" fmla="*/ 105 w 212"/>
                <a:gd name="T37" fmla="*/ 0 h 316"/>
                <a:gd name="T38" fmla="*/ 149 w 212"/>
                <a:gd name="T39" fmla="*/ 7 h 316"/>
                <a:gd name="T40" fmla="*/ 195 w 212"/>
                <a:gd name="T41" fmla="*/ 29 h 316"/>
                <a:gd name="T42" fmla="*/ 198 w 212"/>
                <a:gd name="T43" fmla="*/ 31 h 316"/>
                <a:gd name="T44" fmla="*/ 183 w 212"/>
                <a:gd name="T45" fmla="*/ 89 h 316"/>
                <a:gd name="T46" fmla="*/ 168 w 212"/>
                <a:gd name="T47" fmla="*/ 86 h 316"/>
                <a:gd name="T48" fmla="*/ 168 w 212"/>
                <a:gd name="T49" fmla="*/ 83 h 316"/>
                <a:gd name="T50" fmla="*/ 142 w 212"/>
                <a:gd name="T51" fmla="*/ 37 h 316"/>
                <a:gd name="T52" fmla="*/ 101 w 212"/>
                <a:gd name="T53" fmla="*/ 21 h 316"/>
                <a:gd name="T54" fmla="*/ 63 w 212"/>
                <a:gd name="T55" fmla="*/ 33 h 316"/>
                <a:gd name="T56" fmla="*/ 49 w 212"/>
                <a:gd name="T57" fmla="*/ 65 h 316"/>
                <a:gd name="T58" fmla="*/ 61 w 212"/>
                <a:gd name="T59" fmla="*/ 95 h 316"/>
                <a:gd name="T60" fmla="*/ 110 w 212"/>
                <a:gd name="T61" fmla="*/ 122 h 316"/>
                <a:gd name="T62" fmla="*/ 121 w 212"/>
                <a:gd name="T63" fmla="*/ 127 h 316"/>
                <a:gd name="T64" fmla="*/ 189 w 212"/>
                <a:gd name="T65" fmla="*/ 163 h 316"/>
                <a:gd name="T66" fmla="*/ 207 w 212"/>
                <a:gd name="T67" fmla="*/ 190 h 316"/>
                <a:gd name="T68" fmla="*/ 212 w 212"/>
                <a:gd name="T69" fmla="*/ 223 h 316"/>
                <a:gd name="T70" fmla="*/ 183 w 212"/>
                <a:gd name="T71" fmla="*/ 289 h 316"/>
                <a:gd name="T72" fmla="*/ 109 w 212"/>
                <a:gd name="T73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12" h="316">
                  <a:moveTo>
                    <a:pt x="109" y="316"/>
                  </a:moveTo>
                  <a:cubicBezTo>
                    <a:pt x="89" y="316"/>
                    <a:pt x="70" y="312"/>
                    <a:pt x="51" y="306"/>
                  </a:cubicBezTo>
                  <a:cubicBezTo>
                    <a:pt x="33" y="299"/>
                    <a:pt x="16" y="289"/>
                    <a:pt x="2" y="276"/>
                  </a:cubicBezTo>
                  <a:lnTo>
                    <a:pt x="0" y="275"/>
                  </a:lnTo>
                  <a:lnTo>
                    <a:pt x="17" y="212"/>
                  </a:lnTo>
                  <a:lnTo>
                    <a:pt x="33" y="215"/>
                  </a:lnTo>
                  <a:lnTo>
                    <a:pt x="33" y="217"/>
                  </a:lnTo>
                  <a:cubicBezTo>
                    <a:pt x="39" y="242"/>
                    <a:pt x="49" y="262"/>
                    <a:pt x="63" y="275"/>
                  </a:cubicBezTo>
                  <a:cubicBezTo>
                    <a:pt x="77" y="289"/>
                    <a:pt x="94" y="295"/>
                    <a:pt x="113" y="295"/>
                  </a:cubicBezTo>
                  <a:cubicBezTo>
                    <a:pt x="131" y="295"/>
                    <a:pt x="145" y="290"/>
                    <a:pt x="156" y="280"/>
                  </a:cubicBezTo>
                  <a:cubicBezTo>
                    <a:pt x="167" y="271"/>
                    <a:pt x="172" y="258"/>
                    <a:pt x="172" y="242"/>
                  </a:cubicBezTo>
                  <a:cubicBezTo>
                    <a:pt x="172" y="228"/>
                    <a:pt x="168" y="215"/>
                    <a:pt x="159" y="206"/>
                  </a:cubicBezTo>
                  <a:cubicBezTo>
                    <a:pt x="151" y="197"/>
                    <a:pt x="132" y="186"/>
                    <a:pt x="103" y="175"/>
                  </a:cubicBezTo>
                  <a:lnTo>
                    <a:pt x="92" y="171"/>
                  </a:lnTo>
                  <a:cubicBezTo>
                    <a:pt x="63" y="160"/>
                    <a:pt x="45" y="149"/>
                    <a:pt x="34" y="138"/>
                  </a:cubicBezTo>
                  <a:cubicBezTo>
                    <a:pt x="27" y="131"/>
                    <a:pt x="21" y="122"/>
                    <a:pt x="18" y="113"/>
                  </a:cubicBezTo>
                  <a:cubicBezTo>
                    <a:pt x="14" y="104"/>
                    <a:pt x="12" y="94"/>
                    <a:pt x="12" y="84"/>
                  </a:cubicBezTo>
                  <a:cubicBezTo>
                    <a:pt x="12" y="60"/>
                    <a:pt x="21" y="40"/>
                    <a:pt x="39" y="24"/>
                  </a:cubicBezTo>
                  <a:cubicBezTo>
                    <a:pt x="56" y="8"/>
                    <a:pt x="78" y="0"/>
                    <a:pt x="105" y="0"/>
                  </a:cubicBezTo>
                  <a:cubicBezTo>
                    <a:pt x="119" y="0"/>
                    <a:pt x="134" y="2"/>
                    <a:pt x="149" y="7"/>
                  </a:cubicBezTo>
                  <a:cubicBezTo>
                    <a:pt x="164" y="12"/>
                    <a:pt x="180" y="20"/>
                    <a:pt x="195" y="29"/>
                  </a:cubicBezTo>
                  <a:lnTo>
                    <a:pt x="198" y="31"/>
                  </a:lnTo>
                  <a:lnTo>
                    <a:pt x="183" y="89"/>
                  </a:lnTo>
                  <a:lnTo>
                    <a:pt x="168" y="86"/>
                  </a:lnTo>
                  <a:lnTo>
                    <a:pt x="168" y="83"/>
                  </a:lnTo>
                  <a:cubicBezTo>
                    <a:pt x="163" y="63"/>
                    <a:pt x="154" y="48"/>
                    <a:pt x="142" y="37"/>
                  </a:cubicBezTo>
                  <a:cubicBezTo>
                    <a:pt x="130" y="26"/>
                    <a:pt x="116" y="21"/>
                    <a:pt x="101" y="21"/>
                  </a:cubicBezTo>
                  <a:cubicBezTo>
                    <a:pt x="85" y="21"/>
                    <a:pt x="72" y="25"/>
                    <a:pt x="63" y="33"/>
                  </a:cubicBezTo>
                  <a:cubicBezTo>
                    <a:pt x="54" y="41"/>
                    <a:pt x="49" y="52"/>
                    <a:pt x="49" y="65"/>
                  </a:cubicBezTo>
                  <a:cubicBezTo>
                    <a:pt x="49" y="77"/>
                    <a:pt x="53" y="87"/>
                    <a:pt x="61" y="95"/>
                  </a:cubicBezTo>
                  <a:cubicBezTo>
                    <a:pt x="69" y="103"/>
                    <a:pt x="85" y="112"/>
                    <a:pt x="110" y="122"/>
                  </a:cubicBezTo>
                  <a:cubicBezTo>
                    <a:pt x="112" y="123"/>
                    <a:pt x="116" y="125"/>
                    <a:pt x="121" y="127"/>
                  </a:cubicBezTo>
                  <a:cubicBezTo>
                    <a:pt x="157" y="141"/>
                    <a:pt x="179" y="153"/>
                    <a:pt x="189" y="163"/>
                  </a:cubicBezTo>
                  <a:cubicBezTo>
                    <a:pt x="197" y="171"/>
                    <a:pt x="203" y="180"/>
                    <a:pt x="207" y="190"/>
                  </a:cubicBezTo>
                  <a:cubicBezTo>
                    <a:pt x="210" y="199"/>
                    <a:pt x="212" y="210"/>
                    <a:pt x="212" y="223"/>
                  </a:cubicBezTo>
                  <a:cubicBezTo>
                    <a:pt x="212" y="249"/>
                    <a:pt x="203" y="272"/>
                    <a:pt x="183" y="289"/>
                  </a:cubicBezTo>
                  <a:cubicBezTo>
                    <a:pt x="164" y="307"/>
                    <a:pt x="139" y="316"/>
                    <a:pt x="109" y="316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8" name="Freeform 93"/>
            <p:cNvSpPr>
              <a:spLocks/>
            </p:cNvSpPr>
            <p:nvPr/>
          </p:nvSpPr>
          <p:spPr bwMode="auto">
            <a:xfrm>
              <a:off x="2219377" y="5058236"/>
              <a:ext cx="51885" cy="174678"/>
            </a:xfrm>
            <a:custGeom>
              <a:avLst/>
              <a:gdLst>
                <a:gd name="T0" fmla="*/ 89 w 89"/>
                <a:gd name="T1" fmla="*/ 303 h 303"/>
                <a:gd name="T2" fmla="*/ 0 w 89"/>
                <a:gd name="T3" fmla="*/ 303 h 303"/>
                <a:gd name="T4" fmla="*/ 0 w 89"/>
                <a:gd name="T5" fmla="*/ 287 h 303"/>
                <a:gd name="T6" fmla="*/ 4 w 89"/>
                <a:gd name="T7" fmla="*/ 287 h 303"/>
                <a:gd name="T8" fmla="*/ 15 w 89"/>
                <a:gd name="T9" fmla="*/ 280 h 303"/>
                <a:gd name="T10" fmla="*/ 19 w 89"/>
                <a:gd name="T11" fmla="*/ 255 h 303"/>
                <a:gd name="T12" fmla="*/ 19 w 89"/>
                <a:gd name="T13" fmla="*/ 49 h 303"/>
                <a:gd name="T14" fmla="*/ 15 w 89"/>
                <a:gd name="T15" fmla="*/ 23 h 303"/>
                <a:gd name="T16" fmla="*/ 4 w 89"/>
                <a:gd name="T17" fmla="*/ 16 h 303"/>
                <a:gd name="T18" fmla="*/ 0 w 89"/>
                <a:gd name="T19" fmla="*/ 16 h 303"/>
                <a:gd name="T20" fmla="*/ 0 w 89"/>
                <a:gd name="T21" fmla="*/ 0 h 303"/>
                <a:gd name="T22" fmla="*/ 89 w 89"/>
                <a:gd name="T23" fmla="*/ 0 h 303"/>
                <a:gd name="T24" fmla="*/ 89 w 89"/>
                <a:gd name="T25" fmla="*/ 16 h 303"/>
                <a:gd name="T26" fmla="*/ 85 w 89"/>
                <a:gd name="T27" fmla="*/ 16 h 303"/>
                <a:gd name="T28" fmla="*/ 74 w 89"/>
                <a:gd name="T29" fmla="*/ 23 h 303"/>
                <a:gd name="T30" fmla="*/ 70 w 89"/>
                <a:gd name="T31" fmla="*/ 49 h 303"/>
                <a:gd name="T32" fmla="*/ 70 w 89"/>
                <a:gd name="T33" fmla="*/ 255 h 303"/>
                <a:gd name="T34" fmla="*/ 74 w 89"/>
                <a:gd name="T35" fmla="*/ 281 h 303"/>
                <a:gd name="T36" fmla="*/ 85 w 89"/>
                <a:gd name="T37" fmla="*/ 287 h 303"/>
                <a:gd name="T38" fmla="*/ 89 w 89"/>
                <a:gd name="T39" fmla="*/ 287 h 303"/>
                <a:gd name="T40" fmla="*/ 89 w 89"/>
                <a:gd name="T41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303">
                  <a:moveTo>
                    <a:pt x="89" y="303"/>
                  </a:moveTo>
                  <a:lnTo>
                    <a:pt x="0" y="303"/>
                  </a:lnTo>
                  <a:lnTo>
                    <a:pt x="0" y="287"/>
                  </a:lnTo>
                  <a:lnTo>
                    <a:pt x="4" y="287"/>
                  </a:lnTo>
                  <a:cubicBezTo>
                    <a:pt x="10" y="287"/>
                    <a:pt x="13" y="285"/>
                    <a:pt x="15" y="280"/>
                  </a:cubicBezTo>
                  <a:cubicBezTo>
                    <a:pt x="18" y="276"/>
                    <a:pt x="19" y="267"/>
                    <a:pt x="19" y="255"/>
                  </a:cubicBezTo>
                  <a:lnTo>
                    <a:pt x="19" y="49"/>
                  </a:lnTo>
                  <a:cubicBezTo>
                    <a:pt x="19" y="37"/>
                    <a:pt x="18" y="28"/>
                    <a:pt x="15" y="23"/>
                  </a:cubicBezTo>
                  <a:cubicBezTo>
                    <a:pt x="13" y="19"/>
                    <a:pt x="10" y="17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6"/>
                  </a:lnTo>
                  <a:lnTo>
                    <a:pt x="85" y="16"/>
                  </a:lnTo>
                  <a:cubicBezTo>
                    <a:pt x="80" y="17"/>
                    <a:pt x="76" y="19"/>
                    <a:pt x="74" y="23"/>
                  </a:cubicBezTo>
                  <a:cubicBezTo>
                    <a:pt x="71" y="28"/>
                    <a:pt x="70" y="36"/>
                    <a:pt x="70" y="49"/>
                  </a:cubicBezTo>
                  <a:lnTo>
                    <a:pt x="70" y="255"/>
                  </a:lnTo>
                  <a:cubicBezTo>
                    <a:pt x="70" y="267"/>
                    <a:pt x="71" y="276"/>
                    <a:pt x="74" y="281"/>
                  </a:cubicBezTo>
                  <a:cubicBezTo>
                    <a:pt x="76" y="285"/>
                    <a:pt x="79" y="287"/>
                    <a:pt x="85" y="287"/>
                  </a:cubicBezTo>
                  <a:lnTo>
                    <a:pt x="89" y="287"/>
                  </a:lnTo>
                  <a:lnTo>
                    <a:pt x="89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9" name="Freeform 94"/>
            <p:cNvSpPr>
              <a:spLocks/>
            </p:cNvSpPr>
            <p:nvPr/>
          </p:nvSpPr>
          <p:spPr bwMode="auto">
            <a:xfrm>
              <a:off x="2279910" y="5058236"/>
              <a:ext cx="150467" cy="174678"/>
            </a:xfrm>
            <a:custGeom>
              <a:avLst/>
              <a:gdLst>
                <a:gd name="T0" fmla="*/ 176 w 263"/>
                <a:gd name="T1" fmla="*/ 303 h 303"/>
                <a:gd name="T2" fmla="*/ 87 w 263"/>
                <a:gd name="T3" fmla="*/ 303 h 303"/>
                <a:gd name="T4" fmla="*/ 87 w 263"/>
                <a:gd name="T5" fmla="*/ 287 h 303"/>
                <a:gd name="T6" fmla="*/ 91 w 263"/>
                <a:gd name="T7" fmla="*/ 287 h 303"/>
                <a:gd name="T8" fmla="*/ 102 w 263"/>
                <a:gd name="T9" fmla="*/ 280 h 303"/>
                <a:gd name="T10" fmla="*/ 106 w 263"/>
                <a:gd name="T11" fmla="*/ 255 h 303"/>
                <a:gd name="T12" fmla="*/ 106 w 263"/>
                <a:gd name="T13" fmla="*/ 31 h 303"/>
                <a:gd name="T14" fmla="*/ 105 w 263"/>
                <a:gd name="T15" fmla="*/ 24 h 303"/>
                <a:gd name="T16" fmla="*/ 99 w 263"/>
                <a:gd name="T17" fmla="*/ 23 h 303"/>
                <a:gd name="T18" fmla="*/ 49 w 263"/>
                <a:gd name="T19" fmla="*/ 33 h 303"/>
                <a:gd name="T20" fmla="*/ 17 w 263"/>
                <a:gd name="T21" fmla="*/ 70 h 303"/>
                <a:gd name="T22" fmla="*/ 15 w 263"/>
                <a:gd name="T23" fmla="*/ 73 h 303"/>
                <a:gd name="T24" fmla="*/ 0 w 263"/>
                <a:gd name="T25" fmla="*/ 66 h 303"/>
                <a:gd name="T26" fmla="*/ 17 w 263"/>
                <a:gd name="T27" fmla="*/ 0 h 303"/>
                <a:gd name="T28" fmla="*/ 246 w 263"/>
                <a:gd name="T29" fmla="*/ 0 h 303"/>
                <a:gd name="T30" fmla="*/ 263 w 263"/>
                <a:gd name="T31" fmla="*/ 66 h 303"/>
                <a:gd name="T32" fmla="*/ 247 w 263"/>
                <a:gd name="T33" fmla="*/ 73 h 303"/>
                <a:gd name="T34" fmla="*/ 245 w 263"/>
                <a:gd name="T35" fmla="*/ 70 h 303"/>
                <a:gd name="T36" fmla="*/ 214 w 263"/>
                <a:gd name="T37" fmla="*/ 33 h 303"/>
                <a:gd name="T38" fmla="*/ 164 w 263"/>
                <a:gd name="T39" fmla="*/ 23 h 303"/>
                <a:gd name="T40" fmla="*/ 158 w 263"/>
                <a:gd name="T41" fmla="*/ 24 h 303"/>
                <a:gd name="T42" fmla="*/ 156 w 263"/>
                <a:gd name="T43" fmla="*/ 31 h 303"/>
                <a:gd name="T44" fmla="*/ 156 w 263"/>
                <a:gd name="T45" fmla="*/ 255 h 303"/>
                <a:gd name="T46" fmla="*/ 161 w 263"/>
                <a:gd name="T47" fmla="*/ 281 h 303"/>
                <a:gd name="T48" fmla="*/ 172 w 263"/>
                <a:gd name="T49" fmla="*/ 287 h 303"/>
                <a:gd name="T50" fmla="*/ 176 w 263"/>
                <a:gd name="T51" fmla="*/ 287 h 303"/>
                <a:gd name="T52" fmla="*/ 176 w 263"/>
                <a:gd name="T53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3" h="303">
                  <a:moveTo>
                    <a:pt x="176" y="303"/>
                  </a:moveTo>
                  <a:lnTo>
                    <a:pt x="87" y="303"/>
                  </a:lnTo>
                  <a:lnTo>
                    <a:pt x="87" y="287"/>
                  </a:lnTo>
                  <a:lnTo>
                    <a:pt x="91" y="287"/>
                  </a:lnTo>
                  <a:cubicBezTo>
                    <a:pt x="96" y="287"/>
                    <a:pt x="100" y="285"/>
                    <a:pt x="102" y="280"/>
                  </a:cubicBezTo>
                  <a:cubicBezTo>
                    <a:pt x="104" y="276"/>
                    <a:pt x="106" y="267"/>
                    <a:pt x="106" y="255"/>
                  </a:cubicBezTo>
                  <a:lnTo>
                    <a:pt x="106" y="31"/>
                  </a:lnTo>
                  <a:cubicBezTo>
                    <a:pt x="106" y="25"/>
                    <a:pt x="105" y="24"/>
                    <a:pt x="105" y="24"/>
                  </a:cubicBezTo>
                  <a:cubicBezTo>
                    <a:pt x="105" y="24"/>
                    <a:pt x="104" y="23"/>
                    <a:pt x="99" y="23"/>
                  </a:cubicBezTo>
                  <a:cubicBezTo>
                    <a:pt x="77" y="23"/>
                    <a:pt x="60" y="26"/>
                    <a:pt x="49" y="33"/>
                  </a:cubicBezTo>
                  <a:cubicBezTo>
                    <a:pt x="37" y="40"/>
                    <a:pt x="27" y="52"/>
                    <a:pt x="17" y="70"/>
                  </a:cubicBezTo>
                  <a:lnTo>
                    <a:pt x="15" y="73"/>
                  </a:lnTo>
                  <a:lnTo>
                    <a:pt x="0" y="66"/>
                  </a:lnTo>
                  <a:lnTo>
                    <a:pt x="17" y="0"/>
                  </a:lnTo>
                  <a:lnTo>
                    <a:pt x="246" y="0"/>
                  </a:lnTo>
                  <a:lnTo>
                    <a:pt x="263" y="66"/>
                  </a:lnTo>
                  <a:lnTo>
                    <a:pt x="247" y="73"/>
                  </a:lnTo>
                  <a:lnTo>
                    <a:pt x="245" y="70"/>
                  </a:lnTo>
                  <a:cubicBezTo>
                    <a:pt x="236" y="52"/>
                    <a:pt x="225" y="40"/>
                    <a:pt x="214" y="33"/>
                  </a:cubicBezTo>
                  <a:cubicBezTo>
                    <a:pt x="202" y="26"/>
                    <a:pt x="186" y="23"/>
                    <a:pt x="164" y="23"/>
                  </a:cubicBezTo>
                  <a:cubicBezTo>
                    <a:pt x="159" y="23"/>
                    <a:pt x="158" y="24"/>
                    <a:pt x="158" y="24"/>
                  </a:cubicBezTo>
                  <a:cubicBezTo>
                    <a:pt x="158" y="24"/>
                    <a:pt x="156" y="25"/>
                    <a:pt x="156" y="31"/>
                  </a:cubicBezTo>
                  <a:lnTo>
                    <a:pt x="156" y="255"/>
                  </a:lnTo>
                  <a:cubicBezTo>
                    <a:pt x="156" y="267"/>
                    <a:pt x="158" y="276"/>
                    <a:pt x="161" y="281"/>
                  </a:cubicBezTo>
                  <a:cubicBezTo>
                    <a:pt x="163" y="285"/>
                    <a:pt x="166" y="287"/>
                    <a:pt x="172" y="287"/>
                  </a:cubicBezTo>
                  <a:lnTo>
                    <a:pt x="176" y="287"/>
                  </a:lnTo>
                  <a:lnTo>
                    <a:pt x="176" y="30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40" name="Freeform 95"/>
            <p:cNvSpPr>
              <a:spLocks noEditPoints="1"/>
            </p:cNvSpPr>
            <p:nvPr/>
          </p:nvSpPr>
          <p:spPr bwMode="auto">
            <a:xfrm>
              <a:off x="2413081" y="5054776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3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80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3 h 309"/>
                <a:gd name="T24" fmla="*/ 76 w 264"/>
                <a:gd name="T25" fmla="*/ 213 h 309"/>
                <a:gd name="T26" fmla="*/ 64 w 264"/>
                <a:gd name="T27" fmla="*/ 250 h 309"/>
                <a:gd name="T28" fmla="*/ 61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8 h 309"/>
                <a:gd name="T50" fmla="*/ 122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4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3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80" y="293"/>
                  </a:lnTo>
                  <a:cubicBezTo>
                    <a:pt x="183" y="292"/>
                    <a:pt x="186" y="291"/>
                    <a:pt x="188" y="289"/>
                  </a:cubicBezTo>
                  <a:cubicBezTo>
                    <a:pt x="190" y="287"/>
                    <a:pt x="190" y="284"/>
                    <a:pt x="190" y="282"/>
                  </a:cubicBezTo>
                  <a:cubicBezTo>
                    <a:pt x="190" y="280"/>
                    <a:pt x="190" y="277"/>
                    <a:pt x="187" y="268"/>
                  </a:cubicBezTo>
                  <a:lnTo>
                    <a:pt x="170" y="213"/>
                  </a:lnTo>
                  <a:lnTo>
                    <a:pt x="76" y="213"/>
                  </a:lnTo>
                  <a:lnTo>
                    <a:pt x="64" y="250"/>
                  </a:lnTo>
                  <a:cubicBezTo>
                    <a:pt x="63" y="253"/>
                    <a:pt x="62" y="257"/>
                    <a:pt x="61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6"/>
                    <a:pt x="62" y="282"/>
                    <a:pt x="65" y="286"/>
                  </a:cubicBezTo>
                  <a:cubicBezTo>
                    <a:pt x="68" y="289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3" y="290"/>
                    <a:pt x="20" y="284"/>
                    <a:pt x="27" y="275"/>
                  </a:cubicBezTo>
                  <a:cubicBezTo>
                    <a:pt x="33" y="266"/>
                    <a:pt x="40" y="250"/>
                    <a:pt x="47" y="228"/>
                  </a:cubicBezTo>
                  <a:lnTo>
                    <a:pt x="122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4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5" name="Freeform 96"/>
            <p:cNvSpPr>
              <a:spLocks/>
            </p:cNvSpPr>
            <p:nvPr/>
          </p:nvSpPr>
          <p:spPr bwMode="auto">
            <a:xfrm>
              <a:off x="2458047" y="5001163"/>
              <a:ext cx="60533" cy="46696"/>
            </a:xfrm>
            <a:custGeom>
              <a:avLst/>
              <a:gdLst>
                <a:gd name="T0" fmla="*/ 106 w 106"/>
                <a:gd name="T1" fmla="*/ 82 h 82"/>
                <a:gd name="T2" fmla="*/ 81 w 106"/>
                <a:gd name="T3" fmla="*/ 82 h 82"/>
                <a:gd name="T4" fmla="*/ 15 w 106"/>
                <a:gd name="T5" fmla="*/ 41 h 82"/>
                <a:gd name="T6" fmla="*/ 4 w 106"/>
                <a:gd name="T7" fmla="*/ 31 h 82"/>
                <a:gd name="T8" fmla="*/ 0 w 106"/>
                <a:gd name="T9" fmla="*/ 20 h 82"/>
                <a:gd name="T10" fmla="*/ 6 w 106"/>
                <a:gd name="T11" fmla="*/ 7 h 82"/>
                <a:gd name="T12" fmla="*/ 29 w 106"/>
                <a:gd name="T13" fmla="*/ 5 h 82"/>
                <a:gd name="T14" fmla="*/ 41 w 106"/>
                <a:gd name="T15" fmla="*/ 15 h 82"/>
                <a:gd name="T16" fmla="*/ 106 w 106"/>
                <a:gd name="T17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82">
                  <a:moveTo>
                    <a:pt x="106" y="82"/>
                  </a:moveTo>
                  <a:lnTo>
                    <a:pt x="81" y="82"/>
                  </a:lnTo>
                  <a:lnTo>
                    <a:pt x="15" y="41"/>
                  </a:lnTo>
                  <a:cubicBezTo>
                    <a:pt x="10" y="38"/>
                    <a:pt x="7" y="35"/>
                    <a:pt x="4" y="31"/>
                  </a:cubicBezTo>
                  <a:cubicBezTo>
                    <a:pt x="2" y="28"/>
                    <a:pt x="0" y="24"/>
                    <a:pt x="0" y="20"/>
                  </a:cubicBezTo>
                  <a:cubicBezTo>
                    <a:pt x="0" y="15"/>
                    <a:pt x="2" y="11"/>
                    <a:pt x="6" y="7"/>
                  </a:cubicBezTo>
                  <a:cubicBezTo>
                    <a:pt x="12" y="2"/>
                    <a:pt x="21" y="0"/>
                    <a:pt x="29" y="5"/>
                  </a:cubicBezTo>
                  <a:cubicBezTo>
                    <a:pt x="32" y="7"/>
                    <a:pt x="36" y="10"/>
                    <a:pt x="41" y="15"/>
                  </a:cubicBezTo>
                  <a:lnTo>
                    <a:pt x="106" y="8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6" name="Freeform 97"/>
            <p:cNvSpPr>
              <a:spLocks noEditPoints="1"/>
            </p:cNvSpPr>
            <p:nvPr/>
          </p:nvSpPr>
          <p:spPr bwMode="auto">
            <a:xfrm>
              <a:off x="1238754" y="5262316"/>
              <a:ext cx="155655" cy="174678"/>
            </a:xfrm>
            <a:custGeom>
              <a:avLst/>
              <a:gdLst>
                <a:gd name="T0" fmla="*/ 119 w 273"/>
                <a:gd name="T1" fmla="*/ 21 h 305"/>
                <a:gd name="T2" fmla="*/ 77 w 273"/>
                <a:gd name="T3" fmla="*/ 27 h 305"/>
                <a:gd name="T4" fmla="*/ 69 w 273"/>
                <a:gd name="T5" fmla="*/ 51 h 305"/>
                <a:gd name="T6" fmla="*/ 69 w 273"/>
                <a:gd name="T7" fmla="*/ 262 h 305"/>
                <a:gd name="T8" fmla="*/ 74 w 273"/>
                <a:gd name="T9" fmla="*/ 280 h 305"/>
                <a:gd name="T10" fmla="*/ 102 w 273"/>
                <a:gd name="T11" fmla="*/ 285 h 305"/>
                <a:gd name="T12" fmla="*/ 193 w 273"/>
                <a:gd name="T13" fmla="*/ 256 h 305"/>
                <a:gd name="T14" fmla="*/ 219 w 273"/>
                <a:gd name="T15" fmla="*/ 156 h 305"/>
                <a:gd name="T16" fmla="*/ 194 w 273"/>
                <a:gd name="T17" fmla="*/ 54 h 305"/>
                <a:gd name="T18" fmla="*/ 119 w 273"/>
                <a:gd name="T19" fmla="*/ 21 h 305"/>
                <a:gd name="T20" fmla="*/ 113 w 273"/>
                <a:gd name="T21" fmla="*/ 305 h 305"/>
                <a:gd name="T22" fmla="*/ 0 w 273"/>
                <a:gd name="T23" fmla="*/ 305 h 305"/>
                <a:gd name="T24" fmla="*/ 0 w 273"/>
                <a:gd name="T25" fmla="*/ 289 h 305"/>
                <a:gd name="T26" fmla="*/ 4 w 273"/>
                <a:gd name="T27" fmla="*/ 289 h 305"/>
                <a:gd name="T28" fmla="*/ 15 w 273"/>
                <a:gd name="T29" fmla="*/ 283 h 305"/>
                <a:gd name="T30" fmla="*/ 19 w 273"/>
                <a:gd name="T31" fmla="*/ 257 h 305"/>
                <a:gd name="T32" fmla="*/ 19 w 273"/>
                <a:gd name="T33" fmla="*/ 51 h 305"/>
                <a:gd name="T34" fmla="*/ 15 w 273"/>
                <a:gd name="T35" fmla="*/ 25 h 305"/>
                <a:gd name="T36" fmla="*/ 4 w 273"/>
                <a:gd name="T37" fmla="*/ 19 h 305"/>
                <a:gd name="T38" fmla="*/ 0 w 273"/>
                <a:gd name="T39" fmla="*/ 19 h 305"/>
                <a:gd name="T40" fmla="*/ 0 w 273"/>
                <a:gd name="T41" fmla="*/ 3 h 305"/>
                <a:gd name="T42" fmla="*/ 69 w 273"/>
                <a:gd name="T43" fmla="*/ 1 h 305"/>
                <a:gd name="T44" fmla="*/ 84 w 273"/>
                <a:gd name="T45" fmla="*/ 0 h 305"/>
                <a:gd name="T46" fmla="*/ 102 w 273"/>
                <a:gd name="T47" fmla="*/ 0 h 305"/>
                <a:gd name="T48" fmla="*/ 156 w 273"/>
                <a:gd name="T49" fmla="*/ 4 h 305"/>
                <a:gd name="T50" fmla="*/ 194 w 273"/>
                <a:gd name="T51" fmla="*/ 17 h 305"/>
                <a:gd name="T52" fmla="*/ 252 w 273"/>
                <a:gd name="T53" fmla="*/ 74 h 305"/>
                <a:gd name="T54" fmla="*/ 273 w 273"/>
                <a:gd name="T55" fmla="*/ 158 h 305"/>
                <a:gd name="T56" fmla="*/ 230 w 273"/>
                <a:gd name="T57" fmla="*/ 266 h 305"/>
                <a:gd name="T58" fmla="*/ 113 w 273"/>
                <a:gd name="T59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73" h="305">
                  <a:moveTo>
                    <a:pt x="119" y="21"/>
                  </a:moveTo>
                  <a:cubicBezTo>
                    <a:pt x="92" y="21"/>
                    <a:pt x="82" y="25"/>
                    <a:pt x="77" y="27"/>
                  </a:cubicBezTo>
                  <a:cubicBezTo>
                    <a:pt x="72" y="31"/>
                    <a:pt x="69" y="39"/>
                    <a:pt x="69" y="51"/>
                  </a:cubicBezTo>
                  <a:lnTo>
                    <a:pt x="69" y="262"/>
                  </a:lnTo>
                  <a:cubicBezTo>
                    <a:pt x="69" y="271"/>
                    <a:pt x="70" y="277"/>
                    <a:pt x="74" y="280"/>
                  </a:cubicBezTo>
                  <a:cubicBezTo>
                    <a:pt x="76" y="282"/>
                    <a:pt x="83" y="285"/>
                    <a:pt x="102" y="285"/>
                  </a:cubicBezTo>
                  <a:cubicBezTo>
                    <a:pt x="145" y="285"/>
                    <a:pt x="176" y="275"/>
                    <a:pt x="193" y="256"/>
                  </a:cubicBezTo>
                  <a:cubicBezTo>
                    <a:pt x="211" y="237"/>
                    <a:pt x="219" y="204"/>
                    <a:pt x="219" y="156"/>
                  </a:cubicBezTo>
                  <a:cubicBezTo>
                    <a:pt x="219" y="111"/>
                    <a:pt x="211" y="76"/>
                    <a:pt x="194" y="54"/>
                  </a:cubicBezTo>
                  <a:cubicBezTo>
                    <a:pt x="178" y="32"/>
                    <a:pt x="153" y="21"/>
                    <a:pt x="119" y="21"/>
                  </a:cubicBezTo>
                  <a:close/>
                  <a:moveTo>
                    <a:pt x="113" y="305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4" y="289"/>
                  </a:lnTo>
                  <a:cubicBezTo>
                    <a:pt x="9" y="289"/>
                    <a:pt x="13" y="287"/>
                    <a:pt x="15" y="283"/>
                  </a:cubicBezTo>
                  <a:cubicBezTo>
                    <a:pt x="17" y="278"/>
                    <a:pt x="19" y="269"/>
                    <a:pt x="19" y="257"/>
                  </a:cubicBezTo>
                  <a:lnTo>
                    <a:pt x="19" y="51"/>
                  </a:lnTo>
                  <a:cubicBezTo>
                    <a:pt x="19" y="39"/>
                    <a:pt x="17" y="30"/>
                    <a:pt x="15" y="25"/>
                  </a:cubicBezTo>
                  <a:cubicBezTo>
                    <a:pt x="13" y="21"/>
                    <a:pt x="9" y="19"/>
                    <a:pt x="4" y="19"/>
                  </a:cubicBezTo>
                  <a:lnTo>
                    <a:pt x="0" y="19"/>
                  </a:lnTo>
                  <a:lnTo>
                    <a:pt x="0" y="3"/>
                  </a:lnTo>
                  <a:lnTo>
                    <a:pt x="69" y="1"/>
                  </a:lnTo>
                  <a:cubicBezTo>
                    <a:pt x="74" y="1"/>
                    <a:pt x="79" y="0"/>
                    <a:pt x="84" y="0"/>
                  </a:cubicBezTo>
                  <a:cubicBezTo>
                    <a:pt x="89" y="0"/>
                    <a:pt x="95" y="0"/>
                    <a:pt x="102" y="0"/>
                  </a:cubicBezTo>
                  <a:cubicBezTo>
                    <a:pt x="124" y="0"/>
                    <a:pt x="142" y="2"/>
                    <a:pt x="156" y="4"/>
                  </a:cubicBezTo>
                  <a:cubicBezTo>
                    <a:pt x="170" y="7"/>
                    <a:pt x="183" y="11"/>
                    <a:pt x="194" y="17"/>
                  </a:cubicBezTo>
                  <a:cubicBezTo>
                    <a:pt x="218" y="29"/>
                    <a:pt x="238" y="48"/>
                    <a:pt x="252" y="74"/>
                  </a:cubicBezTo>
                  <a:cubicBezTo>
                    <a:pt x="266" y="99"/>
                    <a:pt x="273" y="127"/>
                    <a:pt x="273" y="158"/>
                  </a:cubicBezTo>
                  <a:cubicBezTo>
                    <a:pt x="273" y="204"/>
                    <a:pt x="259" y="240"/>
                    <a:pt x="230" y="266"/>
                  </a:cubicBezTo>
                  <a:cubicBezTo>
                    <a:pt x="202" y="292"/>
                    <a:pt x="163" y="305"/>
                    <a:pt x="113" y="305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7" name="Freeform 98"/>
            <p:cNvSpPr>
              <a:spLocks/>
            </p:cNvSpPr>
            <p:nvPr/>
          </p:nvSpPr>
          <p:spPr bwMode="auto">
            <a:xfrm>
              <a:off x="1411704" y="5264047"/>
              <a:ext cx="136631" cy="172949"/>
            </a:xfrm>
            <a:custGeom>
              <a:avLst/>
              <a:gdLst>
                <a:gd name="T0" fmla="*/ 220 w 239"/>
                <a:gd name="T1" fmla="*/ 302 h 302"/>
                <a:gd name="T2" fmla="*/ 0 w 239"/>
                <a:gd name="T3" fmla="*/ 302 h 302"/>
                <a:gd name="T4" fmla="*/ 0 w 239"/>
                <a:gd name="T5" fmla="*/ 286 h 302"/>
                <a:gd name="T6" fmla="*/ 4 w 239"/>
                <a:gd name="T7" fmla="*/ 286 h 302"/>
                <a:gd name="T8" fmla="*/ 15 w 239"/>
                <a:gd name="T9" fmla="*/ 280 h 302"/>
                <a:gd name="T10" fmla="*/ 19 w 239"/>
                <a:gd name="T11" fmla="*/ 254 h 302"/>
                <a:gd name="T12" fmla="*/ 19 w 239"/>
                <a:gd name="T13" fmla="*/ 48 h 302"/>
                <a:gd name="T14" fmla="*/ 15 w 239"/>
                <a:gd name="T15" fmla="*/ 22 h 302"/>
                <a:gd name="T16" fmla="*/ 4 w 239"/>
                <a:gd name="T17" fmla="*/ 16 h 302"/>
                <a:gd name="T18" fmla="*/ 0 w 239"/>
                <a:gd name="T19" fmla="*/ 16 h 302"/>
                <a:gd name="T20" fmla="*/ 0 w 239"/>
                <a:gd name="T21" fmla="*/ 0 h 302"/>
                <a:gd name="T22" fmla="*/ 213 w 239"/>
                <a:gd name="T23" fmla="*/ 0 h 302"/>
                <a:gd name="T24" fmla="*/ 219 w 239"/>
                <a:gd name="T25" fmla="*/ 65 h 302"/>
                <a:gd name="T26" fmla="*/ 203 w 239"/>
                <a:gd name="T27" fmla="*/ 67 h 302"/>
                <a:gd name="T28" fmla="*/ 202 w 239"/>
                <a:gd name="T29" fmla="*/ 64 h 302"/>
                <a:gd name="T30" fmla="*/ 177 w 239"/>
                <a:gd name="T31" fmla="*/ 31 h 302"/>
                <a:gd name="T32" fmla="*/ 108 w 239"/>
                <a:gd name="T33" fmla="*/ 22 h 302"/>
                <a:gd name="T34" fmla="*/ 96 w 239"/>
                <a:gd name="T35" fmla="*/ 22 h 302"/>
                <a:gd name="T36" fmla="*/ 72 w 239"/>
                <a:gd name="T37" fmla="*/ 25 h 302"/>
                <a:gd name="T38" fmla="*/ 69 w 239"/>
                <a:gd name="T39" fmla="*/ 41 h 302"/>
                <a:gd name="T40" fmla="*/ 69 w 239"/>
                <a:gd name="T41" fmla="*/ 121 h 302"/>
                <a:gd name="T42" fmla="*/ 107 w 239"/>
                <a:gd name="T43" fmla="*/ 121 h 302"/>
                <a:gd name="T44" fmla="*/ 153 w 239"/>
                <a:gd name="T45" fmla="*/ 115 h 302"/>
                <a:gd name="T46" fmla="*/ 169 w 239"/>
                <a:gd name="T47" fmla="*/ 95 h 302"/>
                <a:gd name="T48" fmla="*/ 170 w 239"/>
                <a:gd name="T49" fmla="*/ 92 h 302"/>
                <a:gd name="T50" fmla="*/ 184 w 239"/>
                <a:gd name="T51" fmla="*/ 92 h 302"/>
                <a:gd name="T52" fmla="*/ 184 w 239"/>
                <a:gd name="T53" fmla="*/ 171 h 302"/>
                <a:gd name="T54" fmla="*/ 170 w 239"/>
                <a:gd name="T55" fmla="*/ 171 h 302"/>
                <a:gd name="T56" fmla="*/ 169 w 239"/>
                <a:gd name="T57" fmla="*/ 168 h 302"/>
                <a:gd name="T58" fmla="*/ 155 w 239"/>
                <a:gd name="T59" fmla="*/ 149 h 302"/>
                <a:gd name="T60" fmla="*/ 113 w 239"/>
                <a:gd name="T61" fmla="*/ 143 h 302"/>
                <a:gd name="T62" fmla="*/ 69 w 239"/>
                <a:gd name="T63" fmla="*/ 143 h 302"/>
                <a:gd name="T64" fmla="*/ 69 w 239"/>
                <a:gd name="T65" fmla="*/ 256 h 302"/>
                <a:gd name="T66" fmla="*/ 73 w 239"/>
                <a:gd name="T67" fmla="*/ 276 h 302"/>
                <a:gd name="T68" fmla="*/ 104 w 239"/>
                <a:gd name="T69" fmla="*/ 280 h 302"/>
                <a:gd name="T70" fmla="*/ 150 w 239"/>
                <a:gd name="T71" fmla="*/ 279 h 302"/>
                <a:gd name="T72" fmla="*/ 173 w 239"/>
                <a:gd name="T73" fmla="*/ 274 h 302"/>
                <a:gd name="T74" fmla="*/ 197 w 239"/>
                <a:gd name="T75" fmla="*/ 260 h 302"/>
                <a:gd name="T76" fmla="*/ 222 w 239"/>
                <a:gd name="T77" fmla="*/ 231 h 302"/>
                <a:gd name="T78" fmla="*/ 224 w 239"/>
                <a:gd name="T79" fmla="*/ 228 h 302"/>
                <a:gd name="T80" fmla="*/ 239 w 239"/>
                <a:gd name="T81" fmla="*/ 236 h 302"/>
                <a:gd name="T82" fmla="*/ 220 w 239"/>
                <a:gd name="T83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9" h="302">
                  <a:moveTo>
                    <a:pt x="220" y="302"/>
                  </a:moveTo>
                  <a:lnTo>
                    <a:pt x="0" y="302"/>
                  </a:lnTo>
                  <a:lnTo>
                    <a:pt x="0" y="286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7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7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9" y="65"/>
                  </a:lnTo>
                  <a:lnTo>
                    <a:pt x="203" y="67"/>
                  </a:lnTo>
                  <a:lnTo>
                    <a:pt x="202" y="64"/>
                  </a:lnTo>
                  <a:cubicBezTo>
                    <a:pt x="196" y="48"/>
                    <a:pt x="188" y="37"/>
                    <a:pt x="177" y="31"/>
                  </a:cubicBezTo>
                  <a:cubicBezTo>
                    <a:pt x="165" y="25"/>
                    <a:pt x="142" y="22"/>
                    <a:pt x="108" y="22"/>
                  </a:cubicBezTo>
                  <a:lnTo>
                    <a:pt x="96" y="22"/>
                  </a:lnTo>
                  <a:cubicBezTo>
                    <a:pt x="77" y="22"/>
                    <a:pt x="73" y="24"/>
                    <a:pt x="72" y="25"/>
                  </a:cubicBezTo>
                  <a:cubicBezTo>
                    <a:pt x="71" y="26"/>
                    <a:pt x="69" y="29"/>
                    <a:pt x="69" y="41"/>
                  </a:cubicBezTo>
                  <a:lnTo>
                    <a:pt x="69" y="121"/>
                  </a:lnTo>
                  <a:lnTo>
                    <a:pt x="107" y="121"/>
                  </a:lnTo>
                  <a:cubicBezTo>
                    <a:pt x="129" y="121"/>
                    <a:pt x="144" y="119"/>
                    <a:pt x="153" y="115"/>
                  </a:cubicBezTo>
                  <a:cubicBezTo>
                    <a:pt x="161" y="111"/>
                    <a:pt x="166" y="105"/>
                    <a:pt x="169" y="95"/>
                  </a:cubicBezTo>
                  <a:lnTo>
                    <a:pt x="170" y="92"/>
                  </a:lnTo>
                  <a:lnTo>
                    <a:pt x="184" y="92"/>
                  </a:lnTo>
                  <a:lnTo>
                    <a:pt x="184" y="171"/>
                  </a:lnTo>
                  <a:lnTo>
                    <a:pt x="170" y="171"/>
                  </a:lnTo>
                  <a:lnTo>
                    <a:pt x="169" y="168"/>
                  </a:lnTo>
                  <a:cubicBezTo>
                    <a:pt x="166" y="159"/>
                    <a:pt x="161" y="152"/>
                    <a:pt x="155" y="149"/>
                  </a:cubicBezTo>
                  <a:cubicBezTo>
                    <a:pt x="150" y="146"/>
                    <a:pt x="139" y="143"/>
                    <a:pt x="113" y="143"/>
                  </a:cubicBezTo>
                  <a:lnTo>
                    <a:pt x="69" y="143"/>
                  </a:lnTo>
                  <a:lnTo>
                    <a:pt x="69" y="256"/>
                  </a:lnTo>
                  <a:cubicBezTo>
                    <a:pt x="69" y="271"/>
                    <a:pt x="72" y="275"/>
                    <a:pt x="73" y="276"/>
                  </a:cubicBezTo>
                  <a:cubicBezTo>
                    <a:pt x="75" y="278"/>
                    <a:pt x="82" y="280"/>
                    <a:pt x="104" y="280"/>
                  </a:cubicBezTo>
                  <a:cubicBezTo>
                    <a:pt x="126" y="280"/>
                    <a:pt x="141" y="280"/>
                    <a:pt x="150" y="279"/>
                  </a:cubicBezTo>
                  <a:cubicBezTo>
                    <a:pt x="159" y="278"/>
                    <a:pt x="167" y="276"/>
                    <a:pt x="173" y="274"/>
                  </a:cubicBezTo>
                  <a:cubicBezTo>
                    <a:pt x="181" y="271"/>
                    <a:pt x="190" y="267"/>
                    <a:pt x="197" y="260"/>
                  </a:cubicBezTo>
                  <a:cubicBezTo>
                    <a:pt x="205" y="253"/>
                    <a:pt x="213" y="244"/>
                    <a:pt x="222" y="231"/>
                  </a:cubicBezTo>
                  <a:lnTo>
                    <a:pt x="224" y="228"/>
                  </a:lnTo>
                  <a:lnTo>
                    <a:pt x="239" y="236"/>
                  </a:lnTo>
                  <a:lnTo>
                    <a:pt x="220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8" name="Freeform 99"/>
            <p:cNvSpPr>
              <a:spLocks/>
            </p:cNvSpPr>
            <p:nvPr/>
          </p:nvSpPr>
          <p:spPr bwMode="auto">
            <a:xfrm>
              <a:off x="1560441" y="5264047"/>
              <a:ext cx="126254" cy="172949"/>
            </a:xfrm>
            <a:custGeom>
              <a:avLst/>
              <a:gdLst>
                <a:gd name="T0" fmla="*/ 206 w 223"/>
                <a:gd name="T1" fmla="*/ 302 h 302"/>
                <a:gd name="T2" fmla="*/ 0 w 223"/>
                <a:gd name="T3" fmla="*/ 302 h 302"/>
                <a:gd name="T4" fmla="*/ 0 w 223"/>
                <a:gd name="T5" fmla="*/ 287 h 302"/>
                <a:gd name="T6" fmla="*/ 4 w 223"/>
                <a:gd name="T7" fmla="*/ 286 h 302"/>
                <a:gd name="T8" fmla="*/ 15 w 223"/>
                <a:gd name="T9" fmla="*/ 280 h 302"/>
                <a:gd name="T10" fmla="*/ 19 w 223"/>
                <a:gd name="T11" fmla="*/ 254 h 302"/>
                <a:gd name="T12" fmla="*/ 19 w 223"/>
                <a:gd name="T13" fmla="*/ 48 h 302"/>
                <a:gd name="T14" fmla="*/ 15 w 223"/>
                <a:gd name="T15" fmla="*/ 22 h 302"/>
                <a:gd name="T16" fmla="*/ 4 w 223"/>
                <a:gd name="T17" fmla="*/ 16 h 302"/>
                <a:gd name="T18" fmla="*/ 0 w 223"/>
                <a:gd name="T19" fmla="*/ 16 h 302"/>
                <a:gd name="T20" fmla="*/ 0 w 223"/>
                <a:gd name="T21" fmla="*/ 0 h 302"/>
                <a:gd name="T22" fmla="*/ 88 w 223"/>
                <a:gd name="T23" fmla="*/ 0 h 302"/>
                <a:gd name="T24" fmla="*/ 88 w 223"/>
                <a:gd name="T25" fmla="*/ 16 h 302"/>
                <a:gd name="T26" fmla="*/ 84 w 223"/>
                <a:gd name="T27" fmla="*/ 16 h 302"/>
                <a:gd name="T28" fmla="*/ 74 w 223"/>
                <a:gd name="T29" fmla="*/ 22 h 302"/>
                <a:gd name="T30" fmla="*/ 70 w 223"/>
                <a:gd name="T31" fmla="*/ 48 h 302"/>
                <a:gd name="T32" fmla="*/ 70 w 223"/>
                <a:gd name="T33" fmla="*/ 256 h 302"/>
                <a:gd name="T34" fmla="*/ 74 w 223"/>
                <a:gd name="T35" fmla="*/ 276 h 302"/>
                <a:gd name="T36" fmla="*/ 99 w 223"/>
                <a:gd name="T37" fmla="*/ 280 h 302"/>
                <a:gd name="T38" fmla="*/ 145 w 223"/>
                <a:gd name="T39" fmla="*/ 277 h 302"/>
                <a:gd name="T40" fmla="*/ 171 w 223"/>
                <a:gd name="T41" fmla="*/ 268 h 302"/>
                <a:gd name="T42" fmla="*/ 187 w 223"/>
                <a:gd name="T43" fmla="*/ 255 h 302"/>
                <a:gd name="T44" fmla="*/ 206 w 223"/>
                <a:gd name="T45" fmla="*/ 231 h 302"/>
                <a:gd name="T46" fmla="*/ 207 w 223"/>
                <a:gd name="T47" fmla="*/ 229 h 302"/>
                <a:gd name="T48" fmla="*/ 223 w 223"/>
                <a:gd name="T49" fmla="*/ 234 h 302"/>
                <a:gd name="T50" fmla="*/ 206 w 223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3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8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8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6" y="18"/>
                    <a:pt x="74" y="22"/>
                  </a:cubicBezTo>
                  <a:cubicBezTo>
                    <a:pt x="71" y="27"/>
                    <a:pt x="70" y="36"/>
                    <a:pt x="70" y="48"/>
                  </a:cubicBezTo>
                  <a:lnTo>
                    <a:pt x="70" y="256"/>
                  </a:lnTo>
                  <a:cubicBezTo>
                    <a:pt x="70" y="271"/>
                    <a:pt x="73" y="275"/>
                    <a:pt x="74" y="276"/>
                  </a:cubicBezTo>
                  <a:cubicBezTo>
                    <a:pt x="76" y="277"/>
                    <a:pt x="82" y="280"/>
                    <a:pt x="99" y="280"/>
                  </a:cubicBezTo>
                  <a:cubicBezTo>
                    <a:pt x="120" y="280"/>
                    <a:pt x="136" y="279"/>
                    <a:pt x="145" y="277"/>
                  </a:cubicBezTo>
                  <a:cubicBezTo>
                    <a:pt x="155" y="275"/>
                    <a:pt x="163" y="272"/>
                    <a:pt x="171" y="268"/>
                  </a:cubicBezTo>
                  <a:cubicBezTo>
                    <a:pt x="176" y="265"/>
                    <a:pt x="181" y="260"/>
                    <a:pt x="187" y="255"/>
                  </a:cubicBezTo>
                  <a:cubicBezTo>
                    <a:pt x="192" y="249"/>
                    <a:pt x="199" y="241"/>
                    <a:pt x="206" y="231"/>
                  </a:cubicBezTo>
                  <a:lnTo>
                    <a:pt x="207" y="229"/>
                  </a:lnTo>
                  <a:lnTo>
                    <a:pt x="223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9" name="Freeform 100"/>
            <p:cNvSpPr>
              <a:spLocks/>
            </p:cNvSpPr>
            <p:nvPr/>
          </p:nvSpPr>
          <p:spPr bwMode="auto">
            <a:xfrm>
              <a:off x="1698799" y="5264047"/>
              <a:ext cx="126254" cy="172949"/>
            </a:xfrm>
            <a:custGeom>
              <a:avLst/>
              <a:gdLst>
                <a:gd name="T0" fmla="*/ 206 w 222"/>
                <a:gd name="T1" fmla="*/ 302 h 302"/>
                <a:gd name="T2" fmla="*/ 0 w 222"/>
                <a:gd name="T3" fmla="*/ 302 h 302"/>
                <a:gd name="T4" fmla="*/ 0 w 222"/>
                <a:gd name="T5" fmla="*/ 287 h 302"/>
                <a:gd name="T6" fmla="*/ 3 w 222"/>
                <a:gd name="T7" fmla="*/ 286 h 302"/>
                <a:gd name="T8" fmla="*/ 14 w 222"/>
                <a:gd name="T9" fmla="*/ 280 h 302"/>
                <a:gd name="T10" fmla="*/ 18 w 222"/>
                <a:gd name="T11" fmla="*/ 254 h 302"/>
                <a:gd name="T12" fmla="*/ 18 w 222"/>
                <a:gd name="T13" fmla="*/ 48 h 302"/>
                <a:gd name="T14" fmla="*/ 14 w 222"/>
                <a:gd name="T15" fmla="*/ 22 h 302"/>
                <a:gd name="T16" fmla="*/ 4 w 222"/>
                <a:gd name="T17" fmla="*/ 16 h 302"/>
                <a:gd name="T18" fmla="*/ 0 w 222"/>
                <a:gd name="T19" fmla="*/ 16 h 302"/>
                <a:gd name="T20" fmla="*/ 0 w 222"/>
                <a:gd name="T21" fmla="*/ 0 h 302"/>
                <a:gd name="T22" fmla="*/ 88 w 222"/>
                <a:gd name="T23" fmla="*/ 0 h 302"/>
                <a:gd name="T24" fmla="*/ 88 w 222"/>
                <a:gd name="T25" fmla="*/ 16 h 302"/>
                <a:gd name="T26" fmla="*/ 84 w 222"/>
                <a:gd name="T27" fmla="*/ 16 h 302"/>
                <a:gd name="T28" fmla="*/ 73 w 222"/>
                <a:gd name="T29" fmla="*/ 22 h 302"/>
                <a:gd name="T30" fmla="*/ 69 w 222"/>
                <a:gd name="T31" fmla="*/ 48 h 302"/>
                <a:gd name="T32" fmla="*/ 69 w 222"/>
                <a:gd name="T33" fmla="*/ 256 h 302"/>
                <a:gd name="T34" fmla="*/ 73 w 222"/>
                <a:gd name="T35" fmla="*/ 276 h 302"/>
                <a:gd name="T36" fmla="*/ 99 w 222"/>
                <a:gd name="T37" fmla="*/ 280 h 302"/>
                <a:gd name="T38" fmla="*/ 145 w 222"/>
                <a:gd name="T39" fmla="*/ 277 h 302"/>
                <a:gd name="T40" fmla="*/ 170 w 222"/>
                <a:gd name="T41" fmla="*/ 268 h 302"/>
                <a:gd name="T42" fmla="*/ 186 w 222"/>
                <a:gd name="T43" fmla="*/ 255 h 302"/>
                <a:gd name="T44" fmla="*/ 205 w 222"/>
                <a:gd name="T45" fmla="*/ 231 h 302"/>
                <a:gd name="T46" fmla="*/ 207 w 222"/>
                <a:gd name="T47" fmla="*/ 229 h 302"/>
                <a:gd name="T48" fmla="*/ 222 w 222"/>
                <a:gd name="T49" fmla="*/ 234 h 302"/>
                <a:gd name="T50" fmla="*/ 206 w 222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2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3" y="286"/>
                  </a:lnTo>
                  <a:cubicBezTo>
                    <a:pt x="9" y="286"/>
                    <a:pt x="12" y="284"/>
                    <a:pt x="14" y="280"/>
                  </a:cubicBezTo>
                  <a:cubicBezTo>
                    <a:pt x="17" y="275"/>
                    <a:pt x="18" y="266"/>
                    <a:pt x="18" y="254"/>
                  </a:cubicBezTo>
                  <a:lnTo>
                    <a:pt x="18" y="48"/>
                  </a:lnTo>
                  <a:cubicBezTo>
                    <a:pt x="18" y="36"/>
                    <a:pt x="17" y="27"/>
                    <a:pt x="14" y="22"/>
                  </a:cubicBezTo>
                  <a:cubicBezTo>
                    <a:pt x="12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5" y="18"/>
                    <a:pt x="73" y="22"/>
                  </a:cubicBezTo>
                  <a:cubicBezTo>
                    <a:pt x="70" y="27"/>
                    <a:pt x="69" y="36"/>
                    <a:pt x="69" y="48"/>
                  </a:cubicBezTo>
                  <a:lnTo>
                    <a:pt x="69" y="256"/>
                  </a:lnTo>
                  <a:cubicBezTo>
                    <a:pt x="69" y="271"/>
                    <a:pt x="72" y="275"/>
                    <a:pt x="73" y="276"/>
                  </a:cubicBezTo>
                  <a:cubicBezTo>
                    <a:pt x="75" y="277"/>
                    <a:pt x="81" y="280"/>
                    <a:pt x="99" y="280"/>
                  </a:cubicBezTo>
                  <a:cubicBezTo>
                    <a:pt x="119" y="280"/>
                    <a:pt x="135" y="279"/>
                    <a:pt x="145" y="277"/>
                  </a:cubicBezTo>
                  <a:cubicBezTo>
                    <a:pt x="154" y="275"/>
                    <a:pt x="163" y="272"/>
                    <a:pt x="170" y="268"/>
                  </a:cubicBezTo>
                  <a:cubicBezTo>
                    <a:pt x="175" y="265"/>
                    <a:pt x="181" y="260"/>
                    <a:pt x="186" y="255"/>
                  </a:cubicBezTo>
                  <a:cubicBezTo>
                    <a:pt x="192" y="249"/>
                    <a:pt x="198" y="241"/>
                    <a:pt x="205" y="231"/>
                  </a:cubicBezTo>
                  <a:lnTo>
                    <a:pt x="207" y="229"/>
                  </a:lnTo>
                  <a:lnTo>
                    <a:pt x="222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0" name="Freeform 101"/>
            <p:cNvSpPr>
              <a:spLocks noEditPoints="1"/>
            </p:cNvSpPr>
            <p:nvPr/>
          </p:nvSpPr>
          <p:spPr bwMode="auto">
            <a:xfrm>
              <a:off x="1828512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3 w 264"/>
                <a:gd name="T3" fmla="*/ 191 h 309"/>
                <a:gd name="T4" fmla="*/ 124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7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5 w 264"/>
                <a:gd name="T25" fmla="*/ 214 h 309"/>
                <a:gd name="T26" fmla="*/ 63 w 264"/>
                <a:gd name="T27" fmla="*/ 250 h 309"/>
                <a:gd name="T28" fmla="*/ 61 w 264"/>
                <a:gd name="T29" fmla="*/ 261 h 309"/>
                <a:gd name="T30" fmla="*/ 60 w 264"/>
                <a:gd name="T31" fmla="*/ 270 h 309"/>
                <a:gd name="T32" fmla="*/ 64 w 264"/>
                <a:gd name="T33" fmla="*/ 286 h 309"/>
                <a:gd name="T34" fmla="*/ 77 w 264"/>
                <a:gd name="T35" fmla="*/ 293 h 309"/>
                <a:gd name="T36" fmla="*/ 80 w 264"/>
                <a:gd name="T37" fmla="*/ 294 h 309"/>
                <a:gd name="T38" fmla="*/ 80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6 w 264"/>
                <a:gd name="T47" fmla="*/ 275 h 309"/>
                <a:gd name="T48" fmla="*/ 46 w 264"/>
                <a:gd name="T49" fmla="*/ 229 h 309"/>
                <a:gd name="T50" fmla="*/ 121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5 w 264"/>
                <a:gd name="T57" fmla="*/ 254 h 309"/>
                <a:gd name="T58" fmla="*/ 248 w 264"/>
                <a:gd name="T59" fmla="*/ 285 h 309"/>
                <a:gd name="T60" fmla="*/ 259 w 264"/>
                <a:gd name="T61" fmla="*/ 293 h 309"/>
                <a:gd name="T62" fmla="*/ 263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3" y="191"/>
                  </a:lnTo>
                  <a:lnTo>
                    <a:pt x="124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2" y="293"/>
                    <a:pt x="185" y="291"/>
                    <a:pt x="187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89" y="277"/>
                    <a:pt x="187" y="268"/>
                  </a:cubicBezTo>
                  <a:lnTo>
                    <a:pt x="170" y="214"/>
                  </a:lnTo>
                  <a:lnTo>
                    <a:pt x="75" y="214"/>
                  </a:lnTo>
                  <a:lnTo>
                    <a:pt x="63" y="250"/>
                  </a:lnTo>
                  <a:cubicBezTo>
                    <a:pt x="62" y="254"/>
                    <a:pt x="61" y="257"/>
                    <a:pt x="61" y="261"/>
                  </a:cubicBezTo>
                  <a:cubicBezTo>
                    <a:pt x="60" y="264"/>
                    <a:pt x="60" y="267"/>
                    <a:pt x="60" y="270"/>
                  </a:cubicBezTo>
                  <a:cubicBezTo>
                    <a:pt x="60" y="277"/>
                    <a:pt x="61" y="282"/>
                    <a:pt x="64" y="286"/>
                  </a:cubicBezTo>
                  <a:cubicBezTo>
                    <a:pt x="67" y="290"/>
                    <a:pt x="71" y="292"/>
                    <a:pt x="77" y="293"/>
                  </a:cubicBezTo>
                  <a:lnTo>
                    <a:pt x="80" y="294"/>
                  </a:lnTo>
                  <a:lnTo>
                    <a:pt x="80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6" y="275"/>
                  </a:cubicBezTo>
                  <a:cubicBezTo>
                    <a:pt x="33" y="266"/>
                    <a:pt x="39" y="251"/>
                    <a:pt x="46" y="229"/>
                  </a:cubicBezTo>
                  <a:lnTo>
                    <a:pt x="121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5" y="254"/>
                  </a:lnTo>
                  <a:cubicBezTo>
                    <a:pt x="240" y="268"/>
                    <a:pt x="244" y="278"/>
                    <a:pt x="248" y="285"/>
                  </a:cubicBezTo>
                  <a:cubicBezTo>
                    <a:pt x="252" y="290"/>
                    <a:pt x="256" y="293"/>
                    <a:pt x="259" y="293"/>
                  </a:cubicBezTo>
                  <a:lnTo>
                    <a:pt x="263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1" name="Freeform 102"/>
            <p:cNvSpPr>
              <a:spLocks/>
            </p:cNvSpPr>
            <p:nvPr/>
          </p:nvSpPr>
          <p:spPr bwMode="auto">
            <a:xfrm>
              <a:off x="2055075" y="5257128"/>
              <a:ext cx="148736" cy="183327"/>
            </a:xfrm>
            <a:custGeom>
              <a:avLst/>
              <a:gdLst>
                <a:gd name="T0" fmla="*/ 135 w 259"/>
                <a:gd name="T1" fmla="*/ 319 h 319"/>
                <a:gd name="T2" fmla="*/ 37 w 259"/>
                <a:gd name="T3" fmla="*/ 278 h 319"/>
                <a:gd name="T4" fmla="*/ 0 w 259"/>
                <a:gd name="T5" fmla="*/ 170 h 319"/>
                <a:gd name="T6" fmla="*/ 14 w 259"/>
                <a:gd name="T7" fmla="*/ 93 h 319"/>
                <a:gd name="T8" fmla="*/ 55 w 259"/>
                <a:gd name="T9" fmla="*/ 33 h 319"/>
                <a:gd name="T10" fmla="*/ 93 w 259"/>
                <a:gd name="T11" fmla="*/ 11 h 319"/>
                <a:gd name="T12" fmla="*/ 190 w 259"/>
                <a:gd name="T13" fmla="*/ 12 h 319"/>
                <a:gd name="T14" fmla="*/ 243 w 259"/>
                <a:gd name="T15" fmla="*/ 39 h 319"/>
                <a:gd name="T16" fmla="*/ 246 w 259"/>
                <a:gd name="T17" fmla="*/ 40 h 319"/>
                <a:gd name="T18" fmla="*/ 228 w 259"/>
                <a:gd name="T19" fmla="*/ 96 h 319"/>
                <a:gd name="T20" fmla="*/ 213 w 259"/>
                <a:gd name="T21" fmla="*/ 94 h 319"/>
                <a:gd name="T22" fmla="*/ 212 w 259"/>
                <a:gd name="T23" fmla="*/ 92 h 319"/>
                <a:gd name="T24" fmla="*/ 181 w 259"/>
                <a:gd name="T25" fmla="*/ 41 h 319"/>
                <a:gd name="T26" fmla="*/ 132 w 259"/>
                <a:gd name="T27" fmla="*/ 24 h 319"/>
                <a:gd name="T28" fmla="*/ 72 w 259"/>
                <a:gd name="T29" fmla="*/ 56 h 319"/>
                <a:gd name="T30" fmla="*/ 49 w 259"/>
                <a:gd name="T31" fmla="*/ 146 h 319"/>
                <a:gd name="T32" fmla="*/ 78 w 259"/>
                <a:gd name="T33" fmla="*/ 248 h 319"/>
                <a:gd name="T34" fmla="*/ 153 w 259"/>
                <a:gd name="T35" fmla="*/ 287 h 319"/>
                <a:gd name="T36" fmla="*/ 202 w 259"/>
                <a:gd name="T37" fmla="*/ 274 h 319"/>
                <a:gd name="T38" fmla="*/ 243 w 259"/>
                <a:gd name="T39" fmla="*/ 234 h 319"/>
                <a:gd name="T40" fmla="*/ 245 w 259"/>
                <a:gd name="T41" fmla="*/ 231 h 319"/>
                <a:gd name="T42" fmla="*/ 259 w 259"/>
                <a:gd name="T43" fmla="*/ 241 h 319"/>
                <a:gd name="T44" fmla="*/ 257 w 259"/>
                <a:gd name="T45" fmla="*/ 244 h 319"/>
                <a:gd name="T46" fmla="*/ 204 w 259"/>
                <a:gd name="T47" fmla="*/ 301 h 319"/>
                <a:gd name="T48" fmla="*/ 135 w 259"/>
                <a:gd name="T49" fmla="*/ 31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9" h="319">
                  <a:moveTo>
                    <a:pt x="135" y="319"/>
                  </a:moveTo>
                  <a:cubicBezTo>
                    <a:pt x="95" y="319"/>
                    <a:pt x="62" y="305"/>
                    <a:pt x="37" y="278"/>
                  </a:cubicBezTo>
                  <a:cubicBezTo>
                    <a:pt x="12" y="251"/>
                    <a:pt x="0" y="214"/>
                    <a:pt x="0" y="170"/>
                  </a:cubicBezTo>
                  <a:cubicBezTo>
                    <a:pt x="0" y="142"/>
                    <a:pt x="5" y="116"/>
                    <a:pt x="14" y="93"/>
                  </a:cubicBezTo>
                  <a:cubicBezTo>
                    <a:pt x="23" y="70"/>
                    <a:pt x="37" y="50"/>
                    <a:pt x="55" y="33"/>
                  </a:cubicBezTo>
                  <a:cubicBezTo>
                    <a:pt x="66" y="24"/>
                    <a:pt x="78" y="16"/>
                    <a:pt x="93" y="11"/>
                  </a:cubicBezTo>
                  <a:cubicBezTo>
                    <a:pt x="123" y="1"/>
                    <a:pt x="156" y="0"/>
                    <a:pt x="190" y="12"/>
                  </a:cubicBezTo>
                  <a:cubicBezTo>
                    <a:pt x="207" y="18"/>
                    <a:pt x="225" y="27"/>
                    <a:pt x="243" y="39"/>
                  </a:cubicBezTo>
                  <a:lnTo>
                    <a:pt x="246" y="40"/>
                  </a:lnTo>
                  <a:lnTo>
                    <a:pt x="228" y="96"/>
                  </a:lnTo>
                  <a:lnTo>
                    <a:pt x="213" y="94"/>
                  </a:lnTo>
                  <a:lnTo>
                    <a:pt x="212" y="92"/>
                  </a:lnTo>
                  <a:cubicBezTo>
                    <a:pt x="205" y="69"/>
                    <a:pt x="194" y="52"/>
                    <a:pt x="181" y="41"/>
                  </a:cubicBezTo>
                  <a:cubicBezTo>
                    <a:pt x="167" y="30"/>
                    <a:pt x="151" y="24"/>
                    <a:pt x="132" y="24"/>
                  </a:cubicBezTo>
                  <a:cubicBezTo>
                    <a:pt x="107" y="24"/>
                    <a:pt x="87" y="34"/>
                    <a:pt x="72" y="56"/>
                  </a:cubicBezTo>
                  <a:cubicBezTo>
                    <a:pt x="57" y="79"/>
                    <a:pt x="49" y="109"/>
                    <a:pt x="49" y="146"/>
                  </a:cubicBezTo>
                  <a:cubicBezTo>
                    <a:pt x="49" y="187"/>
                    <a:pt x="59" y="222"/>
                    <a:pt x="78" y="248"/>
                  </a:cubicBezTo>
                  <a:cubicBezTo>
                    <a:pt x="98" y="274"/>
                    <a:pt x="123" y="287"/>
                    <a:pt x="153" y="287"/>
                  </a:cubicBezTo>
                  <a:cubicBezTo>
                    <a:pt x="171" y="287"/>
                    <a:pt x="187" y="283"/>
                    <a:pt x="202" y="274"/>
                  </a:cubicBezTo>
                  <a:cubicBezTo>
                    <a:pt x="216" y="266"/>
                    <a:pt x="230" y="252"/>
                    <a:pt x="243" y="234"/>
                  </a:cubicBezTo>
                  <a:lnTo>
                    <a:pt x="245" y="231"/>
                  </a:lnTo>
                  <a:lnTo>
                    <a:pt x="259" y="241"/>
                  </a:lnTo>
                  <a:lnTo>
                    <a:pt x="257" y="244"/>
                  </a:lnTo>
                  <a:cubicBezTo>
                    <a:pt x="242" y="270"/>
                    <a:pt x="224" y="289"/>
                    <a:pt x="204" y="301"/>
                  </a:cubicBezTo>
                  <a:cubicBezTo>
                    <a:pt x="185" y="313"/>
                    <a:pt x="161" y="319"/>
                    <a:pt x="135" y="319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2" name="Freeform 103"/>
            <p:cNvSpPr>
              <a:spLocks noEditPoints="1"/>
            </p:cNvSpPr>
            <p:nvPr/>
          </p:nvSpPr>
          <p:spPr bwMode="auto">
            <a:xfrm>
              <a:off x="2193435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80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2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9 h 309"/>
                <a:gd name="T50" fmla="*/ 122 w 264"/>
                <a:gd name="T51" fmla="*/ 0 h 309"/>
                <a:gd name="T52" fmla="*/ 154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80" y="293"/>
                  </a:lnTo>
                  <a:cubicBezTo>
                    <a:pt x="183" y="293"/>
                    <a:pt x="186" y="291"/>
                    <a:pt x="188" y="289"/>
                  </a:cubicBezTo>
                  <a:cubicBezTo>
                    <a:pt x="190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2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7"/>
                    <a:pt x="62" y="282"/>
                    <a:pt x="65" y="286"/>
                  </a:cubicBezTo>
                  <a:cubicBezTo>
                    <a:pt x="68" y="290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3" y="290"/>
                    <a:pt x="20" y="284"/>
                    <a:pt x="27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2" y="0"/>
                  </a:lnTo>
                  <a:lnTo>
                    <a:pt x="154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5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3" name="Freeform 104"/>
            <p:cNvSpPr>
              <a:spLocks/>
            </p:cNvSpPr>
            <p:nvPr/>
          </p:nvSpPr>
          <p:spPr bwMode="auto">
            <a:xfrm>
              <a:off x="2349090" y="5264047"/>
              <a:ext cx="127982" cy="172949"/>
            </a:xfrm>
            <a:custGeom>
              <a:avLst/>
              <a:gdLst>
                <a:gd name="T0" fmla="*/ 206 w 222"/>
                <a:gd name="T1" fmla="*/ 302 h 302"/>
                <a:gd name="T2" fmla="*/ 0 w 222"/>
                <a:gd name="T3" fmla="*/ 302 h 302"/>
                <a:gd name="T4" fmla="*/ 0 w 222"/>
                <a:gd name="T5" fmla="*/ 287 h 302"/>
                <a:gd name="T6" fmla="*/ 4 w 222"/>
                <a:gd name="T7" fmla="*/ 286 h 302"/>
                <a:gd name="T8" fmla="*/ 15 w 222"/>
                <a:gd name="T9" fmla="*/ 280 h 302"/>
                <a:gd name="T10" fmla="*/ 18 w 222"/>
                <a:gd name="T11" fmla="*/ 254 h 302"/>
                <a:gd name="T12" fmla="*/ 18 w 222"/>
                <a:gd name="T13" fmla="*/ 48 h 302"/>
                <a:gd name="T14" fmla="*/ 14 w 222"/>
                <a:gd name="T15" fmla="*/ 22 h 302"/>
                <a:gd name="T16" fmla="*/ 4 w 222"/>
                <a:gd name="T17" fmla="*/ 16 h 302"/>
                <a:gd name="T18" fmla="*/ 0 w 222"/>
                <a:gd name="T19" fmla="*/ 16 h 302"/>
                <a:gd name="T20" fmla="*/ 0 w 222"/>
                <a:gd name="T21" fmla="*/ 0 h 302"/>
                <a:gd name="T22" fmla="*/ 88 w 222"/>
                <a:gd name="T23" fmla="*/ 0 h 302"/>
                <a:gd name="T24" fmla="*/ 88 w 222"/>
                <a:gd name="T25" fmla="*/ 16 h 302"/>
                <a:gd name="T26" fmla="*/ 84 w 222"/>
                <a:gd name="T27" fmla="*/ 16 h 302"/>
                <a:gd name="T28" fmla="*/ 73 w 222"/>
                <a:gd name="T29" fmla="*/ 22 h 302"/>
                <a:gd name="T30" fmla="*/ 69 w 222"/>
                <a:gd name="T31" fmla="*/ 48 h 302"/>
                <a:gd name="T32" fmla="*/ 69 w 222"/>
                <a:gd name="T33" fmla="*/ 256 h 302"/>
                <a:gd name="T34" fmla="*/ 74 w 222"/>
                <a:gd name="T35" fmla="*/ 276 h 302"/>
                <a:gd name="T36" fmla="*/ 99 w 222"/>
                <a:gd name="T37" fmla="*/ 280 h 302"/>
                <a:gd name="T38" fmla="*/ 145 w 222"/>
                <a:gd name="T39" fmla="*/ 277 h 302"/>
                <a:gd name="T40" fmla="*/ 171 w 222"/>
                <a:gd name="T41" fmla="*/ 268 h 302"/>
                <a:gd name="T42" fmla="*/ 186 w 222"/>
                <a:gd name="T43" fmla="*/ 255 h 302"/>
                <a:gd name="T44" fmla="*/ 205 w 222"/>
                <a:gd name="T45" fmla="*/ 231 h 302"/>
                <a:gd name="T46" fmla="*/ 207 w 222"/>
                <a:gd name="T47" fmla="*/ 229 h 302"/>
                <a:gd name="T48" fmla="*/ 222 w 222"/>
                <a:gd name="T49" fmla="*/ 234 h 302"/>
                <a:gd name="T50" fmla="*/ 206 w 222"/>
                <a:gd name="T5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2" h="302">
                  <a:moveTo>
                    <a:pt x="206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2" y="284"/>
                    <a:pt x="15" y="280"/>
                  </a:cubicBezTo>
                  <a:cubicBezTo>
                    <a:pt x="17" y="275"/>
                    <a:pt x="18" y="266"/>
                    <a:pt x="18" y="254"/>
                  </a:cubicBezTo>
                  <a:lnTo>
                    <a:pt x="18" y="48"/>
                  </a:lnTo>
                  <a:cubicBezTo>
                    <a:pt x="18" y="36"/>
                    <a:pt x="17" y="27"/>
                    <a:pt x="14" y="22"/>
                  </a:cubicBezTo>
                  <a:cubicBezTo>
                    <a:pt x="12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5" y="18"/>
                    <a:pt x="73" y="22"/>
                  </a:cubicBezTo>
                  <a:cubicBezTo>
                    <a:pt x="71" y="27"/>
                    <a:pt x="69" y="36"/>
                    <a:pt x="69" y="48"/>
                  </a:cubicBezTo>
                  <a:lnTo>
                    <a:pt x="69" y="256"/>
                  </a:lnTo>
                  <a:cubicBezTo>
                    <a:pt x="69" y="271"/>
                    <a:pt x="72" y="275"/>
                    <a:pt x="74" y="276"/>
                  </a:cubicBezTo>
                  <a:cubicBezTo>
                    <a:pt x="75" y="277"/>
                    <a:pt x="81" y="280"/>
                    <a:pt x="99" y="280"/>
                  </a:cubicBezTo>
                  <a:cubicBezTo>
                    <a:pt x="120" y="280"/>
                    <a:pt x="135" y="279"/>
                    <a:pt x="145" y="277"/>
                  </a:cubicBezTo>
                  <a:cubicBezTo>
                    <a:pt x="154" y="275"/>
                    <a:pt x="163" y="272"/>
                    <a:pt x="171" y="268"/>
                  </a:cubicBezTo>
                  <a:cubicBezTo>
                    <a:pt x="175" y="265"/>
                    <a:pt x="181" y="260"/>
                    <a:pt x="186" y="255"/>
                  </a:cubicBezTo>
                  <a:cubicBezTo>
                    <a:pt x="192" y="249"/>
                    <a:pt x="198" y="241"/>
                    <a:pt x="205" y="231"/>
                  </a:cubicBezTo>
                  <a:lnTo>
                    <a:pt x="207" y="229"/>
                  </a:lnTo>
                  <a:lnTo>
                    <a:pt x="222" y="234"/>
                  </a:lnTo>
                  <a:lnTo>
                    <a:pt x="206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4" name="Freeform 105"/>
            <p:cNvSpPr>
              <a:spLocks noEditPoints="1"/>
            </p:cNvSpPr>
            <p:nvPr/>
          </p:nvSpPr>
          <p:spPr bwMode="auto">
            <a:xfrm>
              <a:off x="2475343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3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7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1 w 264"/>
                <a:gd name="T29" fmla="*/ 261 h 309"/>
                <a:gd name="T30" fmla="*/ 60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0 w 264"/>
                <a:gd name="T37" fmla="*/ 294 h 309"/>
                <a:gd name="T38" fmla="*/ 80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6 w 264"/>
                <a:gd name="T47" fmla="*/ 275 h 309"/>
                <a:gd name="T48" fmla="*/ 47 w 264"/>
                <a:gd name="T49" fmla="*/ 229 h 309"/>
                <a:gd name="T50" fmla="*/ 121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3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3" y="293"/>
                    <a:pt x="185" y="291"/>
                    <a:pt x="187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1" y="261"/>
                  </a:cubicBezTo>
                  <a:cubicBezTo>
                    <a:pt x="61" y="264"/>
                    <a:pt x="60" y="267"/>
                    <a:pt x="60" y="270"/>
                  </a:cubicBezTo>
                  <a:cubicBezTo>
                    <a:pt x="60" y="277"/>
                    <a:pt x="62" y="282"/>
                    <a:pt x="65" y="286"/>
                  </a:cubicBezTo>
                  <a:cubicBezTo>
                    <a:pt x="67" y="290"/>
                    <a:pt x="71" y="292"/>
                    <a:pt x="77" y="293"/>
                  </a:cubicBezTo>
                  <a:lnTo>
                    <a:pt x="80" y="294"/>
                  </a:lnTo>
                  <a:lnTo>
                    <a:pt x="80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6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1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4" y="278"/>
                    <a:pt x="249" y="285"/>
                  </a:cubicBezTo>
                  <a:cubicBezTo>
                    <a:pt x="252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5" name="Freeform 106"/>
            <p:cNvSpPr>
              <a:spLocks noEditPoints="1"/>
            </p:cNvSpPr>
            <p:nvPr/>
          </p:nvSpPr>
          <p:spPr bwMode="auto">
            <a:xfrm>
              <a:off x="2629268" y="5262316"/>
              <a:ext cx="136631" cy="174678"/>
            </a:xfrm>
            <a:custGeom>
              <a:avLst/>
              <a:gdLst>
                <a:gd name="T0" fmla="*/ 69 w 240"/>
                <a:gd name="T1" fmla="*/ 134 h 305"/>
                <a:gd name="T2" fmla="*/ 91 w 240"/>
                <a:gd name="T3" fmla="*/ 134 h 305"/>
                <a:gd name="T4" fmla="*/ 161 w 240"/>
                <a:gd name="T5" fmla="*/ 120 h 305"/>
                <a:gd name="T6" fmla="*/ 180 w 240"/>
                <a:gd name="T7" fmla="*/ 78 h 305"/>
                <a:gd name="T8" fmla="*/ 162 w 240"/>
                <a:gd name="T9" fmla="*/ 36 h 305"/>
                <a:gd name="T10" fmla="*/ 109 w 240"/>
                <a:gd name="T11" fmla="*/ 21 h 305"/>
                <a:gd name="T12" fmla="*/ 76 w 240"/>
                <a:gd name="T13" fmla="*/ 26 h 305"/>
                <a:gd name="T14" fmla="*/ 69 w 240"/>
                <a:gd name="T15" fmla="*/ 51 h 305"/>
                <a:gd name="T16" fmla="*/ 69 w 240"/>
                <a:gd name="T17" fmla="*/ 134 h 305"/>
                <a:gd name="T18" fmla="*/ 69 w 240"/>
                <a:gd name="T19" fmla="*/ 154 h 305"/>
                <a:gd name="T20" fmla="*/ 69 w 240"/>
                <a:gd name="T21" fmla="*/ 258 h 305"/>
                <a:gd name="T22" fmla="*/ 75 w 240"/>
                <a:gd name="T23" fmla="*/ 280 h 305"/>
                <a:gd name="T24" fmla="*/ 107 w 240"/>
                <a:gd name="T25" fmla="*/ 285 h 305"/>
                <a:gd name="T26" fmla="*/ 170 w 240"/>
                <a:gd name="T27" fmla="*/ 269 h 305"/>
                <a:gd name="T28" fmla="*/ 189 w 240"/>
                <a:gd name="T29" fmla="*/ 220 h 305"/>
                <a:gd name="T30" fmla="*/ 171 w 240"/>
                <a:gd name="T31" fmla="*/ 170 h 305"/>
                <a:gd name="T32" fmla="*/ 111 w 240"/>
                <a:gd name="T33" fmla="*/ 154 h 305"/>
                <a:gd name="T34" fmla="*/ 69 w 240"/>
                <a:gd name="T35" fmla="*/ 154 h 305"/>
                <a:gd name="T36" fmla="*/ 113 w 240"/>
                <a:gd name="T37" fmla="*/ 305 h 305"/>
                <a:gd name="T38" fmla="*/ 0 w 240"/>
                <a:gd name="T39" fmla="*/ 305 h 305"/>
                <a:gd name="T40" fmla="*/ 0 w 240"/>
                <a:gd name="T41" fmla="*/ 289 h 305"/>
                <a:gd name="T42" fmla="*/ 4 w 240"/>
                <a:gd name="T43" fmla="*/ 289 h 305"/>
                <a:gd name="T44" fmla="*/ 15 w 240"/>
                <a:gd name="T45" fmla="*/ 283 h 305"/>
                <a:gd name="T46" fmla="*/ 19 w 240"/>
                <a:gd name="T47" fmla="*/ 257 h 305"/>
                <a:gd name="T48" fmla="*/ 19 w 240"/>
                <a:gd name="T49" fmla="*/ 51 h 305"/>
                <a:gd name="T50" fmla="*/ 15 w 240"/>
                <a:gd name="T51" fmla="*/ 25 h 305"/>
                <a:gd name="T52" fmla="*/ 4 w 240"/>
                <a:gd name="T53" fmla="*/ 19 h 305"/>
                <a:gd name="T54" fmla="*/ 0 w 240"/>
                <a:gd name="T55" fmla="*/ 19 h 305"/>
                <a:gd name="T56" fmla="*/ 0 w 240"/>
                <a:gd name="T57" fmla="*/ 3 h 305"/>
                <a:gd name="T58" fmla="*/ 69 w 240"/>
                <a:gd name="T59" fmla="*/ 1 h 305"/>
                <a:gd name="T60" fmla="*/ 92 w 240"/>
                <a:gd name="T61" fmla="*/ 1 h 305"/>
                <a:gd name="T62" fmla="*/ 105 w 240"/>
                <a:gd name="T63" fmla="*/ 0 h 305"/>
                <a:gd name="T64" fmla="*/ 194 w 240"/>
                <a:gd name="T65" fmla="*/ 22 h 305"/>
                <a:gd name="T66" fmla="*/ 229 w 240"/>
                <a:gd name="T67" fmla="*/ 78 h 305"/>
                <a:gd name="T68" fmla="*/ 209 w 240"/>
                <a:gd name="T69" fmla="*/ 121 h 305"/>
                <a:gd name="T70" fmla="*/ 168 w 240"/>
                <a:gd name="T71" fmla="*/ 143 h 305"/>
                <a:gd name="T72" fmla="*/ 216 w 240"/>
                <a:gd name="T73" fmla="*/ 169 h 305"/>
                <a:gd name="T74" fmla="*/ 240 w 240"/>
                <a:gd name="T75" fmla="*/ 224 h 305"/>
                <a:gd name="T76" fmla="*/ 207 w 240"/>
                <a:gd name="T77" fmla="*/ 285 h 305"/>
                <a:gd name="T78" fmla="*/ 113 w 240"/>
                <a:gd name="T79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0" h="305">
                  <a:moveTo>
                    <a:pt x="69" y="134"/>
                  </a:moveTo>
                  <a:lnTo>
                    <a:pt x="91" y="134"/>
                  </a:lnTo>
                  <a:cubicBezTo>
                    <a:pt x="124" y="134"/>
                    <a:pt x="147" y="129"/>
                    <a:pt x="161" y="120"/>
                  </a:cubicBezTo>
                  <a:cubicBezTo>
                    <a:pt x="174" y="112"/>
                    <a:pt x="180" y="98"/>
                    <a:pt x="180" y="78"/>
                  </a:cubicBezTo>
                  <a:cubicBezTo>
                    <a:pt x="180" y="60"/>
                    <a:pt x="174" y="46"/>
                    <a:pt x="162" y="36"/>
                  </a:cubicBezTo>
                  <a:cubicBezTo>
                    <a:pt x="150" y="26"/>
                    <a:pt x="132" y="21"/>
                    <a:pt x="109" y="21"/>
                  </a:cubicBezTo>
                  <a:cubicBezTo>
                    <a:pt x="88" y="21"/>
                    <a:pt x="79" y="24"/>
                    <a:pt x="76" y="26"/>
                  </a:cubicBezTo>
                  <a:cubicBezTo>
                    <a:pt x="71" y="29"/>
                    <a:pt x="69" y="38"/>
                    <a:pt x="69" y="51"/>
                  </a:cubicBezTo>
                  <a:lnTo>
                    <a:pt x="69" y="134"/>
                  </a:lnTo>
                  <a:close/>
                  <a:moveTo>
                    <a:pt x="69" y="154"/>
                  </a:moveTo>
                  <a:lnTo>
                    <a:pt x="69" y="258"/>
                  </a:lnTo>
                  <a:cubicBezTo>
                    <a:pt x="69" y="274"/>
                    <a:pt x="73" y="279"/>
                    <a:pt x="75" y="280"/>
                  </a:cubicBezTo>
                  <a:cubicBezTo>
                    <a:pt x="77" y="282"/>
                    <a:pt x="84" y="285"/>
                    <a:pt x="107" y="285"/>
                  </a:cubicBezTo>
                  <a:cubicBezTo>
                    <a:pt x="136" y="285"/>
                    <a:pt x="157" y="279"/>
                    <a:pt x="170" y="269"/>
                  </a:cubicBezTo>
                  <a:cubicBezTo>
                    <a:pt x="183" y="258"/>
                    <a:pt x="189" y="242"/>
                    <a:pt x="189" y="220"/>
                  </a:cubicBezTo>
                  <a:cubicBezTo>
                    <a:pt x="189" y="198"/>
                    <a:pt x="183" y="181"/>
                    <a:pt x="171" y="170"/>
                  </a:cubicBezTo>
                  <a:cubicBezTo>
                    <a:pt x="158" y="160"/>
                    <a:pt x="138" y="154"/>
                    <a:pt x="111" y="154"/>
                  </a:cubicBezTo>
                  <a:lnTo>
                    <a:pt x="69" y="154"/>
                  </a:lnTo>
                  <a:close/>
                  <a:moveTo>
                    <a:pt x="113" y="305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4" y="289"/>
                  </a:lnTo>
                  <a:cubicBezTo>
                    <a:pt x="10" y="289"/>
                    <a:pt x="13" y="287"/>
                    <a:pt x="15" y="283"/>
                  </a:cubicBezTo>
                  <a:cubicBezTo>
                    <a:pt x="18" y="278"/>
                    <a:pt x="19" y="269"/>
                    <a:pt x="19" y="257"/>
                  </a:cubicBezTo>
                  <a:lnTo>
                    <a:pt x="19" y="51"/>
                  </a:lnTo>
                  <a:cubicBezTo>
                    <a:pt x="19" y="39"/>
                    <a:pt x="18" y="30"/>
                    <a:pt x="15" y="25"/>
                  </a:cubicBezTo>
                  <a:cubicBezTo>
                    <a:pt x="13" y="21"/>
                    <a:pt x="10" y="19"/>
                    <a:pt x="4" y="19"/>
                  </a:cubicBezTo>
                  <a:lnTo>
                    <a:pt x="0" y="19"/>
                  </a:lnTo>
                  <a:lnTo>
                    <a:pt x="0" y="3"/>
                  </a:lnTo>
                  <a:lnTo>
                    <a:pt x="69" y="1"/>
                  </a:lnTo>
                  <a:cubicBezTo>
                    <a:pt x="76" y="1"/>
                    <a:pt x="84" y="1"/>
                    <a:pt x="92" y="1"/>
                  </a:cubicBezTo>
                  <a:cubicBezTo>
                    <a:pt x="100" y="0"/>
                    <a:pt x="105" y="0"/>
                    <a:pt x="105" y="0"/>
                  </a:cubicBezTo>
                  <a:cubicBezTo>
                    <a:pt x="141" y="0"/>
                    <a:pt x="171" y="7"/>
                    <a:pt x="194" y="22"/>
                  </a:cubicBezTo>
                  <a:cubicBezTo>
                    <a:pt x="217" y="36"/>
                    <a:pt x="229" y="55"/>
                    <a:pt x="229" y="78"/>
                  </a:cubicBezTo>
                  <a:cubicBezTo>
                    <a:pt x="229" y="95"/>
                    <a:pt x="222" y="110"/>
                    <a:pt x="209" y="121"/>
                  </a:cubicBezTo>
                  <a:cubicBezTo>
                    <a:pt x="199" y="130"/>
                    <a:pt x="185" y="138"/>
                    <a:pt x="168" y="143"/>
                  </a:cubicBezTo>
                  <a:cubicBezTo>
                    <a:pt x="187" y="149"/>
                    <a:pt x="204" y="158"/>
                    <a:pt x="216" y="169"/>
                  </a:cubicBezTo>
                  <a:cubicBezTo>
                    <a:pt x="232" y="185"/>
                    <a:pt x="240" y="203"/>
                    <a:pt x="240" y="224"/>
                  </a:cubicBezTo>
                  <a:cubicBezTo>
                    <a:pt x="240" y="250"/>
                    <a:pt x="229" y="271"/>
                    <a:pt x="207" y="285"/>
                  </a:cubicBezTo>
                  <a:cubicBezTo>
                    <a:pt x="185" y="298"/>
                    <a:pt x="154" y="305"/>
                    <a:pt x="113" y="305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6" name="Freeform 107"/>
            <p:cNvSpPr>
              <a:spLocks noEditPoints="1"/>
            </p:cNvSpPr>
            <p:nvPr/>
          </p:nvSpPr>
          <p:spPr bwMode="auto">
            <a:xfrm>
              <a:off x="2779734" y="5260587"/>
              <a:ext cx="141818" cy="197162"/>
            </a:xfrm>
            <a:custGeom>
              <a:avLst/>
              <a:gdLst>
                <a:gd name="T0" fmla="*/ 68 w 249"/>
                <a:gd name="T1" fmla="*/ 151 h 343"/>
                <a:gd name="T2" fmla="*/ 77 w 249"/>
                <a:gd name="T3" fmla="*/ 152 h 343"/>
                <a:gd name="T4" fmla="*/ 95 w 249"/>
                <a:gd name="T5" fmla="*/ 153 h 343"/>
                <a:gd name="T6" fmla="*/ 166 w 249"/>
                <a:gd name="T7" fmla="*/ 136 h 343"/>
                <a:gd name="T8" fmla="*/ 189 w 249"/>
                <a:gd name="T9" fmla="*/ 88 h 343"/>
                <a:gd name="T10" fmla="*/ 169 w 249"/>
                <a:gd name="T11" fmla="*/ 37 h 343"/>
                <a:gd name="T12" fmla="*/ 111 w 249"/>
                <a:gd name="T13" fmla="*/ 20 h 343"/>
                <a:gd name="T14" fmla="*/ 77 w 249"/>
                <a:gd name="T15" fmla="*/ 26 h 343"/>
                <a:gd name="T16" fmla="*/ 68 w 249"/>
                <a:gd name="T17" fmla="*/ 49 h 343"/>
                <a:gd name="T18" fmla="*/ 68 w 249"/>
                <a:gd name="T19" fmla="*/ 151 h 343"/>
                <a:gd name="T20" fmla="*/ 249 w 249"/>
                <a:gd name="T21" fmla="*/ 343 h 343"/>
                <a:gd name="T22" fmla="*/ 243 w 249"/>
                <a:gd name="T23" fmla="*/ 340 h 343"/>
                <a:gd name="T24" fmla="*/ 164 w 249"/>
                <a:gd name="T25" fmla="*/ 278 h 343"/>
                <a:gd name="T26" fmla="*/ 107 w 249"/>
                <a:gd name="T27" fmla="*/ 172 h 343"/>
                <a:gd name="T28" fmla="*/ 101 w 249"/>
                <a:gd name="T29" fmla="*/ 172 h 343"/>
                <a:gd name="T30" fmla="*/ 91 w 249"/>
                <a:gd name="T31" fmla="*/ 172 h 343"/>
                <a:gd name="T32" fmla="*/ 68 w 249"/>
                <a:gd name="T33" fmla="*/ 172 h 343"/>
                <a:gd name="T34" fmla="*/ 68 w 249"/>
                <a:gd name="T35" fmla="*/ 259 h 343"/>
                <a:gd name="T36" fmla="*/ 72 w 249"/>
                <a:gd name="T37" fmla="*/ 285 h 343"/>
                <a:gd name="T38" fmla="*/ 83 w 249"/>
                <a:gd name="T39" fmla="*/ 291 h 343"/>
                <a:gd name="T40" fmla="*/ 87 w 249"/>
                <a:gd name="T41" fmla="*/ 291 h 343"/>
                <a:gd name="T42" fmla="*/ 87 w 249"/>
                <a:gd name="T43" fmla="*/ 307 h 343"/>
                <a:gd name="T44" fmla="*/ 0 w 249"/>
                <a:gd name="T45" fmla="*/ 307 h 343"/>
                <a:gd name="T46" fmla="*/ 0 w 249"/>
                <a:gd name="T47" fmla="*/ 291 h 343"/>
                <a:gd name="T48" fmla="*/ 4 w 249"/>
                <a:gd name="T49" fmla="*/ 291 h 343"/>
                <a:gd name="T50" fmla="*/ 14 w 249"/>
                <a:gd name="T51" fmla="*/ 285 h 343"/>
                <a:gd name="T52" fmla="*/ 18 w 249"/>
                <a:gd name="T53" fmla="*/ 259 h 343"/>
                <a:gd name="T54" fmla="*/ 18 w 249"/>
                <a:gd name="T55" fmla="*/ 53 h 343"/>
                <a:gd name="T56" fmla="*/ 14 w 249"/>
                <a:gd name="T57" fmla="*/ 27 h 343"/>
                <a:gd name="T58" fmla="*/ 3 w 249"/>
                <a:gd name="T59" fmla="*/ 21 h 343"/>
                <a:gd name="T60" fmla="*/ 0 w 249"/>
                <a:gd name="T61" fmla="*/ 21 h 343"/>
                <a:gd name="T62" fmla="*/ 0 w 249"/>
                <a:gd name="T63" fmla="*/ 5 h 343"/>
                <a:gd name="T64" fmla="*/ 70 w 249"/>
                <a:gd name="T65" fmla="*/ 1 h 343"/>
                <a:gd name="T66" fmla="*/ 94 w 249"/>
                <a:gd name="T67" fmla="*/ 1 h 343"/>
                <a:gd name="T68" fmla="*/ 109 w 249"/>
                <a:gd name="T69" fmla="*/ 0 h 343"/>
                <a:gd name="T70" fmla="*/ 205 w 249"/>
                <a:gd name="T71" fmla="*/ 24 h 343"/>
                <a:gd name="T72" fmla="*/ 242 w 249"/>
                <a:gd name="T73" fmla="*/ 89 h 343"/>
                <a:gd name="T74" fmla="*/ 219 w 249"/>
                <a:gd name="T75" fmla="*/ 140 h 343"/>
                <a:gd name="T76" fmla="*/ 162 w 249"/>
                <a:gd name="T77" fmla="*/ 168 h 343"/>
                <a:gd name="T78" fmla="*/ 204 w 249"/>
                <a:gd name="T79" fmla="*/ 266 h 343"/>
                <a:gd name="T80" fmla="*/ 248 w 249"/>
                <a:gd name="T81" fmla="*/ 325 h 343"/>
                <a:gd name="T82" fmla="*/ 249 w 249"/>
                <a:gd name="T83" fmla="*/ 326 h 343"/>
                <a:gd name="T84" fmla="*/ 249 w 249"/>
                <a:gd name="T8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9" h="343">
                  <a:moveTo>
                    <a:pt x="68" y="151"/>
                  </a:moveTo>
                  <a:cubicBezTo>
                    <a:pt x="71" y="152"/>
                    <a:pt x="74" y="152"/>
                    <a:pt x="77" y="152"/>
                  </a:cubicBezTo>
                  <a:cubicBezTo>
                    <a:pt x="82" y="153"/>
                    <a:pt x="88" y="153"/>
                    <a:pt x="95" y="153"/>
                  </a:cubicBezTo>
                  <a:cubicBezTo>
                    <a:pt x="127" y="153"/>
                    <a:pt x="151" y="147"/>
                    <a:pt x="166" y="136"/>
                  </a:cubicBezTo>
                  <a:cubicBezTo>
                    <a:pt x="181" y="126"/>
                    <a:pt x="189" y="110"/>
                    <a:pt x="189" y="88"/>
                  </a:cubicBezTo>
                  <a:cubicBezTo>
                    <a:pt x="189" y="66"/>
                    <a:pt x="182" y="49"/>
                    <a:pt x="169" y="37"/>
                  </a:cubicBezTo>
                  <a:cubicBezTo>
                    <a:pt x="155" y="26"/>
                    <a:pt x="136" y="20"/>
                    <a:pt x="111" y="20"/>
                  </a:cubicBezTo>
                  <a:cubicBezTo>
                    <a:pt x="94" y="20"/>
                    <a:pt x="83" y="22"/>
                    <a:pt x="77" y="26"/>
                  </a:cubicBezTo>
                  <a:cubicBezTo>
                    <a:pt x="71" y="30"/>
                    <a:pt x="68" y="38"/>
                    <a:pt x="68" y="49"/>
                  </a:cubicBezTo>
                  <a:lnTo>
                    <a:pt x="68" y="151"/>
                  </a:lnTo>
                  <a:close/>
                  <a:moveTo>
                    <a:pt x="249" y="343"/>
                  </a:moveTo>
                  <a:lnTo>
                    <a:pt x="243" y="340"/>
                  </a:lnTo>
                  <a:cubicBezTo>
                    <a:pt x="214" y="328"/>
                    <a:pt x="188" y="307"/>
                    <a:pt x="164" y="278"/>
                  </a:cubicBezTo>
                  <a:cubicBezTo>
                    <a:pt x="142" y="250"/>
                    <a:pt x="123" y="214"/>
                    <a:pt x="107" y="172"/>
                  </a:cubicBezTo>
                  <a:cubicBezTo>
                    <a:pt x="106" y="172"/>
                    <a:pt x="103" y="172"/>
                    <a:pt x="101" y="172"/>
                  </a:cubicBezTo>
                  <a:cubicBezTo>
                    <a:pt x="97" y="172"/>
                    <a:pt x="93" y="172"/>
                    <a:pt x="91" y="172"/>
                  </a:cubicBezTo>
                  <a:cubicBezTo>
                    <a:pt x="86" y="172"/>
                    <a:pt x="78" y="172"/>
                    <a:pt x="68" y="172"/>
                  </a:cubicBezTo>
                  <a:lnTo>
                    <a:pt x="68" y="259"/>
                  </a:lnTo>
                  <a:cubicBezTo>
                    <a:pt x="68" y="272"/>
                    <a:pt x="70" y="280"/>
                    <a:pt x="72" y="285"/>
                  </a:cubicBezTo>
                  <a:cubicBezTo>
                    <a:pt x="74" y="289"/>
                    <a:pt x="78" y="291"/>
                    <a:pt x="83" y="291"/>
                  </a:cubicBezTo>
                  <a:lnTo>
                    <a:pt x="87" y="291"/>
                  </a:lnTo>
                  <a:lnTo>
                    <a:pt x="87" y="307"/>
                  </a:lnTo>
                  <a:lnTo>
                    <a:pt x="0" y="307"/>
                  </a:lnTo>
                  <a:lnTo>
                    <a:pt x="0" y="291"/>
                  </a:lnTo>
                  <a:lnTo>
                    <a:pt x="4" y="291"/>
                  </a:lnTo>
                  <a:cubicBezTo>
                    <a:pt x="9" y="291"/>
                    <a:pt x="12" y="289"/>
                    <a:pt x="14" y="285"/>
                  </a:cubicBezTo>
                  <a:cubicBezTo>
                    <a:pt x="17" y="280"/>
                    <a:pt x="18" y="271"/>
                    <a:pt x="18" y="259"/>
                  </a:cubicBezTo>
                  <a:lnTo>
                    <a:pt x="18" y="53"/>
                  </a:lnTo>
                  <a:cubicBezTo>
                    <a:pt x="18" y="41"/>
                    <a:pt x="17" y="32"/>
                    <a:pt x="14" y="27"/>
                  </a:cubicBezTo>
                  <a:cubicBezTo>
                    <a:pt x="12" y="23"/>
                    <a:pt x="9" y="21"/>
                    <a:pt x="3" y="21"/>
                  </a:cubicBezTo>
                  <a:lnTo>
                    <a:pt x="0" y="21"/>
                  </a:lnTo>
                  <a:lnTo>
                    <a:pt x="0" y="5"/>
                  </a:lnTo>
                  <a:lnTo>
                    <a:pt x="70" y="1"/>
                  </a:lnTo>
                  <a:cubicBezTo>
                    <a:pt x="80" y="1"/>
                    <a:pt x="88" y="1"/>
                    <a:pt x="94" y="1"/>
                  </a:cubicBezTo>
                  <a:cubicBezTo>
                    <a:pt x="101" y="0"/>
                    <a:pt x="106" y="0"/>
                    <a:pt x="109" y="0"/>
                  </a:cubicBezTo>
                  <a:cubicBezTo>
                    <a:pt x="149" y="0"/>
                    <a:pt x="181" y="8"/>
                    <a:pt x="205" y="24"/>
                  </a:cubicBezTo>
                  <a:cubicBezTo>
                    <a:pt x="230" y="40"/>
                    <a:pt x="242" y="62"/>
                    <a:pt x="242" y="89"/>
                  </a:cubicBezTo>
                  <a:cubicBezTo>
                    <a:pt x="242" y="109"/>
                    <a:pt x="235" y="126"/>
                    <a:pt x="219" y="140"/>
                  </a:cubicBezTo>
                  <a:cubicBezTo>
                    <a:pt x="205" y="154"/>
                    <a:pt x="186" y="163"/>
                    <a:pt x="162" y="168"/>
                  </a:cubicBezTo>
                  <a:cubicBezTo>
                    <a:pt x="176" y="207"/>
                    <a:pt x="190" y="240"/>
                    <a:pt x="204" y="266"/>
                  </a:cubicBezTo>
                  <a:cubicBezTo>
                    <a:pt x="219" y="293"/>
                    <a:pt x="233" y="313"/>
                    <a:pt x="248" y="325"/>
                  </a:cubicBezTo>
                  <a:lnTo>
                    <a:pt x="249" y="326"/>
                  </a:lnTo>
                  <a:lnTo>
                    <a:pt x="249" y="343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7" name="Freeform 108"/>
            <p:cNvSpPr>
              <a:spLocks/>
            </p:cNvSpPr>
            <p:nvPr/>
          </p:nvSpPr>
          <p:spPr bwMode="auto">
            <a:xfrm>
              <a:off x="2928470" y="5264047"/>
              <a:ext cx="50156" cy="172949"/>
            </a:xfrm>
            <a:custGeom>
              <a:avLst/>
              <a:gdLst>
                <a:gd name="T0" fmla="*/ 88 w 88"/>
                <a:gd name="T1" fmla="*/ 302 h 302"/>
                <a:gd name="T2" fmla="*/ 0 w 88"/>
                <a:gd name="T3" fmla="*/ 302 h 302"/>
                <a:gd name="T4" fmla="*/ 0 w 88"/>
                <a:gd name="T5" fmla="*/ 287 h 302"/>
                <a:gd name="T6" fmla="*/ 4 w 88"/>
                <a:gd name="T7" fmla="*/ 286 h 302"/>
                <a:gd name="T8" fmla="*/ 15 w 88"/>
                <a:gd name="T9" fmla="*/ 280 h 302"/>
                <a:gd name="T10" fmla="*/ 19 w 88"/>
                <a:gd name="T11" fmla="*/ 254 h 302"/>
                <a:gd name="T12" fmla="*/ 19 w 88"/>
                <a:gd name="T13" fmla="*/ 48 h 302"/>
                <a:gd name="T14" fmla="*/ 15 w 88"/>
                <a:gd name="T15" fmla="*/ 22 h 302"/>
                <a:gd name="T16" fmla="*/ 4 w 88"/>
                <a:gd name="T17" fmla="*/ 16 h 302"/>
                <a:gd name="T18" fmla="*/ 0 w 88"/>
                <a:gd name="T19" fmla="*/ 16 h 302"/>
                <a:gd name="T20" fmla="*/ 0 w 88"/>
                <a:gd name="T21" fmla="*/ 0 h 302"/>
                <a:gd name="T22" fmla="*/ 88 w 88"/>
                <a:gd name="T23" fmla="*/ 0 h 302"/>
                <a:gd name="T24" fmla="*/ 88 w 88"/>
                <a:gd name="T25" fmla="*/ 16 h 302"/>
                <a:gd name="T26" fmla="*/ 84 w 88"/>
                <a:gd name="T27" fmla="*/ 16 h 302"/>
                <a:gd name="T28" fmla="*/ 73 w 88"/>
                <a:gd name="T29" fmla="*/ 22 h 302"/>
                <a:gd name="T30" fmla="*/ 69 w 88"/>
                <a:gd name="T31" fmla="*/ 48 h 302"/>
                <a:gd name="T32" fmla="*/ 69 w 88"/>
                <a:gd name="T33" fmla="*/ 254 h 302"/>
                <a:gd name="T34" fmla="*/ 73 w 88"/>
                <a:gd name="T35" fmla="*/ 280 h 302"/>
                <a:gd name="T36" fmla="*/ 84 w 88"/>
                <a:gd name="T37" fmla="*/ 286 h 302"/>
                <a:gd name="T38" fmla="*/ 88 w 88"/>
                <a:gd name="T39" fmla="*/ 286 h 302"/>
                <a:gd name="T40" fmla="*/ 88 w 88"/>
                <a:gd name="T4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302">
                  <a:moveTo>
                    <a:pt x="88" y="302"/>
                  </a:moveTo>
                  <a:lnTo>
                    <a:pt x="0" y="302"/>
                  </a:lnTo>
                  <a:lnTo>
                    <a:pt x="0" y="287"/>
                  </a:lnTo>
                  <a:lnTo>
                    <a:pt x="4" y="286"/>
                  </a:lnTo>
                  <a:cubicBezTo>
                    <a:pt x="9" y="286"/>
                    <a:pt x="13" y="284"/>
                    <a:pt x="15" y="280"/>
                  </a:cubicBezTo>
                  <a:cubicBezTo>
                    <a:pt x="17" y="275"/>
                    <a:pt x="19" y="266"/>
                    <a:pt x="19" y="254"/>
                  </a:cubicBezTo>
                  <a:lnTo>
                    <a:pt x="19" y="48"/>
                  </a:lnTo>
                  <a:cubicBezTo>
                    <a:pt x="19" y="36"/>
                    <a:pt x="17" y="27"/>
                    <a:pt x="15" y="22"/>
                  </a:cubicBezTo>
                  <a:cubicBezTo>
                    <a:pt x="13" y="18"/>
                    <a:pt x="9" y="16"/>
                    <a:pt x="4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6"/>
                  </a:lnTo>
                  <a:lnTo>
                    <a:pt x="84" y="16"/>
                  </a:lnTo>
                  <a:cubicBezTo>
                    <a:pt x="79" y="16"/>
                    <a:pt x="76" y="18"/>
                    <a:pt x="73" y="22"/>
                  </a:cubicBezTo>
                  <a:cubicBezTo>
                    <a:pt x="71" y="27"/>
                    <a:pt x="69" y="36"/>
                    <a:pt x="69" y="48"/>
                  </a:cubicBezTo>
                  <a:lnTo>
                    <a:pt x="69" y="254"/>
                  </a:lnTo>
                  <a:cubicBezTo>
                    <a:pt x="69" y="267"/>
                    <a:pt x="71" y="275"/>
                    <a:pt x="73" y="280"/>
                  </a:cubicBezTo>
                  <a:cubicBezTo>
                    <a:pt x="75" y="284"/>
                    <a:pt x="79" y="286"/>
                    <a:pt x="84" y="286"/>
                  </a:cubicBezTo>
                  <a:lnTo>
                    <a:pt x="88" y="286"/>
                  </a:lnTo>
                  <a:lnTo>
                    <a:pt x="88" y="302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8" name="Freeform 109"/>
            <p:cNvSpPr>
              <a:spLocks noEditPoints="1"/>
            </p:cNvSpPr>
            <p:nvPr/>
          </p:nvSpPr>
          <p:spPr bwMode="auto">
            <a:xfrm>
              <a:off x="2987272" y="5258858"/>
              <a:ext cx="150467" cy="178137"/>
            </a:xfrm>
            <a:custGeom>
              <a:avLst/>
              <a:gdLst>
                <a:gd name="T0" fmla="*/ 83 w 264"/>
                <a:gd name="T1" fmla="*/ 191 h 309"/>
                <a:gd name="T2" fmla="*/ 164 w 264"/>
                <a:gd name="T3" fmla="*/ 191 h 309"/>
                <a:gd name="T4" fmla="*/ 125 w 264"/>
                <a:gd name="T5" fmla="*/ 64 h 309"/>
                <a:gd name="T6" fmla="*/ 83 w 264"/>
                <a:gd name="T7" fmla="*/ 191 h 309"/>
                <a:gd name="T8" fmla="*/ 264 w 264"/>
                <a:gd name="T9" fmla="*/ 309 h 309"/>
                <a:gd name="T10" fmla="*/ 176 w 264"/>
                <a:gd name="T11" fmla="*/ 309 h 309"/>
                <a:gd name="T12" fmla="*/ 176 w 264"/>
                <a:gd name="T13" fmla="*/ 294 h 309"/>
                <a:gd name="T14" fmla="*/ 179 w 264"/>
                <a:gd name="T15" fmla="*/ 293 h 309"/>
                <a:gd name="T16" fmla="*/ 188 w 264"/>
                <a:gd name="T17" fmla="*/ 289 h 309"/>
                <a:gd name="T18" fmla="*/ 190 w 264"/>
                <a:gd name="T19" fmla="*/ 282 h 309"/>
                <a:gd name="T20" fmla="*/ 187 w 264"/>
                <a:gd name="T21" fmla="*/ 268 h 309"/>
                <a:gd name="T22" fmla="*/ 170 w 264"/>
                <a:gd name="T23" fmla="*/ 214 h 309"/>
                <a:gd name="T24" fmla="*/ 76 w 264"/>
                <a:gd name="T25" fmla="*/ 214 h 309"/>
                <a:gd name="T26" fmla="*/ 64 w 264"/>
                <a:gd name="T27" fmla="*/ 250 h 309"/>
                <a:gd name="T28" fmla="*/ 61 w 264"/>
                <a:gd name="T29" fmla="*/ 261 h 309"/>
                <a:gd name="T30" fmla="*/ 61 w 264"/>
                <a:gd name="T31" fmla="*/ 270 h 309"/>
                <a:gd name="T32" fmla="*/ 65 w 264"/>
                <a:gd name="T33" fmla="*/ 286 h 309"/>
                <a:gd name="T34" fmla="*/ 77 w 264"/>
                <a:gd name="T35" fmla="*/ 293 h 309"/>
                <a:gd name="T36" fmla="*/ 81 w 264"/>
                <a:gd name="T37" fmla="*/ 294 h 309"/>
                <a:gd name="T38" fmla="*/ 81 w 264"/>
                <a:gd name="T39" fmla="*/ 309 h 309"/>
                <a:gd name="T40" fmla="*/ 0 w 264"/>
                <a:gd name="T41" fmla="*/ 309 h 309"/>
                <a:gd name="T42" fmla="*/ 0 w 264"/>
                <a:gd name="T43" fmla="*/ 294 h 309"/>
                <a:gd name="T44" fmla="*/ 3 w 264"/>
                <a:gd name="T45" fmla="*/ 293 h 309"/>
                <a:gd name="T46" fmla="*/ 27 w 264"/>
                <a:gd name="T47" fmla="*/ 275 h 309"/>
                <a:gd name="T48" fmla="*/ 47 w 264"/>
                <a:gd name="T49" fmla="*/ 229 h 309"/>
                <a:gd name="T50" fmla="*/ 122 w 264"/>
                <a:gd name="T51" fmla="*/ 0 h 309"/>
                <a:gd name="T52" fmla="*/ 153 w 264"/>
                <a:gd name="T53" fmla="*/ 0 h 309"/>
                <a:gd name="T54" fmla="*/ 154 w 264"/>
                <a:gd name="T55" fmla="*/ 3 h 309"/>
                <a:gd name="T56" fmla="*/ 236 w 264"/>
                <a:gd name="T57" fmla="*/ 254 h 309"/>
                <a:gd name="T58" fmla="*/ 249 w 264"/>
                <a:gd name="T59" fmla="*/ 285 h 309"/>
                <a:gd name="T60" fmla="*/ 260 w 264"/>
                <a:gd name="T61" fmla="*/ 293 h 309"/>
                <a:gd name="T62" fmla="*/ 264 w 264"/>
                <a:gd name="T63" fmla="*/ 293 h 309"/>
                <a:gd name="T64" fmla="*/ 264 w 264"/>
                <a:gd name="T65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309">
                  <a:moveTo>
                    <a:pt x="83" y="191"/>
                  </a:moveTo>
                  <a:lnTo>
                    <a:pt x="164" y="191"/>
                  </a:lnTo>
                  <a:lnTo>
                    <a:pt x="125" y="64"/>
                  </a:lnTo>
                  <a:lnTo>
                    <a:pt x="83" y="191"/>
                  </a:lnTo>
                  <a:close/>
                  <a:moveTo>
                    <a:pt x="264" y="309"/>
                  </a:moveTo>
                  <a:lnTo>
                    <a:pt x="176" y="309"/>
                  </a:lnTo>
                  <a:lnTo>
                    <a:pt x="176" y="294"/>
                  </a:lnTo>
                  <a:lnTo>
                    <a:pt x="179" y="293"/>
                  </a:lnTo>
                  <a:cubicBezTo>
                    <a:pt x="183" y="293"/>
                    <a:pt x="186" y="291"/>
                    <a:pt x="188" y="289"/>
                  </a:cubicBezTo>
                  <a:cubicBezTo>
                    <a:pt x="189" y="287"/>
                    <a:pt x="190" y="285"/>
                    <a:pt x="190" y="282"/>
                  </a:cubicBezTo>
                  <a:cubicBezTo>
                    <a:pt x="190" y="281"/>
                    <a:pt x="190" y="277"/>
                    <a:pt x="187" y="268"/>
                  </a:cubicBezTo>
                  <a:lnTo>
                    <a:pt x="170" y="214"/>
                  </a:lnTo>
                  <a:lnTo>
                    <a:pt x="76" y="214"/>
                  </a:lnTo>
                  <a:lnTo>
                    <a:pt x="64" y="250"/>
                  </a:lnTo>
                  <a:cubicBezTo>
                    <a:pt x="63" y="254"/>
                    <a:pt x="62" y="257"/>
                    <a:pt x="61" y="261"/>
                  </a:cubicBezTo>
                  <a:cubicBezTo>
                    <a:pt x="61" y="264"/>
                    <a:pt x="61" y="267"/>
                    <a:pt x="61" y="270"/>
                  </a:cubicBezTo>
                  <a:cubicBezTo>
                    <a:pt x="61" y="277"/>
                    <a:pt x="62" y="282"/>
                    <a:pt x="65" y="286"/>
                  </a:cubicBezTo>
                  <a:cubicBezTo>
                    <a:pt x="68" y="290"/>
                    <a:pt x="72" y="292"/>
                    <a:pt x="77" y="293"/>
                  </a:cubicBezTo>
                  <a:lnTo>
                    <a:pt x="81" y="294"/>
                  </a:lnTo>
                  <a:lnTo>
                    <a:pt x="81" y="309"/>
                  </a:lnTo>
                  <a:lnTo>
                    <a:pt x="0" y="309"/>
                  </a:lnTo>
                  <a:lnTo>
                    <a:pt x="0" y="294"/>
                  </a:lnTo>
                  <a:lnTo>
                    <a:pt x="3" y="293"/>
                  </a:lnTo>
                  <a:cubicBezTo>
                    <a:pt x="12" y="290"/>
                    <a:pt x="20" y="284"/>
                    <a:pt x="27" y="275"/>
                  </a:cubicBezTo>
                  <a:cubicBezTo>
                    <a:pt x="33" y="266"/>
                    <a:pt x="40" y="251"/>
                    <a:pt x="47" y="229"/>
                  </a:cubicBezTo>
                  <a:lnTo>
                    <a:pt x="122" y="0"/>
                  </a:lnTo>
                  <a:lnTo>
                    <a:pt x="153" y="0"/>
                  </a:lnTo>
                  <a:lnTo>
                    <a:pt x="154" y="3"/>
                  </a:lnTo>
                  <a:lnTo>
                    <a:pt x="236" y="254"/>
                  </a:lnTo>
                  <a:cubicBezTo>
                    <a:pt x="240" y="268"/>
                    <a:pt x="245" y="278"/>
                    <a:pt x="249" y="285"/>
                  </a:cubicBezTo>
                  <a:cubicBezTo>
                    <a:pt x="253" y="290"/>
                    <a:pt x="256" y="293"/>
                    <a:pt x="260" y="293"/>
                  </a:cubicBezTo>
                  <a:lnTo>
                    <a:pt x="264" y="293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9" name="CasellaDiTesto 168"/>
            <p:cNvSpPr txBox="1"/>
            <p:nvPr/>
          </p:nvSpPr>
          <p:spPr>
            <a:xfrm>
              <a:off x="1156944" y="5471588"/>
              <a:ext cx="236189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b="0">
                  <a:solidFill>
                    <a:schemeClr val="bg2"/>
                  </a:solidFill>
                </a:rPr>
                <a:t>DIPARTIMENTO DI</a:t>
              </a:r>
              <a:r>
                <a:rPr lang="it-IT" sz="1100" b="0" baseline="0">
                  <a:solidFill>
                    <a:schemeClr val="bg2"/>
                  </a:solidFill>
                </a:rPr>
                <a:t> INGEGNERIA INFORMATICA, MODELLISTICA, ELETTRONICA E SISTEMISTICA</a:t>
              </a:r>
              <a:endParaRPr lang="it-IT" sz="1100" b="0">
                <a:solidFill>
                  <a:schemeClr val="bg2"/>
                </a:solidFill>
              </a:endParaRPr>
            </a:p>
          </p:txBody>
        </p:sp>
        <p:cxnSp>
          <p:nvCxnSpPr>
            <p:cNvPr id="170" name="Connettore diritto 169"/>
            <p:cNvCxnSpPr/>
            <p:nvPr/>
          </p:nvCxnSpPr>
          <p:spPr>
            <a:xfrm>
              <a:off x="1176336" y="4979530"/>
              <a:ext cx="0" cy="1107775"/>
            </a:xfrm>
            <a:prstGeom prst="line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5" name="Immagine 184">
            <a:extLst>
              <a:ext uri="{FF2B5EF4-FFF2-40B4-BE49-F238E27FC236}">
                <a16:creationId xmlns:a16="http://schemas.microsoft.com/office/drawing/2014/main" id="{A646F196-0215-4CFD-A010-821DD843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655" y="5588769"/>
            <a:ext cx="2420100" cy="743574"/>
          </a:xfrm>
          <a:prstGeom prst="rect">
            <a:avLst/>
          </a:prstGeom>
        </p:spPr>
      </p:pic>
      <p:sp>
        <p:nvSpPr>
          <p:cNvPr id="186" name="CasellaDiTesto 185">
            <a:extLst>
              <a:ext uri="{FF2B5EF4-FFF2-40B4-BE49-F238E27FC236}">
                <a16:creationId xmlns:a16="http://schemas.microsoft.com/office/drawing/2014/main" id="{53116638-B2B6-4290-AC12-A329BCE8641F}"/>
              </a:ext>
            </a:extLst>
          </p:cNvPr>
          <p:cNvSpPr txBox="1"/>
          <p:nvPr/>
        </p:nvSpPr>
        <p:spPr>
          <a:xfrm>
            <a:off x="3132596" y="6266388"/>
            <a:ext cx="3272868" cy="58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RESEARCH LABORATORY</a:t>
            </a:r>
          </a:p>
        </p:txBody>
      </p:sp>
      <p:sp>
        <p:nvSpPr>
          <p:cNvPr id="187" name="CasellaDiTesto 186">
            <a:extLst>
              <a:ext uri="{FF2B5EF4-FFF2-40B4-BE49-F238E27FC236}">
                <a16:creationId xmlns:a16="http://schemas.microsoft.com/office/drawing/2014/main" id="{D206E417-145C-4E30-8003-000B7023B10C}"/>
              </a:ext>
            </a:extLst>
          </p:cNvPr>
          <p:cNvSpPr txBox="1"/>
          <p:nvPr/>
        </p:nvSpPr>
        <p:spPr>
          <a:xfrm>
            <a:off x="3144065" y="5852572"/>
            <a:ext cx="3384184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>
                <a:solidFill>
                  <a:schemeClr val="bg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mm-wave antennas &amp; integrated circuits</a:t>
            </a:r>
          </a:p>
        </p:txBody>
      </p:sp>
    </p:spTree>
    <p:extLst>
      <p:ext uri="{BB962C8B-B14F-4D97-AF65-F5344CB8AC3E}">
        <p14:creationId xmlns:p14="http://schemas.microsoft.com/office/powerpoint/2010/main" val="155914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ula prima al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>
          <a:xfrm>
            <a:off x="762000" y="62051"/>
            <a:ext cx="1080851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25" name="Title 1"/>
          <p:cNvSpPr>
            <a:spLocks noGrp="1"/>
          </p:cNvSpPr>
          <p:nvPr>
            <p:ph type="ctrTitle"/>
          </p:nvPr>
        </p:nvSpPr>
        <p:spPr>
          <a:xfrm>
            <a:off x="1909124" y="2277087"/>
            <a:ext cx="8326006" cy="15665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 cap="all" normalizeH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" name="Subtitle 2"/>
          <p:cNvSpPr>
            <a:spLocks noGrp="1"/>
          </p:cNvSpPr>
          <p:nvPr>
            <p:ph type="subTitle" idx="1"/>
          </p:nvPr>
        </p:nvSpPr>
        <p:spPr>
          <a:xfrm>
            <a:off x="1909124" y="3868024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7" name="Segnaposto testo 4"/>
          <p:cNvSpPr>
            <a:spLocks noGrp="1"/>
          </p:cNvSpPr>
          <p:nvPr>
            <p:ph type="body" sz="quarter" idx="11"/>
          </p:nvPr>
        </p:nvSpPr>
        <p:spPr>
          <a:xfrm>
            <a:off x="1909124" y="4176830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4" name="Gruppo 153"/>
          <p:cNvGrpSpPr/>
          <p:nvPr/>
        </p:nvGrpSpPr>
        <p:grpSpPr>
          <a:xfrm>
            <a:off x="4779466" y="972333"/>
            <a:ext cx="2631888" cy="852448"/>
            <a:chOff x="4591629" y="4382295"/>
            <a:chExt cx="3007562" cy="974127"/>
          </a:xfrm>
        </p:grpSpPr>
        <p:sp>
          <p:nvSpPr>
            <p:cNvPr id="78" name="Rettangolo 77"/>
            <p:cNvSpPr/>
            <p:nvPr/>
          </p:nvSpPr>
          <p:spPr>
            <a:xfrm>
              <a:off x="5065159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5" name="Rettangolo 104"/>
            <p:cNvSpPr/>
            <p:nvPr/>
          </p:nvSpPr>
          <p:spPr>
            <a:xfrm>
              <a:off x="5141379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6" name="Rettangolo 105"/>
            <p:cNvSpPr/>
            <p:nvPr/>
          </p:nvSpPr>
          <p:spPr>
            <a:xfrm>
              <a:off x="5247120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7" name="Rettangolo 106"/>
            <p:cNvSpPr/>
            <p:nvPr/>
          </p:nvSpPr>
          <p:spPr>
            <a:xfrm>
              <a:off x="5344757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8" name="Rettangolo 107"/>
            <p:cNvSpPr/>
            <p:nvPr/>
          </p:nvSpPr>
          <p:spPr>
            <a:xfrm>
              <a:off x="5450498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9" name="Rettangolo 108"/>
            <p:cNvSpPr/>
            <p:nvPr/>
          </p:nvSpPr>
          <p:spPr>
            <a:xfrm>
              <a:off x="5548054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0" name="Rettangolo 109"/>
            <p:cNvSpPr/>
            <p:nvPr/>
          </p:nvSpPr>
          <p:spPr>
            <a:xfrm>
              <a:off x="5653795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9" name="Rettangolo 98"/>
            <p:cNvSpPr/>
            <p:nvPr/>
          </p:nvSpPr>
          <p:spPr>
            <a:xfrm>
              <a:off x="5141379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0" name="Rettangolo 99"/>
            <p:cNvSpPr/>
            <p:nvPr/>
          </p:nvSpPr>
          <p:spPr>
            <a:xfrm>
              <a:off x="5247120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1" name="Rettangolo 100"/>
            <p:cNvSpPr/>
            <p:nvPr/>
          </p:nvSpPr>
          <p:spPr>
            <a:xfrm>
              <a:off x="5344757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2" name="Rettangolo 101"/>
            <p:cNvSpPr/>
            <p:nvPr/>
          </p:nvSpPr>
          <p:spPr>
            <a:xfrm>
              <a:off x="5450498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3" name="Rettangolo 102"/>
            <p:cNvSpPr/>
            <p:nvPr/>
          </p:nvSpPr>
          <p:spPr>
            <a:xfrm>
              <a:off x="5548054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4" name="Rettangolo 103"/>
            <p:cNvSpPr/>
            <p:nvPr/>
          </p:nvSpPr>
          <p:spPr>
            <a:xfrm>
              <a:off x="5653795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1" name="Rettangolo 80"/>
            <p:cNvSpPr/>
            <p:nvPr/>
          </p:nvSpPr>
          <p:spPr>
            <a:xfrm>
              <a:off x="514137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514137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3" name="Rettangolo 82"/>
            <p:cNvSpPr/>
            <p:nvPr/>
          </p:nvSpPr>
          <p:spPr>
            <a:xfrm>
              <a:off x="524760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524760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344757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344757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45049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8" name="Rettangolo 87"/>
            <p:cNvSpPr/>
            <p:nvPr/>
          </p:nvSpPr>
          <p:spPr>
            <a:xfrm>
              <a:off x="545049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9" name="Rettangolo 88"/>
            <p:cNvSpPr/>
            <p:nvPr/>
          </p:nvSpPr>
          <p:spPr>
            <a:xfrm>
              <a:off x="554805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0" name="Rettangolo 89"/>
            <p:cNvSpPr/>
            <p:nvPr/>
          </p:nvSpPr>
          <p:spPr>
            <a:xfrm>
              <a:off x="554805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1" name="Rettangolo 90"/>
            <p:cNvSpPr/>
            <p:nvPr/>
          </p:nvSpPr>
          <p:spPr>
            <a:xfrm>
              <a:off x="5653796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2" name="Rettangolo 91"/>
            <p:cNvSpPr/>
            <p:nvPr/>
          </p:nvSpPr>
          <p:spPr>
            <a:xfrm>
              <a:off x="5653796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3" name="Rettangolo 92"/>
            <p:cNvSpPr/>
            <p:nvPr/>
          </p:nvSpPr>
          <p:spPr>
            <a:xfrm>
              <a:off x="514137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4" name="Rettangolo 93"/>
            <p:cNvSpPr/>
            <p:nvPr/>
          </p:nvSpPr>
          <p:spPr>
            <a:xfrm>
              <a:off x="524760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5" name="Rettangolo 94"/>
            <p:cNvSpPr/>
            <p:nvPr/>
          </p:nvSpPr>
          <p:spPr>
            <a:xfrm>
              <a:off x="5344757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6" name="Rettangolo 95"/>
            <p:cNvSpPr/>
            <p:nvPr/>
          </p:nvSpPr>
          <p:spPr>
            <a:xfrm>
              <a:off x="545049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7" name="Rettangolo 96"/>
            <p:cNvSpPr/>
            <p:nvPr/>
          </p:nvSpPr>
          <p:spPr>
            <a:xfrm>
              <a:off x="554805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8" name="Rettangolo 97"/>
            <p:cNvSpPr/>
            <p:nvPr/>
          </p:nvSpPr>
          <p:spPr>
            <a:xfrm>
              <a:off x="5653796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5" name="Rettangolo 44"/>
            <p:cNvSpPr/>
            <p:nvPr/>
          </p:nvSpPr>
          <p:spPr>
            <a:xfrm>
              <a:off x="6407595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2" name="Rettangolo 71"/>
            <p:cNvSpPr/>
            <p:nvPr/>
          </p:nvSpPr>
          <p:spPr>
            <a:xfrm>
              <a:off x="6483815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3" name="Rettangolo 72"/>
            <p:cNvSpPr/>
            <p:nvPr/>
          </p:nvSpPr>
          <p:spPr>
            <a:xfrm>
              <a:off x="6589556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4" name="Rettangolo 73"/>
            <p:cNvSpPr/>
            <p:nvPr/>
          </p:nvSpPr>
          <p:spPr>
            <a:xfrm>
              <a:off x="6687193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5" name="Rettangolo 74"/>
            <p:cNvSpPr/>
            <p:nvPr/>
          </p:nvSpPr>
          <p:spPr>
            <a:xfrm>
              <a:off x="6792934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6" name="Rettangolo 75"/>
            <p:cNvSpPr/>
            <p:nvPr/>
          </p:nvSpPr>
          <p:spPr>
            <a:xfrm>
              <a:off x="6890490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7" name="Rettangolo 76"/>
            <p:cNvSpPr/>
            <p:nvPr/>
          </p:nvSpPr>
          <p:spPr>
            <a:xfrm>
              <a:off x="6996231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6" name="Rettangolo 65"/>
            <p:cNvSpPr/>
            <p:nvPr/>
          </p:nvSpPr>
          <p:spPr>
            <a:xfrm>
              <a:off x="6483815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7" name="Rettangolo 66"/>
            <p:cNvSpPr/>
            <p:nvPr/>
          </p:nvSpPr>
          <p:spPr>
            <a:xfrm>
              <a:off x="6589556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8" name="Rettangolo 67"/>
            <p:cNvSpPr/>
            <p:nvPr/>
          </p:nvSpPr>
          <p:spPr>
            <a:xfrm>
              <a:off x="6687193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9" name="Rettangolo 68"/>
            <p:cNvSpPr/>
            <p:nvPr/>
          </p:nvSpPr>
          <p:spPr>
            <a:xfrm>
              <a:off x="6792934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0" name="Rettangolo 69"/>
            <p:cNvSpPr/>
            <p:nvPr/>
          </p:nvSpPr>
          <p:spPr>
            <a:xfrm>
              <a:off x="6890490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1" name="Rettangolo 70"/>
            <p:cNvSpPr/>
            <p:nvPr/>
          </p:nvSpPr>
          <p:spPr>
            <a:xfrm>
              <a:off x="6996231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8" name="Rettangolo 47"/>
            <p:cNvSpPr/>
            <p:nvPr/>
          </p:nvSpPr>
          <p:spPr>
            <a:xfrm>
              <a:off x="648381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9" name="Rettangolo 48"/>
            <p:cNvSpPr/>
            <p:nvPr/>
          </p:nvSpPr>
          <p:spPr>
            <a:xfrm>
              <a:off x="648381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0" name="Rettangolo 49"/>
            <p:cNvSpPr/>
            <p:nvPr/>
          </p:nvSpPr>
          <p:spPr>
            <a:xfrm>
              <a:off x="659004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1" name="Rettangolo 50"/>
            <p:cNvSpPr/>
            <p:nvPr/>
          </p:nvSpPr>
          <p:spPr>
            <a:xfrm>
              <a:off x="659004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2" name="Rettangolo 51"/>
            <p:cNvSpPr/>
            <p:nvPr/>
          </p:nvSpPr>
          <p:spPr>
            <a:xfrm>
              <a:off x="6687193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3" name="Rettangolo 52"/>
            <p:cNvSpPr/>
            <p:nvPr/>
          </p:nvSpPr>
          <p:spPr>
            <a:xfrm>
              <a:off x="6687193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4" name="Rettangolo 53"/>
            <p:cNvSpPr/>
            <p:nvPr/>
          </p:nvSpPr>
          <p:spPr>
            <a:xfrm>
              <a:off x="679293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5" name="Rettangolo 54"/>
            <p:cNvSpPr/>
            <p:nvPr/>
          </p:nvSpPr>
          <p:spPr>
            <a:xfrm>
              <a:off x="679293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6" name="Rettangolo 55"/>
            <p:cNvSpPr/>
            <p:nvPr/>
          </p:nvSpPr>
          <p:spPr>
            <a:xfrm>
              <a:off x="689049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7" name="Rettangolo 56"/>
            <p:cNvSpPr/>
            <p:nvPr/>
          </p:nvSpPr>
          <p:spPr>
            <a:xfrm>
              <a:off x="689049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8" name="Rettangolo 57"/>
            <p:cNvSpPr/>
            <p:nvPr/>
          </p:nvSpPr>
          <p:spPr>
            <a:xfrm>
              <a:off x="6996232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9" name="Rettangolo 58"/>
            <p:cNvSpPr/>
            <p:nvPr/>
          </p:nvSpPr>
          <p:spPr>
            <a:xfrm>
              <a:off x="6996232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0" name="Rettangolo 59"/>
            <p:cNvSpPr/>
            <p:nvPr/>
          </p:nvSpPr>
          <p:spPr>
            <a:xfrm>
              <a:off x="648381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1" name="Rettangolo 60"/>
            <p:cNvSpPr/>
            <p:nvPr/>
          </p:nvSpPr>
          <p:spPr>
            <a:xfrm>
              <a:off x="659004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2" name="Rettangolo 61"/>
            <p:cNvSpPr/>
            <p:nvPr/>
          </p:nvSpPr>
          <p:spPr>
            <a:xfrm>
              <a:off x="6687193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3" name="Rettangolo 62"/>
            <p:cNvSpPr/>
            <p:nvPr/>
          </p:nvSpPr>
          <p:spPr>
            <a:xfrm>
              <a:off x="679293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4" name="Rettangolo 63"/>
            <p:cNvSpPr/>
            <p:nvPr/>
          </p:nvSpPr>
          <p:spPr>
            <a:xfrm>
              <a:off x="689049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5" name="Rettangolo 64"/>
            <p:cNvSpPr/>
            <p:nvPr/>
          </p:nvSpPr>
          <p:spPr>
            <a:xfrm>
              <a:off x="6996232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783987" y="4382295"/>
              <a:ext cx="623608" cy="33109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9" name="Rettangolo 38"/>
            <p:cNvSpPr/>
            <p:nvPr/>
          </p:nvSpPr>
          <p:spPr>
            <a:xfrm>
              <a:off x="583710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0" name="Rettangolo 39"/>
            <p:cNvSpPr/>
            <p:nvPr/>
          </p:nvSpPr>
          <p:spPr>
            <a:xfrm>
              <a:off x="592525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1" name="Rettangolo 40"/>
            <p:cNvSpPr/>
            <p:nvPr/>
          </p:nvSpPr>
          <p:spPr>
            <a:xfrm>
              <a:off x="601340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2" name="Rettangolo 41"/>
            <p:cNvSpPr/>
            <p:nvPr/>
          </p:nvSpPr>
          <p:spPr>
            <a:xfrm>
              <a:off x="610155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3" name="Rettangolo 42"/>
            <p:cNvSpPr/>
            <p:nvPr/>
          </p:nvSpPr>
          <p:spPr>
            <a:xfrm>
              <a:off x="618970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4" name="Rettangolo 43"/>
            <p:cNvSpPr/>
            <p:nvPr/>
          </p:nvSpPr>
          <p:spPr>
            <a:xfrm>
              <a:off x="627785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8" name="Rettangolo 37"/>
            <p:cNvSpPr/>
            <p:nvPr/>
          </p:nvSpPr>
          <p:spPr>
            <a:xfrm>
              <a:off x="5783987" y="4713390"/>
              <a:ext cx="623608" cy="180663"/>
            </a:xfrm>
            <a:prstGeom prst="rect">
              <a:avLst/>
            </a:prstGeom>
            <a:solidFill>
              <a:schemeClr val="accent1">
                <a:lumMod val="5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grpSp>
          <p:nvGrpSpPr>
            <p:cNvPr id="8" name="Gruppo 7"/>
            <p:cNvGrpSpPr/>
            <p:nvPr/>
          </p:nvGrpSpPr>
          <p:grpSpPr>
            <a:xfrm>
              <a:off x="7125661" y="4670304"/>
              <a:ext cx="473530" cy="223749"/>
              <a:chOff x="5615939" y="3209925"/>
              <a:chExt cx="946814" cy="447498"/>
            </a:xfrm>
          </p:grpSpPr>
          <p:sp>
            <p:nvSpPr>
              <p:cNvPr id="9" name="Rettangolo 8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0" name="Rettangolo 9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1" name="Rettangolo 10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2" name="Connettore 1 11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1 12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1 14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1 15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1 16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ttore 1 17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ttore 1 18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ttore 1 19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o 140"/>
            <p:cNvGrpSpPr/>
            <p:nvPr/>
          </p:nvGrpSpPr>
          <p:grpSpPr>
            <a:xfrm>
              <a:off x="4591629" y="4670304"/>
              <a:ext cx="473530" cy="223749"/>
              <a:chOff x="5615939" y="3209925"/>
              <a:chExt cx="946814" cy="447498"/>
            </a:xfrm>
          </p:grpSpPr>
          <p:sp>
            <p:nvSpPr>
              <p:cNvPr id="142" name="Rettangolo 141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3" name="Rettangolo 142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4" name="Rettangolo 143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45" name="Connettore 1 144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nettore 1 145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nettore 1 146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ttore 1 147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ttore 1 148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ttore 1 149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ttore 1 150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ttore 1 151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ttore 1 152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5" name="CasellaDiTesto 134"/>
          <p:cNvSpPr txBox="1"/>
          <p:nvPr>
            <p:custDataLst>
              <p:tags r:id="rId1"/>
            </p:custDataLst>
          </p:nvPr>
        </p:nvSpPr>
        <p:spPr>
          <a:xfrm>
            <a:off x="10048367" y="5945176"/>
            <a:ext cx="2143634" cy="68480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t-IT" sz="1200" dirty="0">
                <a:solidFill>
                  <a:schemeClr val="tx1"/>
                </a:solidFill>
              </a:rPr>
              <a:t>MAIC LAB</a:t>
            </a:r>
          </a:p>
          <a:p>
            <a:pPr>
              <a:defRPr/>
            </a:pPr>
            <a:r>
              <a:rPr lang="it-IT" sz="1200" dirty="0">
                <a:solidFill>
                  <a:schemeClr val="tx1"/>
                </a:solidFill>
              </a:rPr>
              <a:t>Via Bucci, 41-C – Rende - </a:t>
            </a:r>
            <a:r>
              <a:rPr lang="it-IT" sz="1200" dirty="0" err="1">
                <a:solidFill>
                  <a:schemeClr val="tx1"/>
                </a:solidFill>
              </a:rPr>
              <a:t>Italy</a:t>
            </a:r>
            <a:endParaRPr lang="it-IT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</a:rPr>
              <a:t>Luigi.Boccia@unical.it</a:t>
            </a:r>
            <a:endParaRPr lang="it-IT" sz="1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6" name="Immagine 1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6" y="5934321"/>
            <a:ext cx="2998235" cy="800172"/>
          </a:xfrm>
          <a:prstGeom prst="rect">
            <a:avLst/>
          </a:prstGeom>
        </p:spPr>
      </p:pic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F6F625BD-5116-4776-A942-102D7457F0ED}"/>
              </a:ext>
            </a:extLst>
          </p:cNvPr>
          <p:cNvSpPr txBox="1"/>
          <p:nvPr/>
        </p:nvSpPr>
        <p:spPr>
          <a:xfrm>
            <a:off x="3132596" y="6266388"/>
            <a:ext cx="3272868" cy="58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>
                <a:solidFill>
                  <a:schemeClr val="tx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RESEARCH LABORATORY</a:t>
            </a:r>
          </a:p>
        </p:txBody>
      </p:sp>
      <p:sp>
        <p:nvSpPr>
          <p:cNvPr id="117" name="CasellaDiTesto 116">
            <a:extLst>
              <a:ext uri="{FF2B5EF4-FFF2-40B4-BE49-F238E27FC236}">
                <a16:creationId xmlns:a16="http://schemas.microsoft.com/office/drawing/2014/main" id="{42D605F8-4A33-4CB1-96FC-7FD18A42715D}"/>
              </a:ext>
            </a:extLst>
          </p:cNvPr>
          <p:cNvSpPr txBox="1"/>
          <p:nvPr/>
        </p:nvSpPr>
        <p:spPr>
          <a:xfrm>
            <a:off x="3144065" y="6001503"/>
            <a:ext cx="3384184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>
                <a:solidFill>
                  <a:schemeClr val="tx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mm-wave antennas &amp; integrated circuits</a:t>
            </a:r>
          </a:p>
        </p:txBody>
      </p:sp>
      <p:pic>
        <p:nvPicPr>
          <p:cNvPr id="118" name="Immagine 117">
            <a:extLst>
              <a:ext uri="{FF2B5EF4-FFF2-40B4-BE49-F238E27FC236}">
                <a16:creationId xmlns:a16="http://schemas.microsoft.com/office/drawing/2014/main" id="{7E5AABD7-5FFF-40D2-810A-F27D0874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99" y="5728371"/>
            <a:ext cx="2640040" cy="8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57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ula prima alba dupl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>
          <a:xfrm>
            <a:off x="762000" y="62051"/>
            <a:ext cx="1080851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25" name="Title 1"/>
          <p:cNvSpPr>
            <a:spLocks noGrp="1"/>
          </p:cNvSpPr>
          <p:nvPr>
            <p:ph type="ctrTitle"/>
          </p:nvPr>
        </p:nvSpPr>
        <p:spPr>
          <a:xfrm>
            <a:off x="1909124" y="2277087"/>
            <a:ext cx="8326006" cy="15665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 cap="all" normalizeH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" name="Subtitle 2"/>
          <p:cNvSpPr>
            <a:spLocks noGrp="1"/>
          </p:cNvSpPr>
          <p:nvPr>
            <p:ph type="subTitle" idx="1"/>
          </p:nvPr>
        </p:nvSpPr>
        <p:spPr>
          <a:xfrm>
            <a:off x="1909124" y="3868024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7" name="Segnaposto testo 4"/>
          <p:cNvSpPr>
            <a:spLocks noGrp="1"/>
          </p:cNvSpPr>
          <p:nvPr>
            <p:ph type="body" sz="quarter" idx="11"/>
          </p:nvPr>
        </p:nvSpPr>
        <p:spPr>
          <a:xfrm>
            <a:off x="1909124" y="4176830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6" y="5934321"/>
            <a:ext cx="2998235" cy="800172"/>
          </a:xfrm>
          <a:prstGeom prst="rect">
            <a:avLst/>
          </a:prstGeom>
        </p:spPr>
      </p:pic>
      <p:grpSp>
        <p:nvGrpSpPr>
          <p:cNvPr id="111" name="Gruppo 110"/>
          <p:cNvGrpSpPr/>
          <p:nvPr/>
        </p:nvGrpSpPr>
        <p:grpSpPr>
          <a:xfrm>
            <a:off x="4779466" y="972333"/>
            <a:ext cx="2631888" cy="852448"/>
            <a:chOff x="4591629" y="4382295"/>
            <a:chExt cx="3007562" cy="974127"/>
          </a:xfrm>
        </p:grpSpPr>
        <p:sp>
          <p:nvSpPr>
            <p:cNvPr id="112" name="Rettangolo 111"/>
            <p:cNvSpPr/>
            <p:nvPr/>
          </p:nvSpPr>
          <p:spPr>
            <a:xfrm>
              <a:off x="5065159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3" name="Rettangolo 112"/>
            <p:cNvSpPr/>
            <p:nvPr/>
          </p:nvSpPr>
          <p:spPr>
            <a:xfrm>
              <a:off x="5141379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4" name="Rettangolo 113"/>
            <p:cNvSpPr/>
            <p:nvPr/>
          </p:nvSpPr>
          <p:spPr>
            <a:xfrm>
              <a:off x="5247120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5" name="Rettangolo 114"/>
            <p:cNvSpPr/>
            <p:nvPr/>
          </p:nvSpPr>
          <p:spPr>
            <a:xfrm>
              <a:off x="5344757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6" name="Rettangolo 115"/>
            <p:cNvSpPr/>
            <p:nvPr/>
          </p:nvSpPr>
          <p:spPr>
            <a:xfrm>
              <a:off x="5450498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7" name="Rettangolo 116"/>
            <p:cNvSpPr/>
            <p:nvPr/>
          </p:nvSpPr>
          <p:spPr>
            <a:xfrm>
              <a:off x="5548054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8" name="Rettangolo 117"/>
            <p:cNvSpPr/>
            <p:nvPr/>
          </p:nvSpPr>
          <p:spPr>
            <a:xfrm>
              <a:off x="5653795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9" name="Rettangolo 118"/>
            <p:cNvSpPr/>
            <p:nvPr/>
          </p:nvSpPr>
          <p:spPr>
            <a:xfrm>
              <a:off x="5141379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0" name="Rettangolo 119"/>
            <p:cNvSpPr/>
            <p:nvPr/>
          </p:nvSpPr>
          <p:spPr>
            <a:xfrm>
              <a:off x="5247120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1" name="Rettangolo 120"/>
            <p:cNvSpPr/>
            <p:nvPr/>
          </p:nvSpPr>
          <p:spPr>
            <a:xfrm>
              <a:off x="5344757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3" name="Rettangolo 122"/>
            <p:cNvSpPr/>
            <p:nvPr/>
          </p:nvSpPr>
          <p:spPr>
            <a:xfrm>
              <a:off x="5450498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4" name="Rettangolo 123"/>
            <p:cNvSpPr/>
            <p:nvPr/>
          </p:nvSpPr>
          <p:spPr>
            <a:xfrm>
              <a:off x="5548054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8" name="Rettangolo 127"/>
            <p:cNvSpPr/>
            <p:nvPr/>
          </p:nvSpPr>
          <p:spPr>
            <a:xfrm>
              <a:off x="5653795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29" name="Rettangolo 128"/>
            <p:cNvSpPr/>
            <p:nvPr/>
          </p:nvSpPr>
          <p:spPr>
            <a:xfrm>
              <a:off x="514137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0" name="Rettangolo 129"/>
            <p:cNvSpPr/>
            <p:nvPr/>
          </p:nvSpPr>
          <p:spPr>
            <a:xfrm>
              <a:off x="514137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1" name="Rettangolo 130"/>
            <p:cNvSpPr/>
            <p:nvPr/>
          </p:nvSpPr>
          <p:spPr>
            <a:xfrm>
              <a:off x="524760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2" name="Rettangolo 131"/>
            <p:cNvSpPr/>
            <p:nvPr/>
          </p:nvSpPr>
          <p:spPr>
            <a:xfrm>
              <a:off x="524760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3" name="Rettangolo 132"/>
            <p:cNvSpPr/>
            <p:nvPr/>
          </p:nvSpPr>
          <p:spPr>
            <a:xfrm>
              <a:off x="5344757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4" name="Rettangolo 133"/>
            <p:cNvSpPr/>
            <p:nvPr/>
          </p:nvSpPr>
          <p:spPr>
            <a:xfrm>
              <a:off x="5344757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5" name="Rettangolo 134"/>
            <p:cNvSpPr/>
            <p:nvPr/>
          </p:nvSpPr>
          <p:spPr>
            <a:xfrm>
              <a:off x="545049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6" name="Rettangolo 135"/>
            <p:cNvSpPr/>
            <p:nvPr/>
          </p:nvSpPr>
          <p:spPr>
            <a:xfrm>
              <a:off x="545049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7" name="Rettangolo 136"/>
            <p:cNvSpPr/>
            <p:nvPr/>
          </p:nvSpPr>
          <p:spPr>
            <a:xfrm>
              <a:off x="554805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8" name="Rettangolo 137"/>
            <p:cNvSpPr/>
            <p:nvPr/>
          </p:nvSpPr>
          <p:spPr>
            <a:xfrm>
              <a:off x="554805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39" name="Rettangolo 138"/>
            <p:cNvSpPr/>
            <p:nvPr/>
          </p:nvSpPr>
          <p:spPr>
            <a:xfrm>
              <a:off x="5653796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40" name="Rettangolo 139"/>
            <p:cNvSpPr/>
            <p:nvPr/>
          </p:nvSpPr>
          <p:spPr>
            <a:xfrm>
              <a:off x="5653796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55" name="Rettangolo 154"/>
            <p:cNvSpPr/>
            <p:nvPr/>
          </p:nvSpPr>
          <p:spPr>
            <a:xfrm>
              <a:off x="514137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56" name="Rettangolo 155"/>
            <p:cNvSpPr/>
            <p:nvPr/>
          </p:nvSpPr>
          <p:spPr>
            <a:xfrm>
              <a:off x="524760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57" name="Rettangolo 156"/>
            <p:cNvSpPr/>
            <p:nvPr/>
          </p:nvSpPr>
          <p:spPr>
            <a:xfrm>
              <a:off x="5344757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58" name="Rettangolo 157"/>
            <p:cNvSpPr/>
            <p:nvPr/>
          </p:nvSpPr>
          <p:spPr>
            <a:xfrm>
              <a:off x="545049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59" name="Rettangolo 158"/>
            <p:cNvSpPr/>
            <p:nvPr/>
          </p:nvSpPr>
          <p:spPr>
            <a:xfrm>
              <a:off x="554805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0" name="Rettangolo 159"/>
            <p:cNvSpPr/>
            <p:nvPr/>
          </p:nvSpPr>
          <p:spPr>
            <a:xfrm>
              <a:off x="5653796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1" name="Rettangolo 160"/>
            <p:cNvSpPr/>
            <p:nvPr/>
          </p:nvSpPr>
          <p:spPr>
            <a:xfrm>
              <a:off x="6407595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2" name="Rettangolo 161"/>
            <p:cNvSpPr/>
            <p:nvPr/>
          </p:nvSpPr>
          <p:spPr>
            <a:xfrm>
              <a:off x="6483815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3" name="Rettangolo 162"/>
            <p:cNvSpPr/>
            <p:nvPr/>
          </p:nvSpPr>
          <p:spPr>
            <a:xfrm>
              <a:off x="6589556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4" name="Rettangolo 163"/>
            <p:cNvSpPr/>
            <p:nvPr/>
          </p:nvSpPr>
          <p:spPr>
            <a:xfrm>
              <a:off x="6687193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5" name="Rettangolo 164"/>
            <p:cNvSpPr/>
            <p:nvPr/>
          </p:nvSpPr>
          <p:spPr>
            <a:xfrm>
              <a:off x="6792934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6" name="Rettangolo 165"/>
            <p:cNvSpPr/>
            <p:nvPr/>
          </p:nvSpPr>
          <p:spPr>
            <a:xfrm>
              <a:off x="6890490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7" name="Rettangolo 166"/>
            <p:cNvSpPr/>
            <p:nvPr/>
          </p:nvSpPr>
          <p:spPr>
            <a:xfrm>
              <a:off x="6996231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8" name="Rettangolo 167"/>
            <p:cNvSpPr/>
            <p:nvPr/>
          </p:nvSpPr>
          <p:spPr>
            <a:xfrm>
              <a:off x="6483815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69" name="Rettangolo 168"/>
            <p:cNvSpPr/>
            <p:nvPr/>
          </p:nvSpPr>
          <p:spPr>
            <a:xfrm>
              <a:off x="6589556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0" name="Rettangolo 169"/>
            <p:cNvSpPr/>
            <p:nvPr/>
          </p:nvSpPr>
          <p:spPr>
            <a:xfrm>
              <a:off x="6687193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1" name="Rettangolo 170"/>
            <p:cNvSpPr/>
            <p:nvPr/>
          </p:nvSpPr>
          <p:spPr>
            <a:xfrm>
              <a:off x="6792934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2" name="Rettangolo 171"/>
            <p:cNvSpPr/>
            <p:nvPr/>
          </p:nvSpPr>
          <p:spPr>
            <a:xfrm>
              <a:off x="6890490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3" name="Rettangolo 172"/>
            <p:cNvSpPr/>
            <p:nvPr/>
          </p:nvSpPr>
          <p:spPr>
            <a:xfrm>
              <a:off x="6996231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4" name="Rettangolo 173"/>
            <p:cNvSpPr/>
            <p:nvPr/>
          </p:nvSpPr>
          <p:spPr>
            <a:xfrm>
              <a:off x="648381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5" name="Rettangolo 174"/>
            <p:cNvSpPr/>
            <p:nvPr/>
          </p:nvSpPr>
          <p:spPr>
            <a:xfrm>
              <a:off x="648381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6" name="Rettangolo 175"/>
            <p:cNvSpPr/>
            <p:nvPr/>
          </p:nvSpPr>
          <p:spPr>
            <a:xfrm>
              <a:off x="659004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7" name="Rettangolo 176"/>
            <p:cNvSpPr/>
            <p:nvPr/>
          </p:nvSpPr>
          <p:spPr>
            <a:xfrm>
              <a:off x="659004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8" name="Rettangolo 177"/>
            <p:cNvSpPr/>
            <p:nvPr/>
          </p:nvSpPr>
          <p:spPr>
            <a:xfrm>
              <a:off x="6687193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79" name="Rettangolo 178"/>
            <p:cNvSpPr/>
            <p:nvPr/>
          </p:nvSpPr>
          <p:spPr>
            <a:xfrm>
              <a:off x="6687193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0" name="Rettangolo 179"/>
            <p:cNvSpPr/>
            <p:nvPr/>
          </p:nvSpPr>
          <p:spPr>
            <a:xfrm>
              <a:off x="679293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1" name="Rettangolo 180"/>
            <p:cNvSpPr/>
            <p:nvPr/>
          </p:nvSpPr>
          <p:spPr>
            <a:xfrm>
              <a:off x="679293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2" name="Rettangolo 181"/>
            <p:cNvSpPr/>
            <p:nvPr/>
          </p:nvSpPr>
          <p:spPr>
            <a:xfrm>
              <a:off x="689049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3" name="Rettangolo 182"/>
            <p:cNvSpPr/>
            <p:nvPr/>
          </p:nvSpPr>
          <p:spPr>
            <a:xfrm>
              <a:off x="689049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4" name="Rettangolo 183"/>
            <p:cNvSpPr/>
            <p:nvPr/>
          </p:nvSpPr>
          <p:spPr>
            <a:xfrm>
              <a:off x="6996232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5" name="Rettangolo 184"/>
            <p:cNvSpPr/>
            <p:nvPr/>
          </p:nvSpPr>
          <p:spPr>
            <a:xfrm>
              <a:off x="6996232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6" name="Rettangolo 185"/>
            <p:cNvSpPr/>
            <p:nvPr/>
          </p:nvSpPr>
          <p:spPr>
            <a:xfrm>
              <a:off x="648381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7" name="Rettangolo 186"/>
            <p:cNvSpPr/>
            <p:nvPr/>
          </p:nvSpPr>
          <p:spPr>
            <a:xfrm>
              <a:off x="659004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8" name="Rettangolo 187"/>
            <p:cNvSpPr/>
            <p:nvPr/>
          </p:nvSpPr>
          <p:spPr>
            <a:xfrm>
              <a:off x="6687193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89" name="Rettangolo 188"/>
            <p:cNvSpPr/>
            <p:nvPr/>
          </p:nvSpPr>
          <p:spPr>
            <a:xfrm>
              <a:off x="679293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0" name="Rettangolo 189"/>
            <p:cNvSpPr/>
            <p:nvPr/>
          </p:nvSpPr>
          <p:spPr>
            <a:xfrm>
              <a:off x="689049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1" name="Rettangolo 190"/>
            <p:cNvSpPr/>
            <p:nvPr/>
          </p:nvSpPr>
          <p:spPr>
            <a:xfrm>
              <a:off x="6996232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2" name="Rettangolo 191"/>
            <p:cNvSpPr/>
            <p:nvPr/>
          </p:nvSpPr>
          <p:spPr>
            <a:xfrm>
              <a:off x="5783987" y="4382295"/>
              <a:ext cx="623608" cy="33109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3" name="Rettangolo 192"/>
            <p:cNvSpPr/>
            <p:nvPr/>
          </p:nvSpPr>
          <p:spPr>
            <a:xfrm>
              <a:off x="583710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4" name="Rettangolo 193"/>
            <p:cNvSpPr/>
            <p:nvPr/>
          </p:nvSpPr>
          <p:spPr>
            <a:xfrm>
              <a:off x="592525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5" name="Rettangolo 194"/>
            <p:cNvSpPr/>
            <p:nvPr/>
          </p:nvSpPr>
          <p:spPr>
            <a:xfrm>
              <a:off x="601340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6" name="Rettangolo 195"/>
            <p:cNvSpPr/>
            <p:nvPr/>
          </p:nvSpPr>
          <p:spPr>
            <a:xfrm>
              <a:off x="610155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7" name="Rettangolo 196"/>
            <p:cNvSpPr/>
            <p:nvPr/>
          </p:nvSpPr>
          <p:spPr>
            <a:xfrm>
              <a:off x="618970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8" name="Rettangolo 197"/>
            <p:cNvSpPr/>
            <p:nvPr/>
          </p:nvSpPr>
          <p:spPr>
            <a:xfrm>
              <a:off x="627785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99" name="Rettangolo 198"/>
            <p:cNvSpPr/>
            <p:nvPr/>
          </p:nvSpPr>
          <p:spPr>
            <a:xfrm>
              <a:off x="5783987" y="4713390"/>
              <a:ext cx="623608" cy="180663"/>
            </a:xfrm>
            <a:prstGeom prst="rect">
              <a:avLst/>
            </a:prstGeom>
            <a:solidFill>
              <a:schemeClr val="accent1">
                <a:lumMod val="5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grpSp>
          <p:nvGrpSpPr>
            <p:cNvPr id="200" name="Gruppo 199"/>
            <p:cNvGrpSpPr/>
            <p:nvPr/>
          </p:nvGrpSpPr>
          <p:grpSpPr>
            <a:xfrm>
              <a:off x="7125661" y="4670304"/>
              <a:ext cx="473530" cy="223749"/>
              <a:chOff x="5615939" y="3209925"/>
              <a:chExt cx="946814" cy="447498"/>
            </a:xfrm>
          </p:grpSpPr>
          <p:sp>
            <p:nvSpPr>
              <p:cNvPr id="214" name="Rettangolo 213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215" name="Rettangolo 214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216" name="Rettangolo 215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217" name="Connettore 1 11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Connettore 1 12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Connettore 1 13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Connettore 1 14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ttore 1 15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Connettore 1 16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Connettore 1 17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Connettore 1 18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Connettore 1 19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1" name="Gruppo 200"/>
            <p:cNvGrpSpPr/>
            <p:nvPr/>
          </p:nvGrpSpPr>
          <p:grpSpPr>
            <a:xfrm>
              <a:off x="4591629" y="4670304"/>
              <a:ext cx="473530" cy="223749"/>
              <a:chOff x="5615939" y="3209925"/>
              <a:chExt cx="946814" cy="447498"/>
            </a:xfrm>
          </p:grpSpPr>
          <p:sp>
            <p:nvSpPr>
              <p:cNvPr id="202" name="Rettangolo 201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203" name="Rettangolo 202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204" name="Rettangolo 203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205" name="Connettore 1 144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ttore 1 145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Connettore 1 146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Connettore 1 147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ttore 1 148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Connettore 1 149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Connettore 1 150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Connettore 1 151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Connettore 1 152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D3103BF5-C5E1-4B4B-ACCD-8471025D3E01}"/>
              </a:ext>
            </a:extLst>
          </p:cNvPr>
          <p:cNvSpPr txBox="1"/>
          <p:nvPr/>
        </p:nvSpPr>
        <p:spPr>
          <a:xfrm>
            <a:off x="3448824" y="6266388"/>
            <a:ext cx="3272868" cy="58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>
                <a:solidFill>
                  <a:schemeClr val="tx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RESEARCH LABORATORY</a:t>
            </a:r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CACE3F07-870D-4FE3-809E-1C08BA986568}"/>
              </a:ext>
            </a:extLst>
          </p:cNvPr>
          <p:cNvSpPr txBox="1"/>
          <p:nvPr/>
        </p:nvSpPr>
        <p:spPr>
          <a:xfrm>
            <a:off x="3460293" y="6001503"/>
            <a:ext cx="3384184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>
                <a:solidFill>
                  <a:schemeClr val="tx2"/>
                </a:solidFill>
                <a:latin typeface="Eras Light ITC" panose="020B0402030504020804" pitchFamily="34" charset="0"/>
                <a:ea typeface="Microsoft JhengHei UI Light" panose="020B0304030504040204" pitchFamily="34" charset="-120"/>
                <a:cs typeface="Aharoni" panose="02010803020104030203" pitchFamily="2" charset="-79"/>
              </a:rPr>
              <a:t>mm-wave antennas &amp; integrated circuits</a:t>
            </a:r>
          </a:p>
        </p:txBody>
      </p:sp>
      <p:pic>
        <p:nvPicPr>
          <p:cNvPr id="108" name="Immagine 107">
            <a:extLst>
              <a:ext uri="{FF2B5EF4-FFF2-40B4-BE49-F238E27FC236}">
                <a16:creationId xmlns:a16="http://schemas.microsoft.com/office/drawing/2014/main" id="{704136D4-5BC5-4289-9A04-CF821E773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527" y="5728371"/>
            <a:ext cx="2640040" cy="811150"/>
          </a:xfrm>
          <a:prstGeom prst="rect">
            <a:avLst/>
          </a:prstGeom>
        </p:spPr>
      </p:pic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25FECC74-2900-1507-BDD1-80842911868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048367" y="5945176"/>
            <a:ext cx="2143634" cy="68480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t-IT" sz="1200" dirty="0">
                <a:solidFill>
                  <a:schemeClr val="tx1"/>
                </a:solidFill>
              </a:rPr>
              <a:t>MAIC LAB</a:t>
            </a:r>
          </a:p>
          <a:p>
            <a:pPr>
              <a:defRPr/>
            </a:pPr>
            <a:r>
              <a:rPr lang="it-IT" sz="1200" dirty="0">
                <a:solidFill>
                  <a:schemeClr val="tx1"/>
                </a:solidFill>
              </a:rPr>
              <a:t>Via Bucci, 41-C – Rende - </a:t>
            </a:r>
            <a:r>
              <a:rPr lang="it-IT" sz="1200" dirty="0" err="1">
                <a:solidFill>
                  <a:schemeClr val="tx1"/>
                </a:solidFill>
              </a:rPr>
              <a:t>Italy</a:t>
            </a:r>
            <a:endParaRPr lang="it-IT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</a:rPr>
              <a:t>Luigi.Boccia@unical.it</a:t>
            </a:r>
            <a:endParaRPr lang="it-IT" sz="1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7465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ula sol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304800" y="940118"/>
            <a:ext cx="11582400" cy="542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691745" y="6493449"/>
            <a:ext cx="1080851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12072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abula sol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304800" y="940118"/>
            <a:ext cx="11582400" cy="542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691745" y="6493449"/>
            <a:ext cx="1080851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360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04948" y="-1"/>
            <a:ext cx="10382251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grpSp>
        <p:nvGrpSpPr>
          <p:cNvPr id="7" name="Group 128"/>
          <p:cNvGrpSpPr/>
          <p:nvPr/>
        </p:nvGrpSpPr>
        <p:grpSpPr>
          <a:xfrm>
            <a:off x="304800" y="54972"/>
            <a:ext cx="895350" cy="895583"/>
            <a:chOff x="10914389" y="3398630"/>
            <a:chExt cx="2545697" cy="2546360"/>
          </a:xfrm>
          <a:solidFill>
            <a:schemeClr val="bg1"/>
          </a:solidFill>
        </p:grpSpPr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10914389" y="3398630"/>
              <a:ext cx="2545697" cy="2546360"/>
            </a:xfrm>
            <a:custGeom>
              <a:avLst/>
              <a:gdLst>
                <a:gd name="T0" fmla="*/ 512 w 1024"/>
                <a:gd name="T1" fmla="*/ 0 h 1024"/>
                <a:gd name="T2" fmla="*/ 0 w 1024"/>
                <a:gd name="T3" fmla="*/ 512 h 1024"/>
                <a:gd name="T4" fmla="*/ 512 w 1024"/>
                <a:gd name="T5" fmla="*/ 1024 h 1024"/>
                <a:gd name="T6" fmla="*/ 1024 w 1024"/>
                <a:gd name="T7" fmla="*/ 512 h 1024"/>
                <a:gd name="T8" fmla="*/ 512 w 1024"/>
                <a:gd name="T9" fmla="*/ 0 h 1024"/>
                <a:gd name="T10" fmla="*/ 512 w 1024"/>
                <a:gd name="T11" fmla="*/ 951 h 1024"/>
                <a:gd name="T12" fmla="*/ 73 w 1024"/>
                <a:gd name="T13" fmla="*/ 512 h 1024"/>
                <a:gd name="T14" fmla="*/ 512 w 1024"/>
                <a:gd name="T15" fmla="*/ 73 h 1024"/>
                <a:gd name="T16" fmla="*/ 951 w 1024"/>
                <a:gd name="T17" fmla="*/ 512 h 1024"/>
                <a:gd name="T18" fmla="*/ 512 w 1024"/>
                <a:gd name="T19" fmla="*/ 95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4" h="1024">
                  <a:moveTo>
                    <a:pt x="512" y="0"/>
                  </a:moveTo>
                  <a:cubicBezTo>
                    <a:pt x="229" y="0"/>
                    <a:pt x="0" y="229"/>
                    <a:pt x="0" y="512"/>
                  </a:cubicBezTo>
                  <a:cubicBezTo>
                    <a:pt x="0" y="795"/>
                    <a:pt x="229" y="1024"/>
                    <a:pt x="512" y="1024"/>
                  </a:cubicBezTo>
                  <a:cubicBezTo>
                    <a:pt x="795" y="1024"/>
                    <a:pt x="1024" y="795"/>
                    <a:pt x="1024" y="512"/>
                  </a:cubicBezTo>
                  <a:cubicBezTo>
                    <a:pt x="1024" y="229"/>
                    <a:pt x="795" y="0"/>
                    <a:pt x="512" y="0"/>
                  </a:cubicBezTo>
                  <a:close/>
                  <a:moveTo>
                    <a:pt x="512" y="951"/>
                  </a:moveTo>
                  <a:cubicBezTo>
                    <a:pt x="270" y="951"/>
                    <a:pt x="73" y="754"/>
                    <a:pt x="73" y="512"/>
                  </a:cubicBezTo>
                  <a:cubicBezTo>
                    <a:pt x="73" y="270"/>
                    <a:pt x="270" y="73"/>
                    <a:pt x="512" y="73"/>
                  </a:cubicBezTo>
                  <a:cubicBezTo>
                    <a:pt x="754" y="73"/>
                    <a:pt x="951" y="270"/>
                    <a:pt x="951" y="512"/>
                  </a:cubicBezTo>
                  <a:cubicBezTo>
                    <a:pt x="951" y="754"/>
                    <a:pt x="754" y="951"/>
                    <a:pt x="512" y="9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2843" tIns="91422" rIns="182843" bIns="91422"/>
            <a:lstStyle/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9" name="Group 130"/>
            <p:cNvGrpSpPr/>
            <p:nvPr/>
          </p:nvGrpSpPr>
          <p:grpSpPr>
            <a:xfrm>
              <a:off x="11795226" y="4278110"/>
              <a:ext cx="787195" cy="787400"/>
              <a:chOff x="6350" y="4763"/>
              <a:chExt cx="2898775" cy="2898776"/>
            </a:xfrm>
            <a:grpFill/>
          </p:grpSpPr>
          <p:sp>
            <p:nvSpPr>
              <p:cNvPr id="10" name="Freeform 131"/>
              <p:cNvSpPr>
                <a:spLocks/>
              </p:cNvSpPr>
              <p:nvPr/>
            </p:nvSpPr>
            <p:spPr bwMode="auto">
              <a:xfrm>
                <a:off x="6350" y="4763"/>
                <a:ext cx="727075" cy="723900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2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Freeform 132"/>
              <p:cNvSpPr>
                <a:spLocks/>
              </p:cNvSpPr>
              <p:nvPr/>
            </p:nvSpPr>
            <p:spPr bwMode="auto">
              <a:xfrm>
                <a:off x="6350" y="1093788"/>
                <a:ext cx="727075" cy="722313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1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Freeform 162"/>
              <p:cNvSpPr>
                <a:spLocks/>
              </p:cNvSpPr>
              <p:nvPr/>
            </p:nvSpPr>
            <p:spPr bwMode="auto">
              <a:xfrm>
                <a:off x="6350" y="2178051"/>
                <a:ext cx="727075" cy="725488"/>
              </a:xfrm>
              <a:custGeom>
                <a:avLst/>
                <a:gdLst>
                  <a:gd name="T0" fmla="*/ 168 w 193"/>
                  <a:gd name="T1" fmla="*/ 0 h 193"/>
                  <a:gd name="T2" fmla="*/ 24 w 193"/>
                  <a:gd name="T3" fmla="*/ 0 h 193"/>
                  <a:gd name="T4" fmla="*/ 0 w 193"/>
                  <a:gd name="T5" fmla="*/ 25 h 193"/>
                  <a:gd name="T6" fmla="*/ 0 w 193"/>
                  <a:gd name="T7" fmla="*/ 169 h 193"/>
                  <a:gd name="T8" fmla="*/ 24 w 193"/>
                  <a:gd name="T9" fmla="*/ 193 h 193"/>
                  <a:gd name="T10" fmla="*/ 168 w 193"/>
                  <a:gd name="T11" fmla="*/ 193 h 193"/>
                  <a:gd name="T12" fmla="*/ 193 w 193"/>
                  <a:gd name="T13" fmla="*/ 169 h 193"/>
                  <a:gd name="T14" fmla="*/ 193 w 193"/>
                  <a:gd name="T15" fmla="*/ 25 h 193"/>
                  <a:gd name="T16" fmla="*/ 168 w 193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3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168" y="193"/>
                      <a:pt x="168" y="193"/>
                      <a:pt x="168" y="193"/>
                    </a:cubicBezTo>
                    <a:cubicBezTo>
                      <a:pt x="182" y="193"/>
                      <a:pt x="193" y="182"/>
                      <a:pt x="193" y="169"/>
                    </a:cubicBezTo>
                    <a:cubicBezTo>
                      <a:pt x="193" y="25"/>
                      <a:pt x="193" y="25"/>
                      <a:pt x="193" y="25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Freeform 8"/>
              <p:cNvSpPr>
                <a:spLocks/>
              </p:cNvSpPr>
              <p:nvPr/>
            </p:nvSpPr>
            <p:spPr bwMode="auto">
              <a:xfrm>
                <a:off x="1095375" y="4763"/>
                <a:ext cx="1809750" cy="723900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2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Freeform 9"/>
              <p:cNvSpPr>
                <a:spLocks/>
              </p:cNvSpPr>
              <p:nvPr/>
            </p:nvSpPr>
            <p:spPr bwMode="auto">
              <a:xfrm>
                <a:off x="1095375" y="1093788"/>
                <a:ext cx="1809750" cy="722313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1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0"/>
              <p:cNvSpPr>
                <a:spLocks/>
              </p:cNvSpPr>
              <p:nvPr/>
            </p:nvSpPr>
            <p:spPr bwMode="auto">
              <a:xfrm>
                <a:off x="1095375" y="2178051"/>
                <a:ext cx="1809750" cy="725488"/>
              </a:xfrm>
              <a:custGeom>
                <a:avLst/>
                <a:gdLst>
                  <a:gd name="T0" fmla="*/ 457 w 481"/>
                  <a:gd name="T1" fmla="*/ 0 h 193"/>
                  <a:gd name="T2" fmla="*/ 24 w 481"/>
                  <a:gd name="T3" fmla="*/ 0 h 193"/>
                  <a:gd name="T4" fmla="*/ 0 w 481"/>
                  <a:gd name="T5" fmla="*/ 25 h 193"/>
                  <a:gd name="T6" fmla="*/ 0 w 481"/>
                  <a:gd name="T7" fmla="*/ 169 h 193"/>
                  <a:gd name="T8" fmla="*/ 24 w 481"/>
                  <a:gd name="T9" fmla="*/ 193 h 193"/>
                  <a:gd name="T10" fmla="*/ 457 w 481"/>
                  <a:gd name="T11" fmla="*/ 193 h 193"/>
                  <a:gd name="T12" fmla="*/ 481 w 481"/>
                  <a:gd name="T13" fmla="*/ 169 h 193"/>
                  <a:gd name="T14" fmla="*/ 481 w 481"/>
                  <a:gd name="T15" fmla="*/ 25 h 193"/>
                  <a:gd name="T16" fmla="*/ 457 w 481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3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457" y="193"/>
                      <a:pt x="457" y="193"/>
                      <a:pt x="457" y="193"/>
                    </a:cubicBezTo>
                    <a:cubicBezTo>
                      <a:pt x="470" y="193"/>
                      <a:pt x="481" y="182"/>
                      <a:pt x="481" y="169"/>
                    </a:cubicBezTo>
                    <a:cubicBezTo>
                      <a:pt x="481" y="25"/>
                      <a:pt x="481" y="25"/>
                      <a:pt x="481" y="25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uppo 15"/>
          <p:cNvGrpSpPr/>
          <p:nvPr/>
        </p:nvGrpSpPr>
        <p:grpSpPr>
          <a:xfrm>
            <a:off x="157788" y="6517882"/>
            <a:ext cx="428912" cy="223402"/>
            <a:chOff x="2540883" y="2068197"/>
            <a:chExt cx="5828417" cy="3440765"/>
          </a:xfrm>
        </p:grpSpPr>
        <p:grpSp>
          <p:nvGrpSpPr>
            <p:cNvPr id="17" name="Gruppo 16"/>
            <p:cNvGrpSpPr/>
            <p:nvPr/>
          </p:nvGrpSpPr>
          <p:grpSpPr>
            <a:xfrm>
              <a:off x="2540883" y="2068197"/>
              <a:ext cx="3555117" cy="3440765"/>
              <a:chOff x="2540883" y="2068197"/>
              <a:chExt cx="3555117" cy="3440765"/>
            </a:xfrm>
          </p:grpSpPr>
          <p:sp>
            <p:nvSpPr>
              <p:cNvPr id="21" name="Rettangolo 20"/>
              <p:cNvSpPr/>
              <p:nvPr/>
            </p:nvSpPr>
            <p:spPr>
              <a:xfrm>
                <a:off x="2540883" y="2068197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2" name="Rettangolo 21"/>
              <p:cNvSpPr/>
              <p:nvPr/>
            </p:nvSpPr>
            <p:spPr>
              <a:xfrm>
                <a:off x="2540883" y="2788212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3" name="Rettangolo 22"/>
              <p:cNvSpPr/>
              <p:nvPr/>
            </p:nvSpPr>
            <p:spPr>
              <a:xfrm>
                <a:off x="2540883" y="3508228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4" name="Rettangolo 23"/>
              <p:cNvSpPr/>
              <p:nvPr/>
            </p:nvSpPr>
            <p:spPr>
              <a:xfrm>
                <a:off x="2540883" y="4228243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5" name="Rettangolo 24"/>
              <p:cNvSpPr/>
              <p:nvPr/>
            </p:nvSpPr>
            <p:spPr>
              <a:xfrm>
                <a:off x="2540883" y="4948259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</p:grpSp>
        <p:sp>
          <p:nvSpPr>
            <p:cNvPr id="18" name="Rettangolo 17"/>
            <p:cNvSpPr/>
            <p:nvPr/>
          </p:nvSpPr>
          <p:spPr>
            <a:xfrm>
              <a:off x="6273800" y="3508228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9" name="Rettangolo 18"/>
            <p:cNvSpPr/>
            <p:nvPr/>
          </p:nvSpPr>
          <p:spPr>
            <a:xfrm>
              <a:off x="6273800" y="2788212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20" name="Figura a mano libera 19"/>
            <p:cNvSpPr/>
            <p:nvPr/>
          </p:nvSpPr>
          <p:spPr>
            <a:xfrm>
              <a:off x="6286500" y="4241800"/>
              <a:ext cx="1320800" cy="1206500"/>
            </a:xfrm>
            <a:custGeom>
              <a:avLst/>
              <a:gdLst>
                <a:gd name="connsiteX0" fmla="*/ 0 w 1320800"/>
                <a:gd name="connsiteY0" fmla="*/ 1206500 h 1206500"/>
                <a:gd name="connsiteX1" fmla="*/ 0 w 1320800"/>
                <a:gd name="connsiteY1" fmla="*/ 0 h 1206500"/>
                <a:gd name="connsiteX2" fmla="*/ 1320800 w 1320800"/>
                <a:gd name="connsiteY2" fmla="*/ 0 h 1206500"/>
                <a:gd name="connsiteX3" fmla="*/ 0 w 1320800"/>
                <a:gd name="connsiteY3" fmla="*/ 1206500 h 120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0800" h="1206500">
                  <a:moveTo>
                    <a:pt x="0" y="1206500"/>
                  </a:moveTo>
                  <a:lnTo>
                    <a:pt x="0" y="0"/>
                  </a:lnTo>
                  <a:lnTo>
                    <a:pt x="1320800" y="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31" name="Rectangle 10"/>
          <p:cNvSpPr/>
          <p:nvPr/>
        </p:nvSpPr>
        <p:spPr>
          <a:xfrm>
            <a:off x="1" y="1005527"/>
            <a:ext cx="1829277" cy="13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33" name="Segnaposto testo 32"/>
          <p:cNvSpPr>
            <a:spLocks noGrp="1"/>
          </p:cNvSpPr>
          <p:nvPr>
            <p:ph type="body" sz="quarter" idx="11"/>
          </p:nvPr>
        </p:nvSpPr>
        <p:spPr>
          <a:xfrm>
            <a:off x="762000" y="1339927"/>
            <a:ext cx="10809288" cy="491958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buClr>
                <a:schemeClr val="accent5"/>
              </a:buClr>
              <a:defRPr sz="2800">
                <a:solidFill>
                  <a:schemeClr val="bg2"/>
                </a:solidFill>
              </a:defRPr>
            </a:lvl2pPr>
            <a:lvl3pPr>
              <a:buClr>
                <a:schemeClr val="accent4"/>
              </a:buClr>
              <a:defRPr sz="2800">
                <a:solidFill>
                  <a:schemeClr val="bg2"/>
                </a:solidFill>
              </a:defRPr>
            </a:lvl3pPr>
            <a:lvl4pPr>
              <a:buClr>
                <a:schemeClr val="accent1">
                  <a:lumMod val="60000"/>
                  <a:lumOff val="40000"/>
                </a:schemeClr>
              </a:buClr>
              <a:defRPr sz="2400">
                <a:solidFill>
                  <a:schemeClr val="bg2"/>
                </a:solidFill>
              </a:defRPr>
            </a:lvl4pPr>
            <a:lvl5pPr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7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2352675" y="6493449"/>
            <a:ext cx="914758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2"/>
                </a:solidFill>
              </a:defRPr>
            </a:lvl1pPr>
          </a:lstStyle>
          <a:p>
            <a:endParaRPr lang="it-IT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827017D1-A8B3-4BE7-BF75-0D6739B6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5994400" y="948267"/>
            <a:ext cx="6197600" cy="59097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9FCD67-0152-43D9-9C35-640C44A2D175}" type="slidenum">
              <a:rPr lang="it-IT" smtClean="0"/>
              <a:t>‹#›</a:t>
            </a:fld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5505" y="1262453"/>
            <a:ext cx="5384800" cy="43418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67">
                <a:solidFill>
                  <a:schemeClr val="bg1"/>
                </a:solidFill>
              </a:defRPr>
            </a:lvl2pPr>
            <a:lvl3pPr>
              <a:defRPr sz="1867">
                <a:solidFill>
                  <a:schemeClr val="bg1"/>
                </a:solidFill>
              </a:defRPr>
            </a:lvl3pPr>
            <a:lvl4pPr>
              <a:defRPr sz="1867">
                <a:solidFill>
                  <a:schemeClr val="bg1"/>
                </a:solidFill>
              </a:defRPr>
            </a:lvl4pPr>
            <a:lvl5pPr>
              <a:defRPr sz="1867">
                <a:solidFill>
                  <a:schemeClr val="bg1"/>
                </a:solidFill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9305128-D89F-4C0D-BAA1-FBB5582A65B6}"/>
              </a:ext>
            </a:extLst>
          </p:cNvPr>
          <p:cNvSpPr txBox="1"/>
          <p:nvPr/>
        </p:nvSpPr>
        <p:spPr>
          <a:xfrm>
            <a:off x="11811840" y="6567175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373592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t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6134100" y="-1"/>
            <a:ext cx="6057900" cy="685800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6" name="Rectangle 10"/>
          <p:cNvSpPr/>
          <p:nvPr/>
        </p:nvSpPr>
        <p:spPr>
          <a:xfrm>
            <a:off x="1" y="0"/>
            <a:ext cx="6134100" cy="893305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7" name="TextBox 11"/>
          <p:cNvSpPr txBox="1"/>
          <p:nvPr/>
        </p:nvSpPr>
        <p:spPr>
          <a:xfrm>
            <a:off x="11811840" y="6567175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6305578" y="1013071"/>
            <a:ext cx="5384800" cy="5526274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67">
                <a:solidFill>
                  <a:schemeClr val="bg1"/>
                </a:solidFill>
              </a:defRPr>
            </a:lvl2pPr>
            <a:lvl3pPr>
              <a:defRPr sz="1867">
                <a:solidFill>
                  <a:schemeClr val="bg1"/>
                </a:solidFill>
              </a:defRPr>
            </a:lvl3pPr>
            <a:lvl4pPr>
              <a:defRPr sz="1867">
                <a:solidFill>
                  <a:schemeClr val="bg1"/>
                </a:solidFill>
              </a:defRPr>
            </a:lvl4pPr>
            <a:lvl5pPr>
              <a:defRPr sz="1867">
                <a:solidFill>
                  <a:schemeClr val="bg1"/>
                </a:solidFill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305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D7D9-F4EC-4708-BE14-3C76A403E890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CD67-0152-43D9-9C35-640C44A2D17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921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1" y="948267"/>
            <a:ext cx="6032500" cy="59097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49" y="1262453"/>
            <a:ext cx="5384800" cy="5364258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67">
                <a:solidFill>
                  <a:schemeClr val="bg1"/>
                </a:solidFill>
              </a:defRPr>
            </a:lvl2pPr>
            <a:lvl3pPr>
              <a:defRPr sz="1867">
                <a:solidFill>
                  <a:schemeClr val="bg1"/>
                </a:solidFill>
              </a:defRPr>
            </a:lvl3pPr>
            <a:lvl4pPr>
              <a:defRPr sz="1867">
                <a:solidFill>
                  <a:schemeClr val="bg1"/>
                </a:solidFill>
              </a:defRPr>
            </a:lvl4pPr>
            <a:lvl5pPr>
              <a:defRPr sz="1867">
                <a:solidFill>
                  <a:schemeClr val="bg1"/>
                </a:solidFill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E9CAB96-F310-4F5A-96DE-FE35AB058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546C62F0-17EE-4C44-AD35-CCFB013E8211}"/>
              </a:ext>
            </a:extLst>
          </p:cNvPr>
          <p:cNvGrpSpPr/>
          <p:nvPr/>
        </p:nvGrpSpPr>
        <p:grpSpPr>
          <a:xfrm>
            <a:off x="191216" y="6493449"/>
            <a:ext cx="369402" cy="240382"/>
            <a:chOff x="355600" y="4737100"/>
            <a:chExt cx="367261" cy="238989"/>
          </a:xfrm>
        </p:grpSpPr>
        <p:sp>
          <p:nvSpPr>
            <p:cNvPr id="7" name="Rectangle 78">
              <a:extLst>
                <a:ext uri="{FF2B5EF4-FFF2-40B4-BE49-F238E27FC236}">
                  <a16:creationId xmlns:a16="http://schemas.microsoft.com/office/drawing/2014/main" id="{918427D2-4F46-4B73-BD18-95150FA81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9" name="Rectangle 79">
              <a:extLst>
                <a:ext uri="{FF2B5EF4-FFF2-40B4-BE49-F238E27FC236}">
                  <a16:creationId xmlns:a16="http://schemas.microsoft.com/office/drawing/2014/main" id="{D3074189-A93A-4EAB-B9CF-C14C3F923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0" name="Rectangle 80">
              <a:extLst>
                <a:ext uri="{FF2B5EF4-FFF2-40B4-BE49-F238E27FC236}">
                  <a16:creationId xmlns:a16="http://schemas.microsoft.com/office/drawing/2014/main" id="{738A3EBA-A2B6-48F3-BF6B-BC1A992CA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1" name="Rectangle 81">
              <a:extLst>
                <a:ext uri="{FF2B5EF4-FFF2-40B4-BE49-F238E27FC236}">
                  <a16:creationId xmlns:a16="http://schemas.microsoft.com/office/drawing/2014/main" id="{49465CF3-5681-4923-8E67-987928DC5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2" name="Rectangle 82">
              <a:extLst>
                <a:ext uri="{FF2B5EF4-FFF2-40B4-BE49-F238E27FC236}">
                  <a16:creationId xmlns:a16="http://schemas.microsoft.com/office/drawing/2014/main" id="{7CBD239B-6EF4-427D-8FD0-1C8F22612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3" name="Freeform 83">
              <a:extLst>
                <a:ext uri="{FF2B5EF4-FFF2-40B4-BE49-F238E27FC236}">
                  <a16:creationId xmlns:a16="http://schemas.microsoft.com/office/drawing/2014/main" id="{DDADBEB0-9E33-413B-BA7B-6E36EBFA5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4" name="Rectangle 84">
              <a:extLst>
                <a:ext uri="{FF2B5EF4-FFF2-40B4-BE49-F238E27FC236}">
                  <a16:creationId xmlns:a16="http://schemas.microsoft.com/office/drawing/2014/main" id="{78797E56-E3A4-4BCB-A5C7-C94E3924F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" name="Rectangle 85">
              <a:extLst>
                <a:ext uri="{FF2B5EF4-FFF2-40B4-BE49-F238E27FC236}">
                  <a16:creationId xmlns:a16="http://schemas.microsoft.com/office/drawing/2014/main" id="{9A2C6E3C-8C71-46C3-B53A-C53CDB571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19266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5994400" y="948267"/>
            <a:ext cx="6197600" cy="59097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21919" y="6603247"/>
            <a:ext cx="770081" cy="25475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5505" y="1262453"/>
            <a:ext cx="5384800" cy="43418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67">
                <a:solidFill>
                  <a:schemeClr val="bg1"/>
                </a:solidFill>
              </a:defRPr>
            </a:lvl2pPr>
            <a:lvl3pPr>
              <a:defRPr sz="1867">
                <a:solidFill>
                  <a:schemeClr val="bg1"/>
                </a:solidFill>
              </a:defRPr>
            </a:lvl3pPr>
            <a:lvl4pPr>
              <a:defRPr sz="1867">
                <a:solidFill>
                  <a:schemeClr val="bg1"/>
                </a:solidFill>
              </a:defRPr>
            </a:lvl4pPr>
            <a:lvl5pPr>
              <a:defRPr sz="1867">
                <a:solidFill>
                  <a:schemeClr val="bg1"/>
                </a:solidFill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639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t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6134100" y="-1"/>
            <a:ext cx="6057900" cy="6858001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6" name="Rectangle 10"/>
          <p:cNvSpPr/>
          <p:nvPr/>
        </p:nvSpPr>
        <p:spPr>
          <a:xfrm>
            <a:off x="1" y="0"/>
            <a:ext cx="6134100" cy="893305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7" name="TextBox 11"/>
          <p:cNvSpPr txBox="1"/>
          <p:nvPr/>
        </p:nvSpPr>
        <p:spPr>
          <a:xfrm>
            <a:off x="11811840" y="6596426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53234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fec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1"/>
          <p:cNvGrpSpPr/>
          <p:nvPr/>
        </p:nvGrpSpPr>
        <p:grpSpPr>
          <a:xfrm rot="10800000">
            <a:off x="8912668" y="1951260"/>
            <a:ext cx="3283651" cy="2518719"/>
            <a:chOff x="1070235" y="2881625"/>
            <a:chExt cx="2576273" cy="1976126"/>
          </a:xfrm>
        </p:grpSpPr>
        <p:sp>
          <p:nvSpPr>
            <p:cNvPr id="11" name="Rectangle 12"/>
            <p:cNvSpPr/>
            <p:nvPr/>
          </p:nvSpPr>
          <p:spPr>
            <a:xfrm>
              <a:off x="1070235" y="2881625"/>
              <a:ext cx="2511166" cy="197612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3"/>
            <p:cNvSpPr/>
            <p:nvPr/>
          </p:nvSpPr>
          <p:spPr>
            <a:xfrm rot="5400000">
              <a:off x="3538428" y="2924634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4"/>
            <p:cNvSpPr/>
            <p:nvPr/>
          </p:nvSpPr>
          <p:spPr>
            <a:xfrm rot="5400000">
              <a:off x="3538428" y="3089483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5"/>
            <p:cNvSpPr/>
            <p:nvPr/>
          </p:nvSpPr>
          <p:spPr>
            <a:xfrm rot="5400000">
              <a:off x="3538428" y="3240536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3538428" y="3391589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3538428" y="3542642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5400000">
              <a:off x="3538428" y="3688371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/>
            <p:cNvSpPr/>
            <p:nvPr/>
          </p:nvSpPr>
          <p:spPr>
            <a:xfrm rot="5400000">
              <a:off x="3538428" y="3839424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 rot="5400000">
              <a:off x="3538428" y="3990477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 rot="5400000">
              <a:off x="3538428" y="4141530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3538428" y="4298615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rot="5400000">
              <a:off x="3538428" y="4449668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3538428" y="4598617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3538428" y="4749670"/>
              <a:ext cx="151052" cy="6510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32854" y="2881662"/>
              <a:ext cx="1213654" cy="1976088"/>
            </a:xfrm>
            <a:prstGeom prst="rect">
              <a:avLst/>
            </a:prstGeom>
            <a:solidFill>
              <a:srgbClr val="FFFFFF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995650" y="1951262"/>
            <a:ext cx="3191333" cy="18587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14" name="Segnaposto testo 13"/>
          <p:cNvSpPr>
            <a:spLocks noGrp="1"/>
          </p:cNvSpPr>
          <p:nvPr>
            <p:ph type="body" sz="quarter" idx="11"/>
          </p:nvPr>
        </p:nvSpPr>
        <p:spPr>
          <a:xfrm>
            <a:off x="8995090" y="3810000"/>
            <a:ext cx="3196909" cy="647700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ttangolo 2"/>
          <p:cNvSpPr/>
          <p:nvPr/>
        </p:nvSpPr>
        <p:spPr>
          <a:xfrm>
            <a:off x="-107576" y="710005"/>
            <a:ext cx="2108498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egnaposto contenuto 15"/>
          <p:cNvSpPr>
            <a:spLocks noGrp="1"/>
          </p:cNvSpPr>
          <p:nvPr>
            <p:ph sz="quarter" idx="12"/>
          </p:nvPr>
        </p:nvSpPr>
        <p:spPr>
          <a:xfrm>
            <a:off x="141288" y="225425"/>
            <a:ext cx="8482012" cy="5964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57375" y="6493449"/>
            <a:ext cx="964287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37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1" y="0"/>
            <a:ext cx="12192000" cy="6855299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04948" y="-1"/>
            <a:ext cx="10382251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grpSp>
        <p:nvGrpSpPr>
          <p:cNvPr id="7" name="Group 128"/>
          <p:cNvGrpSpPr/>
          <p:nvPr/>
        </p:nvGrpSpPr>
        <p:grpSpPr>
          <a:xfrm>
            <a:off x="304800" y="54972"/>
            <a:ext cx="895350" cy="895583"/>
            <a:chOff x="10914389" y="3398630"/>
            <a:chExt cx="2545697" cy="2546360"/>
          </a:xfrm>
          <a:solidFill>
            <a:schemeClr val="bg1"/>
          </a:solidFill>
        </p:grpSpPr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10914389" y="3398630"/>
              <a:ext cx="2545697" cy="2546360"/>
            </a:xfrm>
            <a:custGeom>
              <a:avLst/>
              <a:gdLst>
                <a:gd name="T0" fmla="*/ 512 w 1024"/>
                <a:gd name="T1" fmla="*/ 0 h 1024"/>
                <a:gd name="T2" fmla="*/ 0 w 1024"/>
                <a:gd name="T3" fmla="*/ 512 h 1024"/>
                <a:gd name="T4" fmla="*/ 512 w 1024"/>
                <a:gd name="T5" fmla="*/ 1024 h 1024"/>
                <a:gd name="T6" fmla="*/ 1024 w 1024"/>
                <a:gd name="T7" fmla="*/ 512 h 1024"/>
                <a:gd name="T8" fmla="*/ 512 w 1024"/>
                <a:gd name="T9" fmla="*/ 0 h 1024"/>
                <a:gd name="T10" fmla="*/ 512 w 1024"/>
                <a:gd name="T11" fmla="*/ 951 h 1024"/>
                <a:gd name="T12" fmla="*/ 73 w 1024"/>
                <a:gd name="T13" fmla="*/ 512 h 1024"/>
                <a:gd name="T14" fmla="*/ 512 w 1024"/>
                <a:gd name="T15" fmla="*/ 73 h 1024"/>
                <a:gd name="T16" fmla="*/ 951 w 1024"/>
                <a:gd name="T17" fmla="*/ 512 h 1024"/>
                <a:gd name="T18" fmla="*/ 512 w 1024"/>
                <a:gd name="T19" fmla="*/ 95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4" h="1024">
                  <a:moveTo>
                    <a:pt x="512" y="0"/>
                  </a:moveTo>
                  <a:cubicBezTo>
                    <a:pt x="229" y="0"/>
                    <a:pt x="0" y="229"/>
                    <a:pt x="0" y="512"/>
                  </a:cubicBezTo>
                  <a:cubicBezTo>
                    <a:pt x="0" y="795"/>
                    <a:pt x="229" y="1024"/>
                    <a:pt x="512" y="1024"/>
                  </a:cubicBezTo>
                  <a:cubicBezTo>
                    <a:pt x="795" y="1024"/>
                    <a:pt x="1024" y="795"/>
                    <a:pt x="1024" y="512"/>
                  </a:cubicBezTo>
                  <a:cubicBezTo>
                    <a:pt x="1024" y="229"/>
                    <a:pt x="795" y="0"/>
                    <a:pt x="512" y="0"/>
                  </a:cubicBezTo>
                  <a:close/>
                  <a:moveTo>
                    <a:pt x="512" y="951"/>
                  </a:moveTo>
                  <a:cubicBezTo>
                    <a:pt x="270" y="951"/>
                    <a:pt x="73" y="754"/>
                    <a:pt x="73" y="512"/>
                  </a:cubicBezTo>
                  <a:cubicBezTo>
                    <a:pt x="73" y="270"/>
                    <a:pt x="270" y="73"/>
                    <a:pt x="512" y="73"/>
                  </a:cubicBezTo>
                  <a:cubicBezTo>
                    <a:pt x="754" y="73"/>
                    <a:pt x="951" y="270"/>
                    <a:pt x="951" y="512"/>
                  </a:cubicBezTo>
                  <a:cubicBezTo>
                    <a:pt x="951" y="754"/>
                    <a:pt x="754" y="951"/>
                    <a:pt x="512" y="9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2843" tIns="91422" rIns="182843" bIns="91422"/>
            <a:lstStyle/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9" name="Group 130"/>
            <p:cNvGrpSpPr/>
            <p:nvPr/>
          </p:nvGrpSpPr>
          <p:grpSpPr>
            <a:xfrm>
              <a:off x="11795226" y="4278110"/>
              <a:ext cx="787195" cy="787400"/>
              <a:chOff x="6350" y="4763"/>
              <a:chExt cx="2898775" cy="2898776"/>
            </a:xfrm>
            <a:grpFill/>
          </p:grpSpPr>
          <p:sp>
            <p:nvSpPr>
              <p:cNvPr id="10" name="Freeform 131"/>
              <p:cNvSpPr>
                <a:spLocks/>
              </p:cNvSpPr>
              <p:nvPr/>
            </p:nvSpPr>
            <p:spPr bwMode="auto">
              <a:xfrm>
                <a:off x="6350" y="4763"/>
                <a:ext cx="727075" cy="723900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2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Freeform 132"/>
              <p:cNvSpPr>
                <a:spLocks/>
              </p:cNvSpPr>
              <p:nvPr/>
            </p:nvSpPr>
            <p:spPr bwMode="auto">
              <a:xfrm>
                <a:off x="6350" y="1093788"/>
                <a:ext cx="727075" cy="722313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1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Freeform 162"/>
              <p:cNvSpPr>
                <a:spLocks/>
              </p:cNvSpPr>
              <p:nvPr/>
            </p:nvSpPr>
            <p:spPr bwMode="auto">
              <a:xfrm>
                <a:off x="6350" y="2178051"/>
                <a:ext cx="727075" cy="725488"/>
              </a:xfrm>
              <a:custGeom>
                <a:avLst/>
                <a:gdLst>
                  <a:gd name="T0" fmla="*/ 168 w 193"/>
                  <a:gd name="T1" fmla="*/ 0 h 193"/>
                  <a:gd name="T2" fmla="*/ 24 w 193"/>
                  <a:gd name="T3" fmla="*/ 0 h 193"/>
                  <a:gd name="T4" fmla="*/ 0 w 193"/>
                  <a:gd name="T5" fmla="*/ 25 h 193"/>
                  <a:gd name="T6" fmla="*/ 0 w 193"/>
                  <a:gd name="T7" fmla="*/ 169 h 193"/>
                  <a:gd name="T8" fmla="*/ 24 w 193"/>
                  <a:gd name="T9" fmla="*/ 193 h 193"/>
                  <a:gd name="T10" fmla="*/ 168 w 193"/>
                  <a:gd name="T11" fmla="*/ 193 h 193"/>
                  <a:gd name="T12" fmla="*/ 193 w 193"/>
                  <a:gd name="T13" fmla="*/ 169 h 193"/>
                  <a:gd name="T14" fmla="*/ 193 w 193"/>
                  <a:gd name="T15" fmla="*/ 25 h 193"/>
                  <a:gd name="T16" fmla="*/ 168 w 193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3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168" y="193"/>
                      <a:pt x="168" y="193"/>
                      <a:pt x="168" y="193"/>
                    </a:cubicBezTo>
                    <a:cubicBezTo>
                      <a:pt x="182" y="193"/>
                      <a:pt x="193" y="182"/>
                      <a:pt x="193" y="169"/>
                    </a:cubicBezTo>
                    <a:cubicBezTo>
                      <a:pt x="193" y="25"/>
                      <a:pt x="193" y="25"/>
                      <a:pt x="193" y="25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Freeform 8"/>
              <p:cNvSpPr>
                <a:spLocks/>
              </p:cNvSpPr>
              <p:nvPr/>
            </p:nvSpPr>
            <p:spPr bwMode="auto">
              <a:xfrm>
                <a:off x="1095375" y="4763"/>
                <a:ext cx="1809750" cy="723900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2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Freeform 9"/>
              <p:cNvSpPr>
                <a:spLocks/>
              </p:cNvSpPr>
              <p:nvPr/>
            </p:nvSpPr>
            <p:spPr bwMode="auto">
              <a:xfrm>
                <a:off x="1095375" y="1093788"/>
                <a:ext cx="1809750" cy="722313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1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0"/>
              <p:cNvSpPr>
                <a:spLocks/>
              </p:cNvSpPr>
              <p:nvPr/>
            </p:nvSpPr>
            <p:spPr bwMode="auto">
              <a:xfrm>
                <a:off x="1095375" y="2178051"/>
                <a:ext cx="1809750" cy="725488"/>
              </a:xfrm>
              <a:custGeom>
                <a:avLst/>
                <a:gdLst>
                  <a:gd name="T0" fmla="*/ 457 w 481"/>
                  <a:gd name="T1" fmla="*/ 0 h 193"/>
                  <a:gd name="T2" fmla="*/ 24 w 481"/>
                  <a:gd name="T3" fmla="*/ 0 h 193"/>
                  <a:gd name="T4" fmla="*/ 0 w 481"/>
                  <a:gd name="T5" fmla="*/ 25 h 193"/>
                  <a:gd name="T6" fmla="*/ 0 w 481"/>
                  <a:gd name="T7" fmla="*/ 169 h 193"/>
                  <a:gd name="T8" fmla="*/ 24 w 481"/>
                  <a:gd name="T9" fmla="*/ 193 h 193"/>
                  <a:gd name="T10" fmla="*/ 457 w 481"/>
                  <a:gd name="T11" fmla="*/ 193 h 193"/>
                  <a:gd name="T12" fmla="*/ 481 w 481"/>
                  <a:gd name="T13" fmla="*/ 169 h 193"/>
                  <a:gd name="T14" fmla="*/ 481 w 481"/>
                  <a:gd name="T15" fmla="*/ 25 h 193"/>
                  <a:gd name="T16" fmla="*/ 457 w 481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3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457" y="193"/>
                      <a:pt x="457" y="193"/>
                      <a:pt x="457" y="193"/>
                    </a:cubicBezTo>
                    <a:cubicBezTo>
                      <a:pt x="470" y="193"/>
                      <a:pt x="481" y="182"/>
                      <a:pt x="481" y="169"/>
                    </a:cubicBezTo>
                    <a:cubicBezTo>
                      <a:pt x="481" y="25"/>
                      <a:pt x="481" y="25"/>
                      <a:pt x="481" y="25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Rectangle 10"/>
          <p:cNvSpPr/>
          <p:nvPr/>
        </p:nvSpPr>
        <p:spPr>
          <a:xfrm>
            <a:off x="1" y="1005527"/>
            <a:ext cx="1829277" cy="13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33" name="Segnaposto testo 32"/>
          <p:cNvSpPr>
            <a:spLocks noGrp="1"/>
          </p:cNvSpPr>
          <p:nvPr>
            <p:ph type="body" sz="quarter" idx="11"/>
          </p:nvPr>
        </p:nvSpPr>
        <p:spPr>
          <a:xfrm>
            <a:off x="762000" y="1339927"/>
            <a:ext cx="10809288" cy="491958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defRPr sz="2800">
                <a:solidFill>
                  <a:schemeClr val="bg2"/>
                </a:solidFill>
              </a:defRPr>
            </a:lvl2pPr>
            <a:lvl3pPr>
              <a:defRPr sz="2800">
                <a:solidFill>
                  <a:schemeClr val="bg2"/>
                </a:solidFill>
              </a:defRPr>
            </a:lvl3pPr>
            <a:lvl4pPr>
              <a:defRPr sz="2400">
                <a:solidFill>
                  <a:schemeClr val="bg2"/>
                </a:solidFill>
              </a:defRPr>
            </a:lvl4pPr>
            <a:lvl5pPr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7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52625" y="6493449"/>
            <a:ext cx="954762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DDC3E4EF-EB5E-4E78-8825-A5C5B2D4E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5EDE7E6B-4936-474D-9EF4-B713FE029903}"/>
              </a:ext>
            </a:extLst>
          </p:cNvPr>
          <p:cNvGrpSpPr/>
          <p:nvPr/>
        </p:nvGrpSpPr>
        <p:grpSpPr>
          <a:xfrm>
            <a:off x="191216" y="6493449"/>
            <a:ext cx="369402" cy="240382"/>
            <a:chOff x="355600" y="4737100"/>
            <a:chExt cx="367261" cy="238989"/>
          </a:xfrm>
        </p:grpSpPr>
        <p:sp>
          <p:nvSpPr>
            <p:cNvPr id="30" name="Rectangle 78">
              <a:extLst>
                <a:ext uri="{FF2B5EF4-FFF2-40B4-BE49-F238E27FC236}">
                  <a16:creationId xmlns:a16="http://schemas.microsoft.com/office/drawing/2014/main" id="{63C312D8-A8F1-4628-B014-9AC94C6DD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" name="Rectangle 79">
              <a:extLst>
                <a:ext uri="{FF2B5EF4-FFF2-40B4-BE49-F238E27FC236}">
                  <a16:creationId xmlns:a16="http://schemas.microsoft.com/office/drawing/2014/main" id="{B2075875-2157-436E-B6F7-A4341530A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" name="Rectangle 80">
              <a:extLst>
                <a:ext uri="{FF2B5EF4-FFF2-40B4-BE49-F238E27FC236}">
                  <a16:creationId xmlns:a16="http://schemas.microsoft.com/office/drawing/2014/main" id="{F43C3A8C-63DD-4F57-AFBD-440BC1B20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" name="Rectangle 81">
              <a:extLst>
                <a:ext uri="{FF2B5EF4-FFF2-40B4-BE49-F238E27FC236}">
                  <a16:creationId xmlns:a16="http://schemas.microsoft.com/office/drawing/2014/main" id="{A54413FD-D55E-473A-AB94-45FBED09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" name="Rectangle 82">
              <a:extLst>
                <a:ext uri="{FF2B5EF4-FFF2-40B4-BE49-F238E27FC236}">
                  <a16:creationId xmlns:a16="http://schemas.microsoft.com/office/drawing/2014/main" id="{131B499E-306F-4AF4-984E-305800E79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" name="Freeform 83">
              <a:extLst>
                <a:ext uri="{FF2B5EF4-FFF2-40B4-BE49-F238E27FC236}">
                  <a16:creationId xmlns:a16="http://schemas.microsoft.com/office/drawing/2014/main" id="{C41D40F4-567A-48D5-8ADF-26A192F21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" name="Rectangle 84">
              <a:extLst>
                <a:ext uri="{FF2B5EF4-FFF2-40B4-BE49-F238E27FC236}">
                  <a16:creationId xmlns:a16="http://schemas.microsoft.com/office/drawing/2014/main" id="{167626A5-A057-4406-B003-E5F7775B4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" name="Rectangle 85">
              <a:extLst>
                <a:ext uri="{FF2B5EF4-FFF2-40B4-BE49-F238E27FC236}">
                  <a16:creationId xmlns:a16="http://schemas.microsoft.com/office/drawing/2014/main" id="{DB32269D-F893-4899-A1D5-0B2B5C4DA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40" name="TextBox 11">
            <a:extLst>
              <a:ext uri="{FF2B5EF4-FFF2-40B4-BE49-F238E27FC236}">
                <a16:creationId xmlns:a16="http://schemas.microsoft.com/office/drawing/2014/main" id="{ED830A55-D97F-452D-8B67-59F76591FE55}"/>
              </a:ext>
            </a:extLst>
          </p:cNvPr>
          <p:cNvSpPr txBox="1"/>
          <p:nvPr/>
        </p:nvSpPr>
        <p:spPr>
          <a:xfrm>
            <a:off x="11811840" y="6567175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14077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preult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1" y="0"/>
            <a:ext cx="12192000" cy="6855299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399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04800" y="1181100"/>
            <a:ext cx="11582400" cy="5129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 Fare clic per modificare stili del testo dello schema</a:t>
            </a:r>
          </a:p>
          <a:p>
            <a:pPr lvl="0"/>
            <a:endParaRPr lang="it-IT"/>
          </a:p>
          <a:p>
            <a:pPr lvl="1"/>
            <a:r>
              <a:rPr lang="it-IT"/>
              <a:t> Secondo livello</a:t>
            </a:r>
          </a:p>
          <a:p>
            <a:pPr lvl="2"/>
            <a:r>
              <a:rPr lang="it-IT"/>
              <a:t> Terzo livello</a:t>
            </a:r>
          </a:p>
          <a:p>
            <a:pPr lvl="3"/>
            <a:r>
              <a:rPr lang="it-IT"/>
              <a:t> Quarto livello</a:t>
            </a:r>
          </a:p>
          <a:p>
            <a:pPr lvl="4"/>
            <a:r>
              <a:rPr lang="it-IT"/>
              <a:t> Quinto livello</a:t>
            </a:r>
            <a:endParaRPr lang="en-US"/>
          </a:p>
        </p:txBody>
      </p:sp>
      <p:sp>
        <p:nvSpPr>
          <p:cNvPr id="31" name="Rectangle 10"/>
          <p:cNvSpPr/>
          <p:nvPr/>
        </p:nvSpPr>
        <p:spPr>
          <a:xfrm>
            <a:off x="1" y="1005527"/>
            <a:ext cx="1829277" cy="13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7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52625" y="6493449"/>
            <a:ext cx="954763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65DAF5F-ACAA-4F5C-85CF-CA816F024F8C}"/>
              </a:ext>
            </a:extLst>
          </p:cNvPr>
          <p:cNvGrpSpPr/>
          <p:nvPr/>
        </p:nvGrpSpPr>
        <p:grpSpPr>
          <a:xfrm>
            <a:off x="191216" y="6493449"/>
            <a:ext cx="369402" cy="240382"/>
            <a:chOff x="355600" y="4737100"/>
            <a:chExt cx="367261" cy="238989"/>
          </a:xfrm>
        </p:grpSpPr>
        <p:sp>
          <p:nvSpPr>
            <p:cNvPr id="28" name="Rectangle 78">
              <a:extLst>
                <a:ext uri="{FF2B5EF4-FFF2-40B4-BE49-F238E27FC236}">
                  <a16:creationId xmlns:a16="http://schemas.microsoft.com/office/drawing/2014/main" id="{D8EB7A78-F6A0-4409-91E8-59C775C3A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" name="Rectangle 79">
              <a:extLst>
                <a:ext uri="{FF2B5EF4-FFF2-40B4-BE49-F238E27FC236}">
                  <a16:creationId xmlns:a16="http://schemas.microsoft.com/office/drawing/2014/main" id="{710CB513-3412-43C7-B2E8-945EDE964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" name="Rectangle 80">
              <a:extLst>
                <a:ext uri="{FF2B5EF4-FFF2-40B4-BE49-F238E27FC236}">
                  <a16:creationId xmlns:a16="http://schemas.microsoft.com/office/drawing/2014/main" id="{F039F90F-DBA6-428F-8BE9-FA6951DDA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" name="Rectangle 81">
              <a:extLst>
                <a:ext uri="{FF2B5EF4-FFF2-40B4-BE49-F238E27FC236}">
                  <a16:creationId xmlns:a16="http://schemas.microsoft.com/office/drawing/2014/main" id="{6BB74056-FE95-4C93-9065-063794B9D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" name="Rectangle 82">
              <a:extLst>
                <a:ext uri="{FF2B5EF4-FFF2-40B4-BE49-F238E27FC236}">
                  <a16:creationId xmlns:a16="http://schemas.microsoft.com/office/drawing/2014/main" id="{26942364-3B4E-443C-8724-DE950F2A0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" name="Freeform 83">
              <a:extLst>
                <a:ext uri="{FF2B5EF4-FFF2-40B4-BE49-F238E27FC236}">
                  <a16:creationId xmlns:a16="http://schemas.microsoft.com/office/drawing/2014/main" id="{D38B6671-E8CD-4664-B6C2-F9E2392A3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" name="Rectangle 84">
              <a:extLst>
                <a:ext uri="{FF2B5EF4-FFF2-40B4-BE49-F238E27FC236}">
                  <a16:creationId xmlns:a16="http://schemas.microsoft.com/office/drawing/2014/main" id="{1D691949-65F1-46E7-991E-FE426E041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" name="Rectangle 85">
              <a:extLst>
                <a:ext uri="{FF2B5EF4-FFF2-40B4-BE49-F238E27FC236}">
                  <a16:creationId xmlns:a16="http://schemas.microsoft.com/office/drawing/2014/main" id="{66489DF5-F4B7-4F1A-8E07-8D80162DE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37" name="Immagine 36">
            <a:extLst>
              <a:ext uri="{FF2B5EF4-FFF2-40B4-BE49-F238E27FC236}">
                <a16:creationId xmlns:a16="http://schemas.microsoft.com/office/drawing/2014/main" id="{BA75DEB9-5494-4D8C-96F0-DF554576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26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quater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1" y="0"/>
            <a:ext cx="12192000" cy="6855299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6202" y="-1"/>
            <a:ext cx="11240998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grpSp>
        <p:nvGrpSpPr>
          <p:cNvPr id="16" name="Gruppo 15"/>
          <p:cNvGrpSpPr/>
          <p:nvPr/>
        </p:nvGrpSpPr>
        <p:grpSpPr>
          <a:xfrm>
            <a:off x="103141" y="6519114"/>
            <a:ext cx="492260" cy="256397"/>
            <a:chOff x="2540883" y="2068197"/>
            <a:chExt cx="5828417" cy="3440765"/>
          </a:xfrm>
        </p:grpSpPr>
        <p:grpSp>
          <p:nvGrpSpPr>
            <p:cNvPr id="17" name="Gruppo 16"/>
            <p:cNvGrpSpPr/>
            <p:nvPr/>
          </p:nvGrpSpPr>
          <p:grpSpPr>
            <a:xfrm>
              <a:off x="2540883" y="2068197"/>
              <a:ext cx="3555117" cy="3440765"/>
              <a:chOff x="2540883" y="2068197"/>
              <a:chExt cx="3555117" cy="3440765"/>
            </a:xfrm>
          </p:grpSpPr>
          <p:sp>
            <p:nvSpPr>
              <p:cNvPr id="21" name="Rettangolo 20"/>
              <p:cNvSpPr/>
              <p:nvPr/>
            </p:nvSpPr>
            <p:spPr>
              <a:xfrm>
                <a:off x="2540883" y="2068197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2" name="Rettangolo 21"/>
              <p:cNvSpPr/>
              <p:nvPr/>
            </p:nvSpPr>
            <p:spPr>
              <a:xfrm>
                <a:off x="2540883" y="2788212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3" name="Rettangolo 22"/>
              <p:cNvSpPr/>
              <p:nvPr/>
            </p:nvSpPr>
            <p:spPr>
              <a:xfrm>
                <a:off x="2540883" y="3508228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4" name="Rettangolo 23"/>
              <p:cNvSpPr/>
              <p:nvPr/>
            </p:nvSpPr>
            <p:spPr>
              <a:xfrm>
                <a:off x="2540883" y="4228243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  <p:sp>
            <p:nvSpPr>
              <p:cNvPr id="25" name="Rettangolo 24"/>
              <p:cNvSpPr/>
              <p:nvPr/>
            </p:nvSpPr>
            <p:spPr>
              <a:xfrm>
                <a:off x="2540883" y="4948259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</p:txBody>
          </p:sp>
        </p:grpSp>
        <p:sp>
          <p:nvSpPr>
            <p:cNvPr id="18" name="Rettangolo 17"/>
            <p:cNvSpPr/>
            <p:nvPr/>
          </p:nvSpPr>
          <p:spPr>
            <a:xfrm>
              <a:off x="6273800" y="3508228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9" name="Rettangolo 18"/>
            <p:cNvSpPr/>
            <p:nvPr/>
          </p:nvSpPr>
          <p:spPr>
            <a:xfrm>
              <a:off x="6273800" y="2788212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20" name="Figura a mano libera 19"/>
            <p:cNvSpPr/>
            <p:nvPr/>
          </p:nvSpPr>
          <p:spPr>
            <a:xfrm>
              <a:off x="6286500" y="4241800"/>
              <a:ext cx="1320800" cy="1206500"/>
            </a:xfrm>
            <a:custGeom>
              <a:avLst/>
              <a:gdLst>
                <a:gd name="connsiteX0" fmla="*/ 0 w 1320800"/>
                <a:gd name="connsiteY0" fmla="*/ 1206500 h 1206500"/>
                <a:gd name="connsiteX1" fmla="*/ 0 w 1320800"/>
                <a:gd name="connsiteY1" fmla="*/ 0 h 1206500"/>
                <a:gd name="connsiteX2" fmla="*/ 1320800 w 1320800"/>
                <a:gd name="connsiteY2" fmla="*/ 0 h 1206500"/>
                <a:gd name="connsiteX3" fmla="*/ 0 w 1320800"/>
                <a:gd name="connsiteY3" fmla="*/ 1206500 h 120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0800" h="1206500">
                  <a:moveTo>
                    <a:pt x="0" y="1206500"/>
                  </a:moveTo>
                  <a:lnTo>
                    <a:pt x="0" y="0"/>
                  </a:lnTo>
                  <a:lnTo>
                    <a:pt x="1320800" y="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27" name="Segnaposto contenuto 26"/>
          <p:cNvSpPr>
            <a:spLocks noGrp="1"/>
          </p:cNvSpPr>
          <p:nvPr>
            <p:ph sz="quarter" idx="11"/>
          </p:nvPr>
        </p:nvSpPr>
        <p:spPr>
          <a:xfrm>
            <a:off x="804863" y="1385684"/>
            <a:ext cx="11082337" cy="758825"/>
          </a:xfrm>
        </p:spPr>
        <p:txBody>
          <a:bodyPr>
            <a:normAutofit/>
          </a:bodyPr>
          <a:lstStyle>
            <a:lvl1pPr marL="571500" indent="-571500">
              <a:buFont typeface="Calibri" panose="020F0502020204030204" pitchFamily="34" charset="0"/>
              <a:buChar char="│"/>
              <a:defRPr sz="36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egnaposto contenuto 26"/>
          <p:cNvSpPr>
            <a:spLocks noGrp="1"/>
          </p:cNvSpPr>
          <p:nvPr>
            <p:ph sz="quarter" idx="12"/>
          </p:nvPr>
        </p:nvSpPr>
        <p:spPr>
          <a:xfrm>
            <a:off x="804863" y="2504178"/>
            <a:ext cx="11082337" cy="758825"/>
          </a:xfrm>
        </p:spPr>
        <p:txBody>
          <a:bodyPr>
            <a:normAutofit/>
          </a:bodyPr>
          <a:lstStyle>
            <a:lvl1pPr marL="571500" indent="-571500">
              <a:buClr>
                <a:schemeClr val="accent2"/>
              </a:buClr>
              <a:buFont typeface="Calibri" panose="020F0502020204030204" pitchFamily="34" charset="0"/>
              <a:buChar char="│"/>
              <a:defRPr sz="36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egnaposto contenuto 26"/>
          <p:cNvSpPr>
            <a:spLocks noGrp="1"/>
          </p:cNvSpPr>
          <p:nvPr>
            <p:ph sz="quarter" idx="13"/>
          </p:nvPr>
        </p:nvSpPr>
        <p:spPr>
          <a:xfrm>
            <a:off x="804863" y="3622672"/>
            <a:ext cx="11082337" cy="758825"/>
          </a:xfrm>
        </p:spPr>
        <p:txBody>
          <a:bodyPr>
            <a:normAutofit/>
          </a:bodyPr>
          <a:lstStyle>
            <a:lvl1pPr marL="571500" indent="-571500">
              <a:buClr>
                <a:schemeClr val="accent3"/>
              </a:buClr>
              <a:buFont typeface="Calibri" panose="020F0502020204030204" pitchFamily="34" charset="0"/>
              <a:buChar char="│"/>
              <a:defRPr sz="36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egnaposto contenuto 26"/>
          <p:cNvSpPr>
            <a:spLocks noGrp="1"/>
          </p:cNvSpPr>
          <p:nvPr>
            <p:ph sz="quarter" idx="14"/>
          </p:nvPr>
        </p:nvSpPr>
        <p:spPr>
          <a:xfrm>
            <a:off x="804863" y="4741165"/>
            <a:ext cx="11082337" cy="758825"/>
          </a:xfrm>
        </p:spPr>
        <p:txBody>
          <a:bodyPr>
            <a:normAutofit/>
          </a:bodyPr>
          <a:lstStyle>
            <a:lvl1pPr marL="571500" indent="-571500">
              <a:buClr>
                <a:schemeClr val="accent4"/>
              </a:buClr>
              <a:buFont typeface="Calibri" panose="020F0502020204030204" pitchFamily="34" charset="0"/>
              <a:buChar char="│"/>
              <a:defRPr sz="36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Rectangle 10"/>
          <p:cNvSpPr/>
          <p:nvPr/>
        </p:nvSpPr>
        <p:spPr>
          <a:xfrm>
            <a:off x="1" y="754433"/>
            <a:ext cx="1829277" cy="13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32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52625" y="6493449"/>
            <a:ext cx="954763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F84F8031-6A69-4FBE-97EF-0125135B7E1D}"/>
              </a:ext>
            </a:extLst>
          </p:cNvPr>
          <p:cNvGrpSpPr/>
          <p:nvPr/>
        </p:nvGrpSpPr>
        <p:grpSpPr>
          <a:xfrm>
            <a:off x="191216" y="6493449"/>
            <a:ext cx="369402" cy="240382"/>
            <a:chOff x="355600" y="4737100"/>
            <a:chExt cx="367261" cy="238989"/>
          </a:xfrm>
        </p:grpSpPr>
        <p:sp>
          <p:nvSpPr>
            <p:cNvPr id="34" name="Rectangle 78">
              <a:extLst>
                <a:ext uri="{FF2B5EF4-FFF2-40B4-BE49-F238E27FC236}">
                  <a16:creationId xmlns:a16="http://schemas.microsoft.com/office/drawing/2014/main" id="{95933DFF-7CD1-4930-9397-DECF923CE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" name="Rectangle 79">
              <a:extLst>
                <a:ext uri="{FF2B5EF4-FFF2-40B4-BE49-F238E27FC236}">
                  <a16:creationId xmlns:a16="http://schemas.microsoft.com/office/drawing/2014/main" id="{CB54CCF6-EBA4-4B69-9195-218CFF2B3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" name="Rectangle 80">
              <a:extLst>
                <a:ext uri="{FF2B5EF4-FFF2-40B4-BE49-F238E27FC236}">
                  <a16:creationId xmlns:a16="http://schemas.microsoft.com/office/drawing/2014/main" id="{507FD663-1B73-4468-9987-FBDD8DBB5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" name="Rectangle 81">
              <a:extLst>
                <a:ext uri="{FF2B5EF4-FFF2-40B4-BE49-F238E27FC236}">
                  <a16:creationId xmlns:a16="http://schemas.microsoft.com/office/drawing/2014/main" id="{684F198A-CDAE-41F8-94D9-1FE7EB52C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" name="Rectangle 82">
              <a:extLst>
                <a:ext uri="{FF2B5EF4-FFF2-40B4-BE49-F238E27FC236}">
                  <a16:creationId xmlns:a16="http://schemas.microsoft.com/office/drawing/2014/main" id="{AD639301-51D7-4437-9227-EF706036A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" name="Freeform 83">
              <a:extLst>
                <a:ext uri="{FF2B5EF4-FFF2-40B4-BE49-F238E27FC236}">
                  <a16:creationId xmlns:a16="http://schemas.microsoft.com/office/drawing/2014/main" id="{2F949A2C-B683-460B-BA0C-C9EF3826D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" name="Rectangle 84">
              <a:extLst>
                <a:ext uri="{FF2B5EF4-FFF2-40B4-BE49-F238E27FC236}">
                  <a16:creationId xmlns:a16="http://schemas.microsoft.com/office/drawing/2014/main" id="{C284176E-D186-46F0-9BB6-5CC028FF7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" name="Rectangle 85">
              <a:extLst>
                <a:ext uri="{FF2B5EF4-FFF2-40B4-BE49-F238E27FC236}">
                  <a16:creationId xmlns:a16="http://schemas.microsoft.com/office/drawing/2014/main" id="{B3ACB27B-41F4-4C52-ADD5-FD691E840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42" name="Immagine 41">
            <a:extLst>
              <a:ext uri="{FF2B5EF4-FFF2-40B4-BE49-F238E27FC236}">
                <a16:creationId xmlns:a16="http://schemas.microsoft.com/office/drawing/2014/main" id="{836E8A30-4CD6-4F2F-8324-D0E94D41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37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11545" y="2195659"/>
            <a:ext cx="12191997" cy="2125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5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33575" y="6493449"/>
            <a:ext cx="956667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6E1B81-1E83-4154-BE15-256777DC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105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o dup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762000" y="1948009"/>
            <a:ext cx="5071807" cy="277639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5" name="Picture Placeholder 2"/>
          <p:cNvSpPr>
            <a:spLocks noGrp="1" noChangeAspect="1"/>
          </p:cNvSpPr>
          <p:nvPr>
            <p:ph type="pic" sz="quarter" idx="24"/>
          </p:nvPr>
        </p:nvSpPr>
        <p:spPr>
          <a:xfrm>
            <a:off x="6220458" y="1948009"/>
            <a:ext cx="5071807" cy="277639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25"/>
          </p:nvPr>
        </p:nvSpPr>
        <p:spPr>
          <a:xfrm>
            <a:off x="761999" y="1416267"/>
            <a:ext cx="5071807" cy="43927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egnaposto testo 2"/>
          <p:cNvSpPr>
            <a:spLocks noGrp="1"/>
          </p:cNvSpPr>
          <p:nvPr>
            <p:ph type="body" sz="quarter" idx="26"/>
          </p:nvPr>
        </p:nvSpPr>
        <p:spPr>
          <a:xfrm>
            <a:off x="6220457" y="1416267"/>
            <a:ext cx="5071807" cy="43927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egnaposto testo 2"/>
          <p:cNvSpPr>
            <a:spLocks noGrp="1"/>
          </p:cNvSpPr>
          <p:nvPr>
            <p:ph type="body" sz="quarter" idx="27"/>
          </p:nvPr>
        </p:nvSpPr>
        <p:spPr>
          <a:xfrm>
            <a:off x="761999" y="4724400"/>
            <a:ext cx="5071807" cy="418784"/>
          </a:xfrm>
        </p:spPr>
        <p:txBody>
          <a:bodyPr>
            <a:normAutofit/>
          </a:bodyPr>
          <a:lstStyle>
            <a:lvl1pPr marL="0" indent="0" algn="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egnaposto testo 2"/>
          <p:cNvSpPr>
            <a:spLocks noGrp="1"/>
          </p:cNvSpPr>
          <p:nvPr>
            <p:ph type="body" sz="quarter" idx="28"/>
          </p:nvPr>
        </p:nvSpPr>
        <p:spPr>
          <a:xfrm>
            <a:off x="6220457" y="4724400"/>
            <a:ext cx="5071807" cy="418784"/>
          </a:xfrm>
        </p:spPr>
        <p:txBody>
          <a:bodyPr>
            <a:normAutofit/>
          </a:bodyPr>
          <a:lstStyle>
            <a:lvl1pPr marL="0" indent="0" algn="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66900" y="6493449"/>
            <a:ext cx="9633354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519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811840" y="642302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5" name="Picture Placeholder 22"/>
          <p:cNvSpPr>
            <a:spLocks noGrp="1" noChangeAspect="1"/>
          </p:cNvSpPr>
          <p:nvPr>
            <p:ph type="pic" sz="quarter" idx="14"/>
          </p:nvPr>
        </p:nvSpPr>
        <p:spPr>
          <a:xfrm>
            <a:off x="1290293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8" name="Picture Placeholder 22"/>
          <p:cNvSpPr>
            <a:spLocks noGrp="1" noChangeAspect="1"/>
          </p:cNvSpPr>
          <p:nvPr>
            <p:ph type="pic" sz="quarter" idx="15"/>
          </p:nvPr>
        </p:nvSpPr>
        <p:spPr>
          <a:xfrm>
            <a:off x="3896748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9" name="Picture Placeholder 22"/>
          <p:cNvSpPr>
            <a:spLocks noGrp="1" noChangeAspect="1"/>
          </p:cNvSpPr>
          <p:nvPr>
            <p:ph type="pic" sz="quarter" idx="16"/>
          </p:nvPr>
        </p:nvSpPr>
        <p:spPr>
          <a:xfrm>
            <a:off x="6549860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20" name="Picture Placeholder 22"/>
          <p:cNvSpPr>
            <a:spLocks noGrp="1" noChangeAspect="1"/>
          </p:cNvSpPr>
          <p:nvPr>
            <p:ph type="pic" sz="quarter" idx="17"/>
          </p:nvPr>
        </p:nvSpPr>
        <p:spPr>
          <a:xfrm>
            <a:off x="9135072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DB03C5D-15A5-4E5B-AA65-11075E7D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0EF7E5EB-58C7-479C-951B-E8E498CC6301}"/>
              </a:ext>
            </a:extLst>
          </p:cNvPr>
          <p:cNvSpPr/>
          <p:nvPr/>
        </p:nvSpPr>
        <p:spPr>
          <a:xfrm>
            <a:off x="1" y="754433"/>
            <a:ext cx="1829277" cy="138872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909B7E8-1116-4AE3-AC20-EBA148AB0970}"/>
              </a:ext>
            </a:extLst>
          </p:cNvPr>
          <p:cNvSpPr/>
          <p:nvPr/>
        </p:nvSpPr>
        <p:spPr>
          <a:xfrm>
            <a:off x="11762509" y="6492967"/>
            <a:ext cx="429491" cy="365125"/>
          </a:xfrm>
          <a:prstGeom prst="rect">
            <a:avLst/>
          </a:prstGeom>
          <a:solidFill>
            <a:schemeClr val="accent6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10" name="Segnaposto piè di pagina 2">
            <a:extLst>
              <a:ext uri="{FF2B5EF4-FFF2-40B4-BE49-F238E27FC236}">
                <a16:creationId xmlns:a16="http://schemas.microsoft.com/office/drawing/2014/main" id="{54DB18D9-CDF0-4485-A032-23A619093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9278" y="6493449"/>
            <a:ext cx="9670976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16B0BAC2-47A3-482B-9124-1903FE6D6C5E}"/>
              </a:ext>
            </a:extLst>
          </p:cNvPr>
          <p:cNvGrpSpPr/>
          <p:nvPr/>
        </p:nvGrpSpPr>
        <p:grpSpPr>
          <a:xfrm>
            <a:off x="191216" y="6493449"/>
            <a:ext cx="369402" cy="240382"/>
            <a:chOff x="355600" y="4737100"/>
            <a:chExt cx="367261" cy="238989"/>
          </a:xfrm>
        </p:grpSpPr>
        <p:sp>
          <p:nvSpPr>
            <p:cNvPr id="13" name="Rectangle 78">
              <a:extLst>
                <a:ext uri="{FF2B5EF4-FFF2-40B4-BE49-F238E27FC236}">
                  <a16:creationId xmlns:a16="http://schemas.microsoft.com/office/drawing/2014/main" id="{7D7B149C-0DC5-4B5D-9FA9-FBEC09EC8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4" name="Rectangle 79">
              <a:extLst>
                <a:ext uri="{FF2B5EF4-FFF2-40B4-BE49-F238E27FC236}">
                  <a16:creationId xmlns:a16="http://schemas.microsoft.com/office/drawing/2014/main" id="{0CE8F09E-3105-4AFE-A433-67772415B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5" name="Rectangle 80">
              <a:extLst>
                <a:ext uri="{FF2B5EF4-FFF2-40B4-BE49-F238E27FC236}">
                  <a16:creationId xmlns:a16="http://schemas.microsoft.com/office/drawing/2014/main" id="{E5C4797B-72E2-4F4D-A032-C542C5337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6" name="Rectangle 81">
              <a:extLst>
                <a:ext uri="{FF2B5EF4-FFF2-40B4-BE49-F238E27FC236}">
                  <a16:creationId xmlns:a16="http://schemas.microsoft.com/office/drawing/2014/main" id="{2E13A416-796C-46BF-9D69-291686CA7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17" name="Rectangle 82">
              <a:extLst>
                <a:ext uri="{FF2B5EF4-FFF2-40B4-BE49-F238E27FC236}">
                  <a16:creationId xmlns:a16="http://schemas.microsoft.com/office/drawing/2014/main" id="{2B025D71-4CD1-44F2-88DD-4CC1D2AF5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1" name="Freeform 83">
              <a:extLst>
                <a:ext uri="{FF2B5EF4-FFF2-40B4-BE49-F238E27FC236}">
                  <a16:creationId xmlns:a16="http://schemas.microsoft.com/office/drawing/2014/main" id="{32BD2264-926D-4F4F-B211-3C1BC8322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2" name="Rectangle 84">
              <a:extLst>
                <a:ext uri="{FF2B5EF4-FFF2-40B4-BE49-F238E27FC236}">
                  <a16:creationId xmlns:a16="http://schemas.microsoft.com/office/drawing/2014/main" id="{A593D909-5CB1-4CC5-BC50-A6C180B0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3" name="Rectangle 85">
              <a:extLst>
                <a:ext uri="{FF2B5EF4-FFF2-40B4-BE49-F238E27FC236}">
                  <a16:creationId xmlns:a16="http://schemas.microsoft.com/office/drawing/2014/main" id="{4DFBC09A-2023-485D-807B-89640FC69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24" name="Immagine 23">
            <a:extLst>
              <a:ext uri="{FF2B5EF4-FFF2-40B4-BE49-F238E27FC236}">
                <a16:creationId xmlns:a16="http://schemas.microsoft.com/office/drawing/2014/main" id="{080B2E63-163B-4D7B-B541-B4DFE20BF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2" y="6458356"/>
            <a:ext cx="1300716" cy="399644"/>
          </a:xfrm>
          <a:prstGeom prst="rect">
            <a:avLst/>
          </a:prstGeom>
        </p:spPr>
      </p:pic>
      <p:sp>
        <p:nvSpPr>
          <p:cNvPr id="25" name="TextBox 11">
            <a:extLst>
              <a:ext uri="{FF2B5EF4-FFF2-40B4-BE49-F238E27FC236}">
                <a16:creationId xmlns:a16="http://schemas.microsoft.com/office/drawing/2014/main" id="{B183874B-08E9-42D9-AD50-8B27CD05E2F7}"/>
              </a:ext>
            </a:extLst>
          </p:cNvPr>
          <p:cNvSpPr txBox="1"/>
          <p:nvPr/>
        </p:nvSpPr>
        <p:spPr>
          <a:xfrm>
            <a:off x="11811840" y="6544742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81134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Su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368165" y="1603015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/>
              <a:t>Drag  Your Picture Here</a:t>
            </a:r>
          </a:p>
        </p:txBody>
      </p:sp>
      <p:sp>
        <p:nvSpPr>
          <p:cNvPr id="75" name="Picture Placeholder 13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134531" y="1592554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None/>
              <a:defRPr sz="1200"/>
            </a:lvl1pPr>
          </a:lstStyle>
          <a:p>
            <a:r>
              <a:rPr lang="en-US"/>
              <a:t>Drag  Your Picture Here</a:t>
            </a:r>
          </a:p>
        </p:txBody>
      </p:sp>
      <p:sp>
        <p:nvSpPr>
          <p:cNvPr id="76" name="Picture Placeholder 13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839987" y="160900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77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564327" y="160900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78" name="Picture Placeholder 13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214258" y="4054258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lnSpc>
                <a:spcPct val="130000"/>
              </a:lnSpc>
              <a:defRPr sz="1200"/>
            </a:lvl1pPr>
          </a:lstStyle>
          <a:p>
            <a:r>
              <a:rPr lang="en-US"/>
              <a:t>Drag  Your Picture Here</a:t>
            </a:r>
          </a:p>
        </p:txBody>
      </p:sp>
      <p:sp>
        <p:nvSpPr>
          <p:cNvPr id="79" name="Picture Placeholder 13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499535" y="4054258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80" name="Picture Placeholder 13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756072" y="404004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13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19275" y="6493449"/>
            <a:ext cx="968097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879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folio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 noChangeAspect="1"/>
          </p:cNvSpPr>
          <p:nvPr>
            <p:ph type="pic" sz="quarter" idx="10"/>
          </p:nvPr>
        </p:nvSpPr>
        <p:spPr>
          <a:xfrm>
            <a:off x="1253394" y="1433102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12"/>
          <p:cNvSpPr>
            <a:spLocks noGrp="1" noChangeAspect="1"/>
          </p:cNvSpPr>
          <p:nvPr>
            <p:ph type="pic" sz="quarter" idx="11"/>
          </p:nvPr>
        </p:nvSpPr>
        <p:spPr>
          <a:xfrm>
            <a:off x="3655472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12"/>
          <p:cNvSpPr>
            <a:spLocks noGrp="1" noChangeAspect="1"/>
          </p:cNvSpPr>
          <p:nvPr>
            <p:ph type="pic" sz="quarter" idx="12"/>
          </p:nvPr>
        </p:nvSpPr>
        <p:spPr>
          <a:xfrm>
            <a:off x="6057550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2"/>
          <p:cNvSpPr>
            <a:spLocks noGrp="1" noChangeAspect="1"/>
          </p:cNvSpPr>
          <p:nvPr>
            <p:ph type="pic" sz="quarter" idx="13"/>
          </p:nvPr>
        </p:nvSpPr>
        <p:spPr>
          <a:xfrm>
            <a:off x="8459628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1253394" y="3833722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12"/>
          <p:cNvSpPr>
            <a:spLocks noGrp="1" noChangeAspect="1"/>
          </p:cNvSpPr>
          <p:nvPr>
            <p:ph type="pic" sz="quarter" idx="15"/>
          </p:nvPr>
        </p:nvSpPr>
        <p:spPr>
          <a:xfrm>
            <a:off x="3655472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12"/>
          <p:cNvSpPr>
            <a:spLocks noGrp="1" noChangeAspect="1"/>
          </p:cNvSpPr>
          <p:nvPr>
            <p:ph type="pic" sz="quarter" idx="16"/>
          </p:nvPr>
        </p:nvSpPr>
        <p:spPr>
          <a:xfrm>
            <a:off x="6057550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12"/>
          <p:cNvSpPr>
            <a:spLocks noGrp="1" noChangeAspect="1"/>
          </p:cNvSpPr>
          <p:nvPr>
            <p:ph type="pic" sz="quarter" idx="17"/>
          </p:nvPr>
        </p:nvSpPr>
        <p:spPr>
          <a:xfrm>
            <a:off x="8459628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15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66900" y="6493449"/>
            <a:ext cx="9633354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710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folio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811583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15" name="Picture Placeholder 13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915403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17" name="Picture Placeholder 13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019223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13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08155" y="3836202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16" name="Picture Placeholder 13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511975" y="3836202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Drag  Your Picture Here</a:t>
            </a:r>
          </a:p>
          <a:p>
            <a:endParaRPr lang="en-US"/>
          </a:p>
        </p:txBody>
      </p:sp>
      <p:sp>
        <p:nvSpPr>
          <p:cNvPr id="9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14525" y="6493449"/>
            <a:ext cx="9585729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6B3EC4D6-AEAF-4C8B-8489-E20055C2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29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04800" y="940118"/>
            <a:ext cx="11582400" cy="542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 Fare clic per modificare stili del testo dello schema</a:t>
            </a:r>
          </a:p>
          <a:p>
            <a:pPr lvl="1"/>
            <a:r>
              <a:rPr lang="it-IT"/>
              <a:t> Secondo livello</a:t>
            </a:r>
          </a:p>
          <a:p>
            <a:pPr lvl="2"/>
            <a:r>
              <a:rPr lang="it-IT"/>
              <a:t> Terzo livello</a:t>
            </a:r>
          </a:p>
          <a:p>
            <a:pPr lvl="3"/>
            <a:r>
              <a:rPr lang="it-IT"/>
              <a:t> Quarto livello</a:t>
            </a:r>
          </a:p>
          <a:p>
            <a:pPr lvl="4"/>
            <a:r>
              <a:rPr lang="it-IT"/>
              <a:t> Quinto livello</a:t>
            </a:r>
            <a:endParaRPr lang="en-US"/>
          </a:p>
        </p:txBody>
      </p:sp>
      <p:sp>
        <p:nvSpPr>
          <p:cNvPr id="22" name="Rectangle 10"/>
          <p:cNvSpPr/>
          <p:nvPr/>
        </p:nvSpPr>
        <p:spPr>
          <a:xfrm>
            <a:off x="1" y="754433"/>
            <a:ext cx="1829277" cy="138872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3" name="Rectangle 10"/>
          <p:cNvSpPr/>
          <p:nvPr/>
        </p:nvSpPr>
        <p:spPr>
          <a:xfrm>
            <a:off x="11762509" y="6505982"/>
            <a:ext cx="429491" cy="365125"/>
          </a:xfrm>
          <a:prstGeom prst="rect">
            <a:avLst/>
          </a:prstGeom>
          <a:solidFill>
            <a:schemeClr val="tx2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4" name="TextBox 11"/>
          <p:cNvSpPr txBox="1"/>
          <p:nvPr/>
        </p:nvSpPr>
        <p:spPr>
          <a:xfrm>
            <a:off x="11811840" y="6552794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8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62797" y="6532833"/>
            <a:ext cx="9537457" cy="278929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grpSp>
        <p:nvGrpSpPr>
          <p:cNvPr id="25" name="Gruppo 24"/>
          <p:cNvGrpSpPr/>
          <p:nvPr/>
        </p:nvGrpSpPr>
        <p:grpSpPr>
          <a:xfrm>
            <a:off x="158327" y="6505981"/>
            <a:ext cx="372628" cy="242481"/>
            <a:chOff x="355600" y="4737100"/>
            <a:chExt cx="367261" cy="238989"/>
          </a:xfrm>
        </p:grpSpPr>
        <p:sp>
          <p:nvSpPr>
            <p:cNvPr id="26" name="Rectangle 78"/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" name="Rectangle 79"/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" name="Rectangle 80"/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" name="Rectangle 81"/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" name="Rectangle 82"/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" name="Freeform 83"/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" name="Rectangle 84"/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" name="Rectangle 85"/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74C0BF97-E9E5-4687-8C43-A24B50D2C7C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2082" y="6458356"/>
            <a:ext cx="1300716" cy="3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0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110000"/>
        </a:lnSpc>
        <a:spcBef>
          <a:spcPts val="0"/>
        </a:spcBef>
        <a:buClr>
          <a:schemeClr val="accent3"/>
        </a:buClr>
        <a:buFont typeface="Wingdings" panose="05000000000000000000" pitchFamily="2" charset="2"/>
        <a:buChar char="ü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11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0"/>
          <p:cNvSpPr/>
          <p:nvPr/>
        </p:nvSpPr>
        <p:spPr>
          <a:xfrm>
            <a:off x="11762509" y="6510525"/>
            <a:ext cx="429491" cy="365125"/>
          </a:xfrm>
          <a:prstGeom prst="rect">
            <a:avLst/>
          </a:prstGeom>
          <a:solidFill>
            <a:schemeClr val="accent6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304800" y="932423"/>
            <a:ext cx="11582400" cy="5430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 Fare clic per modificare stili del testo dello schema</a:t>
            </a:r>
          </a:p>
          <a:p>
            <a:pPr lvl="1"/>
            <a:r>
              <a:rPr lang="it-IT"/>
              <a:t> Secondo livello</a:t>
            </a:r>
          </a:p>
          <a:p>
            <a:pPr lvl="2"/>
            <a:r>
              <a:rPr lang="it-IT"/>
              <a:t> Terzo livello</a:t>
            </a:r>
          </a:p>
          <a:p>
            <a:pPr lvl="3"/>
            <a:r>
              <a:rPr lang="it-IT"/>
              <a:t> Quarto livello</a:t>
            </a:r>
          </a:p>
          <a:p>
            <a:pPr lvl="4"/>
            <a:r>
              <a:rPr lang="it-IT"/>
              <a:t> Quinto livello</a:t>
            </a:r>
            <a:endParaRPr lang="en-US"/>
          </a:p>
        </p:txBody>
      </p:sp>
      <p:sp>
        <p:nvSpPr>
          <p:cNvPr id="22" name="TextBox 11"/>
          <p:cNvSpPr txBox="1"/>
          <p:nvPr/>
        </p:nvSpPr>
        <p:spPr>
          <a:xfrm>
            <a:off x="11807031" y="6549643"/>
            <a:ext cx="389778" cy="276963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200" kern="1200" smtClean="0">
                <a:solidFill>
                  <a:schemeClr val="bg2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id-ID" sz="1200" kern="1200">
              <a:solidFill>
                <a:schemeClr val="bg2">
                  <a:lumMod val="9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962798" y="6493449"/>
            <a:ext cx="9537456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Rectangle 10"/>
          <p:cNvSpPr/>
          <p:nvPr/>
        </p:nvSpPr>
        <p:spPr>
          <a:xfrm>
            <a:off x="1" y="754433"/>
            <a:ext cx="1829277" cy="138872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EE469C45-3A72-43A4-9D5C-5F322563ABAD}"/>
              </a:ext>
            </a:extLst>
          </p:cNvPr>
          <p:cNvGrpSpPr/>
          <p:nvPr/>
        </p:nvGrpSpPr>
        <p:grpSpPr>
          <a:xfrm>
            <a:off x="158327" y="6505981"/>
            <a:ext cx="372628" cy="242481"/>
            <a:chOff x="355600" y="4737100"/>
            <a:chExt cx="367261" cy="238989"/>
          </a:xfrm>
        </p:grpSpPr>
        <p:sp>
          <p:nvSpPr>
            <p:cNvPr id="20" name="Rectangle 78">
              <a:extLst>
                <a:ext uri="{FF2B5EF4-FFF2-40B4-BE49-F238E27FC236}">
                  <a16:creationId xmlns:a16="http://schemas.microsoft.com/office/drawing/2014/main" id="{29915735-99D0-41DC-A7EF-E4DF404E4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1" name="Rectangle 79">
              <a:extLst>
                <a:ext uri="{FF2B5EF4-FFF2-40B4-BE49-F238E27FC236}">
                  <a16:creationId xmlns:a16="http://schemas.microsoft.com/office/drawing/2014/main" id="{B740150E-776E-47D0-9711-B9D626705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" name="Rectangle 80">
              <a:extLst>
                <a:ext uri="{FF2B5EF4-FFF2-40B4-BE49-F238E27FC236}">
                  <a16:creationId xmlns:a16="http://schemas.microsoft.com/office/drawing/2014/main" id="{8C676347-B2F2-461B-AEE0-F8E3D5B49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" name="Rectangle 81">
              <a:extLst>
                <a:ext uri="{FF2B5EF4-FFF2-40B4-BE49-F238E27FC236}">
                  <a16:creationId xmlns:a16="http://schemas.microsoft.com/office/drawing/2014/main" id="{B6400670-D7F2-455A-A92E-9C6F370A5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" name="Rectangle 82">
              <a:extLst>
                <a:ext uri="{FF2B5EF4-FFF2-40B4-BE49-F238E27FC236}">
                  <a16:creationId xmlns:a16="http://schemas.microsoft.com/office/drawing/2014/main" id="{B74FC6CD-E171-42CD-93D1-EE92E1147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" name="Freeform 83">
              <a:extLst>
                <a:ext uri="{FF2B5EF4-FFF2-40B4-BE49-F238E27FC236}">
                  <a16:creationId xmlns:a16="http://schemas.microsoft.com/office/drawing/2014/main" id="{C3361159-B234-46A1-B27D-1C83CB7E3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" name="Rectangle 84">
              <a:extLst>
                <a:ext uri="{FF2B5EF4-FFF2-40B4-BE49-F238E27FC236}">
                  <a16:creationId xmlns:a16="http://schemas.microsoft.com/office/drawing/2014/main" id="{E99E3F99-C6C8-48D5-A20F-C3CFD3DCE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" name="Rectangle 85">
              <a:extLst>
                <a:ext uri="{FF2B5EF4-FFF2-40B4-BE49-F238E27FC236}">
                  <a16:creationId xmlns:a16="http://schemas.microsoft.com/office/drawing/2014/main" id="{7460ED68-7804-4C75-B1B6-C4B44BE0E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33" name="Immagine 32">
            <a:extLst>
              <a:ext uri="{FF2B5EF4-FFF2-40B4-BE49-F238E27FC236}">
                <a16:creationId xmlns:a16="http://schemas.microsoft.com/office/drawing/2014/main" id="{4862DA9B-ECA2-4A85-9BB9-27ADDA9C3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82" y="6458356"/>
            <a:ext cx="1300716" cy="3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1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</p:sldLayoutIdLs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3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4"/>
        </a:buClr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04800" y="-1"/>
            <a:ext cx="11582400" cy="81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54100"/>
            <a:ext cx="11582400" cy="526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 Fare clic per modificare stili del testo dello schema</a:t>
            </a:r>
          </a:p>
          <a:p>
            <a:pPr lvl="1"/>
            <a:r>
              <a:rPr lang="it-IT"/>
              <a:t> Secondo livello</a:t>
            </a:r>
          </a:p>
          <a:p>
            <a:pPr lvl="2"/>
            <a:r>
              <a:rPr lang="it-IT"/>
              <a:t> Terzo livello</a:t>
            </a:r>
          </a:p>
          <a:p>
            <a:pPr lvl="3"/>
            <a:r>
              <a:rPr lang="it-IT"/>
              <a:t> Quarto livello</a:t>
            </a:r>
          </a:p>
          <a:p>
            <a:pPr lvl="4"/>
            <a:r>
              <a:rPr lang="it-IT"/>
              <a:t> Quinto livello</a:t>
            </a:r>
            <a:endParaRPr lang="en-US"/>
          </a:p>
        </p:txBody>
      </p:sp>
      <p:sp>
        <p:nvSpPr>
          <p:cNvPr id="22" name="Rectangle 10"/>
          <p:cNvSpPr/>
          <p:nvPr/>
        </p:nvSpPr>
        <p:spPr>
          <a:xfrm>
            <a:off x="1" y="754433"/>
            <a:ext cx="1829277" cy="138872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3" name="Rectangle 10"/>
          <p:cNvSpPr/>
          <p:nvPr/>
        </p:nvSpPr>
        <p:spPr>
          <a:xfrm>
            <a:off x="11762509" y="6492967"/>
            <a:ext cx="429491" cy="365125"/>
          </a:xfrm>
          <a:prstGeom prst="rect">
            <a:avLst/>
          </a:prstGeom>
          <a:solidFill>
            <a:schemeClr val="accent6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sp>
        <p:nvSpPr>
          <p:cNvPr id="24" name="TextBox 11"/>
          <p:cNvSpPr txBox="1"/>
          <p:nvPr/>
        </p:nvSpPr>
        <p:spPr>
          <a:xfrm>
            <a:off x="11811840" y="6539779"/>
            <a:ext cx="380160" cy="261574"/>
          </a:xfrm>
          <a:prstGeom prst="rect">
            <a:avLst/>
          </a:prstGeom>
          <a:noFill/>
        </p:spPr>
        <p:txBody>
          <a:bodyPr wrap="none" lIns="91404" tIns="45702" rIns="91404" bIns="45702" rtlCol="0" anchor="ctr" anchorCtr="1">
            <a:spAutoFit/>
          </a:bodyPr>
          <a:lstStyle/>
          <a:p>
            <a:pPr algn="ctr"/>
            <a:fld id="{260E2A6B-A809-4840-BF14-8648BC0BDF87}" type="slidenum">
              <a:rPr lang="id-ID" sz="1100" b="0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100" b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5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1829278" y="6493449"/>
            <a:ext cx="9670976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it-IT"/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A8E49AB8-EB93-4EF6-B183-5AB6068708A1}"/>
              </a:ext>
            </a:extLst>
          </p:cNvPr>
          <p:cNvGrpSpPr/>
          <p:nvPr/>
        </p:nvGrpSpPr>
        <p:grpSpPr>
          <a:xfrm>
            <a:off x="158327" y="6505981"/>
            <a:ext cx="372628" cy="242481"/>
            <a:chOff x="355600" y="4737100"/>
            <a:chExt cx="367261" cy="238989"/>
          </a:xfrm>
        </p:grpSpPr>
        <p:sp>
          <p:nvSpPr>
            <p:cNvPr id="42" name="Rectangle 78">
              <a:extLst>
                <a:ext uri="{FF2B5EF4-FFF2-40B4-BE49-F238E27FC236}">
                  <a16:creationId xmlns:a16="http://schemas.microsoft.com/office/drawing/2014/main" id="{81EA0F15-1D54-4E69-8F7F-47F27D7FD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3" name="Rectangle 79">
              <a:extLst>
                <a:ext uri="{FF2B5EF4-FFF2-40B4-BE49-F238E27FC236}">
                  <a16:creationId xmlns:a16="http://schemas.microsoft.com/office/drawing/2014/main" id="{C51A5293-1616-4C7D-8EE7-C646C35F7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4" name="Rectangle 80">
              <a:extLst>
                <a:ext uri="{FF2B5EF4-FFF2-40B4-BE49-F238E27FC236}">
                  <a16:creationId xmlns:a16="http://schemas.microsoft.com/office/drawing/2014/main" id="{5F288E72-C731-4B92-AB0A-B1364147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5" name="Rectangle 81">
              <a:extLst>
                <a:ext uri="{FF2B5EF4-FFF2-40B4-BE49-F238E27FC236}">
                  <a16:creationId xmlns:a16="http://schemas.microsoft.com/office/drawing/2014/main" id="{8503BD8C-23DC-4CD8-A768-57C065C90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6" name="Rectangle 82">
              <a:extLst>
                <a:ext uri="{FF2B5EF4-FFF2-40B4-BE49-F238E27FC236}">
                  <a16:creationId xmlns:a16="http://schemas.microsoft.com/office/drawing/2014/main" id="{38E1AA73-C8B7-4F4B-B6F9-0E818C993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7" name="Freeform 83">
              <a:extLst>
                <a:ext uri="{FF2B5EF4-FFF2-40B4-BE49-F238E27FC236}">
                  <a16:creationId xmlns:a16="http://schemas.microsoft.com/office/drawing/2014/main" id="{4848DA79-A770-4EC8-80EE-07E84EDAE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8" name="Rectangle 84">
              <a:extLst>
                <a:ext uri="{FF2B5EF4-FFF2-40B4-BE49-F238E27FC236}">
                  <a16:creationId xmlns:a16="http://schemas.microsoft.com/office/drawing/2014/main" id="{4103F332-EBA7-4A5B-AB2A-2677E0162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9" name="Rectangle 85">
              <a:extLst>
                <a:ext uri="{FF2B5EF4-FFF2-40B4-BE49-F238E27FC236}">
                  <a16:creationId xmlns:a16="http://schemas.microsoft.com/office/drawing/2014/main" id="{78E06323-824F-4D94-AF63-BD5CA5922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50" name="Immagine 49">
            <a:extLst>
              <a:ext uri="{FF2B5EF4-FFF2-40B4-BE49-F238E27FC236}">
                <a16:creationId xmlns:a16="http://schemas.microsoft.com/office/drawing/2014/main" id="{809FFD4B-B671-40B7-8A21-67888B42D8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82" y="6458356"/>
            <a:ext cx="1300716" cy="3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5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2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3"/>
        </a:buClr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Clr>
          <a:schemeClr val="accent4"/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C53D3B-1F9B-BCC7-A821-653F329CB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Titolo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1262FA6-9D16-9613-6DDF-A5A0EB6A9F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it-I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C05C3B-B2E5-9FC0-F646-266E5D9D1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913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1ECB98-3164-F1E5-5970-A78AB6488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7FEA5-3A26-4C0A-EC77-487F5757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08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heme/theme1.xml><?xml version="1.0" encoding="utf-8"?>
<a:theme xmlns:a="http://schemas.openxmlformats.org/drawingml/2006/main" name="Tabula magna 2015 vers1.71">
  <a:themeElements>
    <a:clrScheme name="Dieli Ungris 2019">
      <a:dk1>
        <a:srgbClr val="333F4F"/>
      </a:dk1>
      <a:lt1>
        <a:sysClr val="window" lastClr="FFFFFF"/>
      </a:lt1>
      <a:dk2>
        <a:srgbClr val="525964"/>
      </a:dk2>
      <a:lt2>
        <a:srgbClr val="E7E6E6"/>
      </a:lt2>
      <a:accent1>
        <a:srgbClr val="B80D48"/>
      </a:accent1>
      <a:accent2>
        <a:srgbClr val="F29724"/>
      </a:accent2>
      <a:accent3>
        <a:srgbClr val="2B6A6C"/>
      </a:accent3>
      <a:accent4>
        <a:srgbClr val="00ADDC"/>
      </a:accent4>
      <a:accent5>
        <a:srgbClr val="5C9929"/>
      </a:accent5>
      <a:accent6>
        <a:srgbClr val="738AC8"/>
      </a:accent6>
      <a:hlink>
        <a:srgbClr val="0563C1"/>
      </a:hlink>
      <a:folHlink>
        <a:srgbClr val="954F72"/>
      </a:folHlink>
    </a:clrScheme>
    <a:fontScheme name="Personalizzato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bula magna 2015 vers1.71" id="{411FFEF9-F4FF-4122-9633-56195C821D72}" vid="{FE76836F-4AF8-4925-A6CD-A60E51C84B90}"/>
    </a:ext>
  </a:extLst>
</a:theme>
</file>

<file path=ppt/theme/theme2.xml><?xml version="1.0" encoding="utf-8"?>
<a:theme xmlns:a="http://schemas.openxmlformats.org/drawingml/2006/main" name="Tabulae novae">
  <a:themeElements>
    <a:clrScheme name="Jetfabrik - Coloured 8 - Light">
      <a:dk1>
        <a:srgbClr val="445469"/>
      </a:dk1>
      <a:lt1>
        <a:sysClr val="window" lastClr="FFFFFF"/>
      </a:lt1>
      <a:dk2>
        <a:srgbClr val="445469"/>
      </a:dk2>
      <a:lt2>
        <a:srgbClr val="FFFFFF"/>
      </a:lt2>
      <a:accent1>
        <a:srgbClr val="44C69E"/>
      </a:accent1>
      <a:accent2>
        <a:srgbClr val="93CC5A"/>
      </a:accent2>
      <a:accent3>
        <a:srgbClr val="EDBD3C"/>
      </a:accent3>
      <a:accent4>
        <a:srgbClr val="E43D53"/>
      </a:accent4>
      <a:accent5>
        <a:srgbClr val="525964"/>
      </a:accent5>
      <a:accent6>
        <a:srgbClr val="445469"/>
      </a:accent6>
      <a:hlink>
        <a:srgbClr val="F33B48"/>
      </a:hlink>
      <a:folHlink>
        <a:srgbClr val="FFC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abulae mirabiles">
  <a:themeElements>
    <a:clrScheme name="Jetfabrik - Coloured 8 - Light">
      <a:dk1>
        <a:srgbClr val="445469"/>
      </a:dk1>
      <a:lt1>
        <a:sysClr val="window" lastClr="FFFFFF"/>
      </a:lt1>
      <a:dk2>
        <a:srgbClr val="445469"/>
      </a:dk2>
      <a:lt2>
        <a:srgbClr val="FFFFFF"/>
      </a:lt2>
      <a:accent1>
        <a:srgbClr val="44C69E"/>
      </a:accent1>
      <a:accent2>
        <a:srgbClr val="93CC5A"/>
      </a:accent2>
      <a:accent3>
        <a:srgbClr val="EDBD3C"/>
      </a:accent3>
      <a:accent4>
        <a:srgbClr val="E43D53"/>
      </a:accent4>
      <a:accent5>
        <a:srgbClr val="525964"/>
      </a:accent5>
      <a:accent6>
        <a:srgbClr val="445469"/>
      </a:accent6>
      <a:hlink>
        <a:srgbClr val="F33B48"/>
      </a:hlink>
      <a:folHlink>
        <a:srgbClr val="FFC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Tabula magna 2015 vers1.71</Template>
  <TotalTime>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Eras Light ITC</vt:lpstr>
      <vt:lpstr>Lato Light</vt:lpstr>
      <vt:lpstr>Raleway Light</vt:lpstr>
      <vt:lpstr>Tw Cen MT</vt:lpstr>
      <vt:lpstr>Wingdings</vt:lpstr>
      <vt:lpstr>Tabula magna 2015 vers1.71</vt:lpstr>
      <vt:lpstr>Tabulae novae</vt:lpstr>
      <vt:lpstr>Tabulae mirabiles</vt:lpstr>
      <vt:lpstr>Titolo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Boccia</dc:creator>
  <cp:lastModifiedBy>Luigi Boccia</cp:lastModifiedBy>
  <cp:revision>1</cp:revision>
  <dcterms:created xsi:type="dcterms:W3CDTF">2026-07-21T11:07:39Z</dcterms:created>
  <dcterms:modified xsi:type="dcterms:W3CDTF">2026-07-21T11:08:18Z</dcterms:modified>
</cp:coreProperties>
</file>